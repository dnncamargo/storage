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699" r:id="rId2"/>
    <p:sldId id="667" r:id="rId3"/>
    <p:sldId id="661" r:id="rId4"/>
    <p:sldId id="659" r:id="rId5"/>
    <p:sldId id="974" r:id="rId6"/>
    <p:sldId id="977" r:id="rId7"/>
    <p:sldId id="978" r:id="rId8"/>
    <p:sldId id="979" r:id="rId9"/>
    <p:sldId id="980" r:id="rId1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579" autoAdjust="0"/>
    <p:restoredTop sz="94660"/>
  </p:normalViewPr>
  <p:slideViewPr>
    <p:cSldViewPr>
      <p:cViewPr varScale="1">
        <p:scale>
          <a:sx n="68" d="100"/>
          <a:sy n="68" d="100"/>
        </p:scale>
        <p:origin x="-1518" y="-96"/>
      </p:cViewPr>
      <p:guideLst>
        <p:guide orient="horz" pos="2659"/>
        <p:guide pos="156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3E5EA2-B79F-4139-980F-5FB47C3F1A69}" type="datetimeFigureOut">
              <a:rPr lang="pt-BR" smtClean="0"/>
              <a:pPr/>
              <a:t>03/02/2015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3C221A-C0CB-4C87-BAB1-569C45043C5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340768"/>
            <a:ext cx="7772400" cy="1470025"/>
          </a:xfrm>
        </p:spPr>
        <p:txBody>
          <a:bodyPr/>
          <a:lstStyle>
            <a:lvl1pPr algn="ctr">
              <a:defRPr>
                <a:solidFill>
                  <a:srgbClr val="002060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85293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 smtClean="0"/>
              <a:t>Clique para editar o estilo do subtítulo mestre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BBB22-9540-4B5A-8A13-9A46810F472A}" type="datetimeFigureOut">
              <a:rPr lang="pt-BR" smtClean="0"/>
              <a:pPr/>
              <a:t>03/02/2015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684AA-4B8F-4B07-8CE6-9EC80067C0E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1149690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BBB22-9540-4B5A-8A13-9A46810F472A}" type="datetimeFigureOut">
              <a:rPr lang="pt-BR" smtClean="0"/>
              <a:pPr/>
              <a:t>03/02/2015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684AA-4B8F-4B07-8CE6-9EC80067C0E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2489738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BBB22-9540-4B5A-8A13-9A46810F472A}" type="datetimeFigureOut">
              <a:rPr lang="pt-BR" smtClean="0"/>
              <a:pPr/>
              <a:t>03/02/2015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684AA-4B8F-4B07-8CE6-9EC80067C0E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52325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BBB22-9540-4B5A-8A13-9A46810F472A}" type="datetimeFigureOut">
              <a:rPr lang="pt-BR" smtClean="0"/>
              <a:pPr/>
              <a:t>03/02/2015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684AA-4B8F-4B07-8CE6-9EC80067C0E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244416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BBB22-9540-4B5A-8A13-9A46810F472A}" type="datetimeFigureOut">
              <a:rPr lang="pt-BR" smtClean="0"/>
              <a:pPr/>
              <a:t>03/02/2015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684AA-4B8F-4B07-8CE6-9EC80067C0E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1103524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BBB22-9540-4B5A-8A13-9A46810F472A}" type="datetimeFigureOut">
              <a:rPr lang="pt-BR" smtClean="0"/>
              <a:pPr/>
              <a:t>03/02/2015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684AA-4B8F-4B07-8CE6-9EC80067C0E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3870532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BBB22-9540-4B5A-8A13-9A46810F472A}" type="datetimeFigureOut">
              <a:rPr lang="pt-BR" smtClean="0"/>
              <a:pPr/>
              <a:t>03/02/2015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684AA-4B8F-4B07-8CE6-9EC80067C0E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2648482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BBB22-9540-4B5A-8A13-9A46810F472A}" type="datetimeFigureOut">
              <a:rPr lang="pt-BR" smtClean="0"/>
              <a:pPr/>
              <a:t>03/02/2015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684AA-4B8F-4B07-8CE6-9EC80067C0E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1769745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BBB22-9540-4B5A-8A13-9A46810F472A}" type="datetimeFigureOut">
              <a:rPr lang="pt-BR" smtClean="0"/>
              <a:pPr/>
              <a:t>03/02/2015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684AA-4B8F-4B07-8CE6-9EC80067C0E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2544175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BBB22-9540-4B5A-8A13-9A46810F472A}" type="datetimeFigureOut">
              <a:rPr lang="pt-BR" smtClean="0"/>
              <a:pPr/>
              <a:t>03/02/2015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684AA-4B8F-4B07-8CE6-9EC80067C0E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1696084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BBB22-9540-4B5A-8A13-9A46810F472A}" type="datetimeFigureOut">
              <a:rPr lang="pt-BR" smtClean="0"/>
              <a:pPr/>
              <a:t>03/02/2015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684AA-4B8F-4B07-8CE6-9EC80067C0E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2097040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BBB22-9540-4B5A-8A13-9A46810F472A}" type="datetimeFigureOut">
              <a:rPr lang="pt-BR" smtClean="0"/>
              <a:pPr/>
              <a:t>03/02/2015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684AA-4B8F-4B07-8CE6-9EC80067C0E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3769902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00206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rgbClr val="00206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00206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rgbClr val="00206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rgbClr val="00206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26277"/>
            <a:ext cx="8135913" cy="537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aixaDeTexto 2"/>
          <p:cNvSpPr txBox="1"/>
          <p:nvPr/>
        </p:nvSpPr>
        <p:spPr>
          <a:xfrm>
            <a:off x="107504" y="2296344"/>
            <a:ext cx="16246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smtClean="0"/>
              <a:t>Arquitetura</a:t>
            </a:r>
          </a:p>
          <a:p>
            <a:r>
              <a:rPr lang="pt-BR" sz="2400" dirty="0" smtClean="0"/>
              <a:t>Org. Comp.</a:t>
            </a:r>
          </a:p>
          <a:p>
            <a:r>
              <a:rPr lang="pt-BR" sz="2400" dirty="0" smtClean="0"/>
              <a:t>Sist. </a:t>
            </a:r>
            <a:r>
              <a:rPr lang="pt-BR" sz="2400" dirty="0" err="1" smtClean="0"/>
              <a:t>Oper</a:t>
            </a:r>
            <a:endParaRPr lang="pt-BR" sz="24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8100392" y="2615912"/>
            <a:ext cx="702436" cy="738664"/>
          </a:xfrm>
          <a:prstGeom prst="rect">
            <a:avLst/>
          </a:prstGeom>
          <a:noFill/>
          <a:ln cmpd="dbl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pt-BR" sz="1400" b="1" dirty="0" smtClean="0">
                <a:solidFill>
                  <a:srgbClr val="FF0000"/>
                </a:solidFill>
              </a:rPr>
              <a:t>Comp.</a:t>
            </a:r>
          </a:p>
          <a:p>
            <a:pPr algn="ctr"/>
            <a:r>
              <a:rPr lang="pt-BR" sz="1400" b="1" dirty="0" smtClean="0">
                <a:solidFill>
                  <a:srgbClr val="FF0000"/>
                </a:solidFill>
              </a:rPr>
              <a:t>ENADE</a:t>
            </a:r>
          </a:p>
          <a:p>
            <a:pPr algn="ctr"/>
            <a:r>
              <a:rPr lang="pt-BR" sz="1400" b="1" dirty="0" smtClean="0">
                <a:solidFill>
                  <a:srgbClr val="FF0000"/>
                </a:solidFill>
              </a:rPr>
              <a:t> 2011</a:t>
            </a:r>
            <a:endParaRPr lang="pt-BR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904210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5680"/>
            <a:ext cx="5309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Tx/>
              <a:buChar char="-"/>
            </a:pPr>
            <a:endParaRPr lang="en-US" sz="2400" dirty="0" smtClean="0"/>
          </a:p>
          <a:p>
            <a:r>
              <a:rPr lang="en-US" sz="2400" dirty="0" smtClean="0"/>
              <a:t> </a:t>
            </a:r>
            <a:endParaRPr lang="en-US" sz="24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8518915" y="1385"/>
            <a:ext cx="643125" cy="738664"/>
          </a:xfrm>
          <a:prstGeom prst="rect">
            <a:avLst/>
          </a:prstGeom>
          <a:solidFill>
            <a:schemeClr val="bg1"/>
          </a:solidFill>
          <a:ln cmpd="dbl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pt-BR" sz="1400" b="1" dirty="0" smtClean="0">
                <a:solidFill>
                  <a:srgbClr val="FF0000"/>
                </a:solidFill>
              </a:rPr>
              <a:t>CCO</a:t>
            </a:r>
          </a:p>
          <a:p>
            <a:pPr algn="ctr"/>
            <a:r>
              <a:rPr lang="pt-BR" sz="1400" b="1" dirty="0" err="1" smtClean="0">
                <a:solidFill>
                  <a:srgbClr val="FF0000"/>
                </a:solidFill>
              </a:rPr>
              <a:t>Enade</a:t>
            </a:r>
            <a:endParaRPr lang="pt-BR" sz="1400" b="1" dirty="0" smtClean="0">
              <a:solidFill>
                <a:srgbClr val="FF0000"/>
              </a:solidFill>
            </a:endParaRPr>
          </a:p>
          <a:p>
            <a:pPr algn="ctr"/>
            <a:r>
              <a:rPr lang="pt-BR" sz="1400" b="1" dirty="0" smtClean="0">
                <a:solidFill>
                  <a:srgbClr val="FF0000"/>
                </a:solidFill>
              </a:rPr>
              <a:t> 2014</a:t>
            </a:r>
            <a:endParaRPr lang="pt-BR" sz="1400" b="1" dirty="0">
              <a:solidFill>
                <a:srgbClr val="FF0000"/>
              </a:solidFill>
            </a:endParaRP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1800" y="260648"/>
            <a:ext cx="4753190" cy="6388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aixaDeTexto 4"/>
          <p:cNvSpPr txBox="1"/>
          <p:nvPr/>
        </p:nvSpPr>
        <p:spPr>
          <a:xfrm>
            <a:off x="467544" y="188640"/>
            <a:ext cx="202651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000" dirty="0" err="1" smtClean="0"/>
              <a:t>Arquit</a:t>
            </a:r>
            <a:endParaRPr lang="pt-BR" sz="4000" dirty="0" smtClean="0"/>
          </a:p>
          <a:p>
            <a:r>
              <a:rPr lang="pt-BR" sz="4000" dirty="0" smtClean="0"/>
              <a:t>Sis. </a:t>
            </a:r>
            <a:r>
              <a:rPr lang="pt-BR" sz="4000" dirty="0" err="1" smtClean="0"/>
              <a:t>Oper</a:t>
            </a:r>
            <a:endParaRPr lang="pt-BR" sz="4000" dirty="0"/>
          </a:p>
        </p:txBody>
      </p:sp>
    </p:spTree>
    <p:extLst>
      <p:ext uri="{BB962C8B-B14F-4D97-AF65-F5344CB8AC3E}">
        <p14:creationId xmlns="" xmlns:p14="http://schemas.microsoft.com/office/powerpoint/2010/main" val="1591812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8518915" y="1385"/>
            <a:ext cx="643125" cy="738664"/>
          </a:xfrm>
          <a:prstGeom prst="rect">
            <a:avLst/>
          </a:prstGeom>
          <a:solidFill>
            <a:schemeClr val="bg1"/>
          </a:solidFill>
          <a:ln cmpd="dbl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pt-BR" sz="1400" b="1" dirty="0" smtClean="0">
                <a:solidFill>
                  <a:srgbClr val="FF0000"/>
                </a:solidFill>
              </a:rPr>
              <a:t>BSI</a:t>
            </a:r>
          </a:p>
          <a:p>
            <a:pPr algn="ctr"/>
            <a:r>
              <a:rPr lang="pt-BR" sz="1400" b="1" dirty="0" err="1" smtClean="0">
                <a:solidFill>
                  <a:srgbClr val="FF0000"/>
                </a:solidFill>
              </a:rPr>
              <a:t>Enade</a:t>
            </a:r>
            <a:endParaRPr lang="pt-BR" sz="1400" b="1" dirty="0" smtClean="0">
              <a:solidFill>
                <a:srgbClr val="FF0000"/>
              </a:solidFill>
            </a:endParaRPr>
          </a:p>
          <a:p>
            <a:pPr algn="ctr"/>
            <a:r>
              <a:rPr lang="pt-BR" sz="1400" b="1" dirty="0" smtClean="0">
                <a:solidFill>
                  <a:srgbClr val="FF0000"/>
                </a:solidFill>
              </a:rPr>
              <a:t> 2014</a:t>
            </a:r>
            <a:endParaRPr lang="pt-BR" sz="1400" b="1" dirty="0">
              <a:solidFill>
                <a:srgbClr val="FF0000"/>
              </a:solidFill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1700808"/>
            <a:ext cx="5079453" cy="3373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aixaDeTexto 4"/>
          <p:cNvSpPr txBox="1"/>
          <p:nvPr/>
        </p:nvSpPr>
        <p:spPr>
          <a:xfrm>
            <a:off x="755576" y="0"/>
            <a:ext cx="16600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 smtClean="0"/>
              <a:t> (cont.)</a:t>
            </a:r>
            <a:endParaRPr lang="pt-BR" sz="4000" dirty="0"/>
          </a:p>
        </p:txBody>
      </p:sp>
    </p:spTree>
    <p:extLst>
      <p:ext uri="{BB962C8B-B14F-4D97-AF65-F5344CB8AC3E}">
        <p14:creationId xmlns="" xmlns:p14="http://schemas.microsoft.com/office/powerpoint/2010/main" val="1591812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5680"/>
            <a:ext cx="162467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Arquitetura</a:t>
            </a:r>
            <a:endParaRPr lang="en-US" sz="2400" dirty="0" smtClean="0"/>
          </a:p>
          <a:p>
            <a:r>
              <a:rPr lang="en-US" sz="2400" dirty="0" err="1" smtClean="0"/>
              <a:t>Sist.Oper</a:t>
            </a:r>
            <a:endParaRPr lang="en-US" sz="2400" dirty="0" smtClean="0"/>
          </a:p>
          <a:p>
            <a:pPr marL="342900" indent="-342900">
              <a:buFontTx/>
              <a:buChar char="-"/>
            </a:pPr>
            <a:endParaRPr lang="en-US" sz="2400" dirty="0" smtClean="0"/>
          </a:p>
          <a:p>
            <a:r>
              <a:rPr lang="en-US" sz="2400" dirty="0" smtClean="0"/>
              <a:t> </a:t>
            </a:r>
            <a:endParaRPr lang="en-US" sz="2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2800" y="908720"/>
            <a:ext cx="8204668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8277938" y="5157192"/>
            <a:ext cx="643125" cy="523220"/>
          </a:xfrm>
          <a:prstGeom prst="rect">
            <a:avLst/>
          </a:prstGeom>
          <a:noFill/>
          <a:ln cmpd="dbl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pt-BR" sz="1400" b="1" dirty="0" err="1" smtClean="0">
                <a:solidFill>
                  <a:srgbClr val="FF0000"/>
                </a:solidFill>
              </a:rPr>
              <a:t>Enade</a:t>
            </a:r>
            <a:endParaRPr lang="pt-BR" sz="1400" b="1" dirty="0" smtClean="0">
              <a:solidFill>
                <a:srgbClr val="FF0000"/>
              </a:solidFill>
            </a:endParaRPr>
          </a:p>
          <a:p>
            <a:pPr algn="ctr"/>
            <a:r>
              <a:rPr lang="pt-BR" sz="1400" b="1" dirty="0" smtClean="0">
                <a:solidFill>
                  <a:srgbClr val="FF0000"/>
                </a:solidFill>
              </a:rPr>
              <a:t> 2008</a:t>
            </a:r>
            <a:endParaRPr lang="pt-BR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6795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5680"/>
            <a:ext cx="19070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Compiladores</a:t>
            </a:r>
            <a:endParaRPr lang="en-US" sz="2400" dirty="0" smtClean="0"/>
          </a:p>
          <a:p>
            <a:pPr marL="342900" indent="-342900">
              <a:buFontTx/>
              <a:buChar char="-"/>
            </a:pPr>
            <a:endParaRPr lang="en-US" sz="2400" dirty="0" smtClean="0"/>
          </a:p>
          <a:p>
            <a:r>
              <a:rPr lang="en-US" sz="2400" dirty="0" smtClean="0"/>
              <a:t> </a:t>
            </a:r>
            <a:endParaRPr lang="en-US" sz="2400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19313" y="176213"/>
            <a:ext cx="4905375" cy="650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7884368" y="1484784"/>
            <a:ext cx="643125" cy="523220"/>
          </a:xfrm>
          <a:prstGeom prst="rect">
            <a:avLst/>
          </a:prstGeom>
          <a:noFill/>
          <a:ln cmpd="dbl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pt-BR" sz="1400" b="1" dirty="0" err="1" smtClean="0">
                <a:solidFill>
                  <a:srgbClr val="FF0000"/>
                </a:solidFill>
              </a:rPr>
              <a:t>Enade</a:t>
            </a:r>
            <a:endParaRPr lang="pt-BR" sz="1400" b="1" dirty="0" smtClean="0">
              <a:solidFill>
                <a:srgbClr val="FF0000"/>
              </a:solidFill>
            </a:endParaRPr>
          </a:p>
          <a:p>
            <a:pPr algn="ctr"/>
            <a:r>
              <a:rPr lang="pt-BR" sz="1400" b="1" dirty="0" smtClean="0">
                <a:solidFill>
                  <a:srgbClr val="FF0000"/>
                </a:solidFill>
              </a:rPr>
              <a:t> 2008</a:t>
            </a:r>
            <a:endParaRPr lang="pt-BR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46159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5680"/>
            <a:ext cx="181504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Sistemas</a:t>
            </a:r>
            <a:r>
              <a:rPr lang="en-US" sz="2400" dirty="0" smtClean="0"/>
              <a:t> </a:t>
            </a:r>
          </a:p>
          <a:p>
            <a:r>
              <a:rPr lang="en-US" sz="2400" dirty="0" err="1" smtClean="0"/>
              <a:t>Operacionais</a:t>
            </a:r>
            <a:endParaRPr lang="en-US" sz="2400" dirty="0" smtClean="0"/>
          </a:p>
          <a:p>
            <a:pPr marL="342900" indent="-342900">
              <a:buFontTx/>
              <a:buChar char="-"/>
            </a:pPr>
            <a:endParaRPr lang="en-US" sz="2400" dirty="0" smtClean="0"/>
          </a:p>
          <a:p>
            <a:r>
              <a:rPr lang="en-US" sz="2400" dirty="0" smtClean="0"/>
              <a:t> 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3" y="876300"/>
            <a:ext cx="5133975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ixaDeTexto 6"/>
          <p:cNvSpPr txBox="1"/>
          <p:nvPr/>
        </p:nvSpPr>
        <p:spPr>
          <a:xfrm>
            <a:off x="323528" y="1052736"/>
            <a:ext cx="643125" cy="523220"/>
          </a:xfrm>
          <a:prstGeom prst="rect">
            <a:avLst/>
          </a:prstGeom>
          <a:noFill/>
          <a:ln cmpd="dbl">
            <a:solidFill>
              <a:schemeClr val="accent1"/>
            </a:solidFill>
          </a:ln>
        </p:spPr>
        <p:txBody>
          <a:bodyPr wrap="non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400" b="1" dirty="0" err="1" smtClean="0">
                <a:solidFill>
                  <a:srgbClr val="FF0000"/>
                </a:solidFill>
              </a:rPr>
              <a:t>Enade</a:t>
            </a:r>
            <a:endParaRPr lang="pt-BR" sz="1400" b="1" dirty="0" smtClean="0">
              <a:solidFill>
                <a:srgbClr val="FF0000"/>
              </a:solidFill>
            </a:endParaRPr>
          </a:p>
          <a:p>
            <a:pPr algn="ctr"/>
            <a:r>
              <a:rPr lang="pt-BR" sz="1400" b="1" dirty="0" smtClean="0">
                <a:solidFill>
                  <a:srgbClr val="FF0000"/>
                </a:solidFill>
              </a:rPr>
              <a:t> 2005</a:t>
            </a:r>
            <a:endParaRPr lang="pt-BR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32424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5680"/>
            <a:ext cx="29784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Sistemas</a:t>
            </a:r>
            <a:r>
              <a:rPr lang="en-US" sz="2400" dirty="0" smtClean="0"/>
              <a:t> </a:t>
            </a:r>
            <a:r>
              <a:rPr lang="en-US" sz="2400" dirty="0" err="1" smtClean="0"/>
              <a:t>Operacionais</a:t>
            </a:r>
            <a:endParaRPr lang="en-US" sz="2400" dirty="0" smtClean="0"/>
          </a:p>
          <a:p>
            <a:pPr marL="342900" indent="-342900">
              <a:buFontTx/>
              <a:buChar char="-"/>
            </a:pPr>
            <a:endParaRPr lang="en-US" sz="2400" dirty="0" smtClean="0"/>
          </a:p>
          <a:p>
            <a:r>
              <a:rPr lang="en-US" sz="2400" dirty="0" smtClean="0"/>
              <a:t> </a:t>
            </a:r>
            <a:endParaRPr lang="en-US" sz="2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3147" y="563149"/>
            <a:ext cx="8970218" cy="5420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6372200" y="188640"/>
            <a:ext cx="643125" cy="523220"/>
          </a:xfrm>
          <a:prstGeom prst="rect">
            <a:avLst/>
          </a:prstGeom>
          <a:noFill/>
          <a:ln cmpd="dbl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pt-BR" sz="1400" b="1" dirty="0" err="1" smtClean="0">
                <a:solidFill>
                  <a:srgbClr val="FF0000"/>
                </a:solidFill>
              </a:rPr>
              <a:t>Enade</a:t>
            </a:r>
            <a:endParaRPr lang="pt-BR" sz="1400" b="1" dirty="0" smtClean="0">
              <a:solidFill>
                <a:srgbClr val="FF0000"/>
              </a:solidFill>
            </a:endParaRPr>
          </a:p>
          <a:p>
            <a:pPr algn="ctr"/>
            <a:r>
              <a:rPr lang="pt-BR" sz="1400" b="1" dirty="0" smtClean="0">
                <a:solidFill>
                  <a:srgbClr val="FF0000"/>
                </a:solidFill>
              </a:rPr>
              <a:t> 2008</a:t>
            </a:r>
            <a:endParaRPr lang="pt-BR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39324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93992"/>
            <a:ext cx="4370958" cy="6544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aixaDeTexto 2"/>
          <p:cNvSpPr txBox="1"/>
          <p:nvPr/>
        </p:nvSpPr>
        <p:spPr>
          <a:xfrm>
            <a:off x="179512" y="260648"/>
            <a:ext cx="18150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smtClean="0"/>
              <a:t>Sistemas</a:t>
            </a:r>
          </a:p>
          <a:p>
            <a:r>
              <a:rPr lang="pt-BR" sz="2400" dirty="0" smtClean="0"/>
              <a:t>Operacionais</a:t>
            </a:r>
            <a:endParaRPr lang="pt-BR" sz="24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8100392" y="2615912"/>
            <a:ext cx="702436" cy="738664"/>
          </a:xfrm>
          <a:prstGeom prst="rect">
            <a:avLst/>
          </a:prstGeom>
          <a:noFill/>
          <a:ln cmpd="dbl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pt-BR" sz="1400" b="1" dirty="0" smtClean="0">
                <a:solidFill>
                  <a:srgbClr val="FF0000"/>
                </a:solidFill>
              </a:rPr>
              <a:t>Comp.</a:t>
            </a:r>
          </a:p>
          <a:p>
            <a:pPr algn="ctr"/>
            <a:r>
              <a:rPr lang="pt-BR" sz="1400" b="1" dirty="0" smtClean="0">
                <a:solidFill>
                  <a:srgbClr val="FF0000"/>
                </a:solidFill>
              </a:rPr>
              <a:t>ENADE</a:t>
            </a:r>
          </a:p>
          <a:p>
            <a:pPr algn="ctr"/>
            <a:r>
              <a:rPr lang="pt-BR" sz="1400" b="1" dirty="0" smtClean="0">
                <a:solidFill>
                  <a:srgbClr val="FF0000"/>
                </a:solidFill>
              </a:rPr>
              <a:t> 2011</a:t>
            </a:r>
            <a:endParaRPr lang="pt-BR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31701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5680"/>
            <a:ext cx="181504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Sist</a:t>
            </a:r>
            <a:r>
              <a:rPr lang="en-US" sz="2400" dirty="0" smtClean="0"/>
              <a:t>.</a:t>
            </a:r>
          </a:p>
          <a:p>
            <a:r>
              <a:rPr lang="en-US" sz="2400" dirty="0" err="1" smtClean="0"/>
              <a:t>Operacionais</a:t>
            </a:r>
            <a:endParaRPr lang="en-US" sz="2400" dirty="0" smtClean="0"/>
          </a:p>
          <a:p>
            <a:pPr marL="342900" indent="-342900">
              <a:buFontTx/>
              <a:buChar char="-"/>
            </a:pPr>
            <a:endParaRPr lang="en-US" sz="2400" dirty="0" smtClean="0"/>
          </a:p>
          <a:p>
            <a:r>
              <a:rPr lang="en-US" sz="2400" dirty="0" smtClean="0"/>
              <a:t> </a:t>
            </a:r>
            <a:endParaRPr lang="en-US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188640"/>
            <a:ext cx="4781550" cy="606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8449914" y="2661243"/>
            <a:ext cx="643125" cy="738664"/>
          </a:xfrm>
          <a:prstGeom prst="rect">
            <a:avLst/>
          </a:prstGeom>
          <a:noFill/>
          <a:ln cmpd="dbl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pt-BR" sz="1400" b="1" dirty="0" smtClean="0">
                <a:solidFill>
                  <a:srgbClr val="FF0000"/>
                </a:solidFill>
              </a:rPr>
              <a:t>ADS</a:t>
            </a:r>
          </a:p>
          <a:p>
            <a:pPr algn="ctr"/>
            <a:r>
              <a:rPr lang="pt-BR" sz="1400" b="1" dirty="0" err="1" smtClean="0">
                <a:solidFill>
                  <a:srgbClr val="FF0000"/>
                </a:solidFill>
              </a:rPr>
              <a:t>Enade</a:t>
            </a:r>
            <a:endParaRPr lang="pt-BR" sz="1400" b="1" dirty="0" smtClean="0">
              <a:solidFill>
                <a:srgbClr val="FF0000"/>
              </a:solidFill>
            </a:endParaRPr>
          </a:p>
          <a:p>
            <a:pPr algn="ctr"/>
            <a:r>
              <a:rPr lang="pt-BR" sz="1400" b="1" dirty="0" smtClean="0">
                <a:solidFill>
                  <a:srgbClr val="FF0000"/>
                </a:solidFill>
              </a:rPr>
              <a:t> 2011</a:t>
            </a:r>
            <a:endParaRPr lang="pt-BR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76774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1664</TotalTime>
  <Words>68</Words>
  <Application>Microsoft Office PowerPoint</Application>
  <PresentationFormat>Apresentação na tela (4:3)</PresentationFormat>
  <Paragraphs>51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Tema do Office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 Bezerra de Lima</dc:creator>
  <cp:lastModifiedBy>Ronaldo1</cp:lastModifiedBy>
  <cp:revision>113</cp:revision>
  <dcterms:created xsi:type="dcterms:W3CDTF">2012-12-27T12:52:35Z</dcterms:created>
  <dcterms:modified xsi:type="dcterms:W3CDTF">2015-02-03T16:41:10Z</dcterms:modified>
</cp:coreProperties>
</file>