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599"/>
  </p:normalViewPr>
  <p:slideViewPr>
    <p:cSldViewPr snapToGrid="0" snapToObjects="1">
      <p:cViewPr varScale="1">
        <p:scale>
          <a:sx n="45" d="100"/>
          <a:sy n="45" d="100"/>
        </p:scale>
        <p:origin x="23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282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01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620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001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714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98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5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12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5239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481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558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7090171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200"/>
            </a:lvl1pPr>
            <a:lvl2pPr marL="0" indent="228600" algn="ctr">
              <a:spcBef>
                <a:spcPts val="0"/>
              </a:spcBef>
              <a:buSzTx/>
              <a:buNone/>
              <a:defRPr sz="5200"/>
            </a:lvl2pPr>
            <a:lvl3pPr marL="0" indent="457200" algn="ctr">
              <a:spcBef>
                <a:spcPts val="0"/>
              </a:spcBef>
              <a:buSzTx/>
              <a:buNone/>
              <a:defRPr sz="5200"/>
            </a:lvl3pPr>
            <a:lvl4pPr marL="0" indent="685800" algn="ctr">
              <a:spcBef>
                <a:spcPts val="0"/>
              </a:spcBef>
              <a:buSzTx/>
              <a:buNone/>
              <a:defRPr sz="5200"/>
            </a:lvl4pPr>
            <a:lvl5pPr marL="0" indent="914400" algn="ctr">
              <a:spcBef>
                <a:spcPts val="0"/>
              </a:spcBef>
              <a:buSzTx/>
              <a:buNone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sz="half" idx="13"/>
          </p:nvPr>
        </p:nvSpPr>
        <p:spPr>
          <a:xfrm>
            <a:off x="5334000" y="946546"/>
            <a:ext cx="13716000" cy="830461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11465718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200"/>
            </a:lvl1pPr>
            <a:lvl2pPr marL="0" indent="228600" algn="ctr">
              <a:spcBef>
                <a:spcPts val="0"/>
              </a:spcBef>
              <a:buSzTx/>
              <a:buNone/>
              <a:defRPr sz="5200"/>
            </a:lvl2pPr>
            <a:lvl3pPr marL="0" indent="457200" algn="ctr">
              <a:spcBef>
                <a:spcPts val="0"/>
              </a:spcBef>
              <a:buSzTx/>
              <a:buNone/>
              <a:defRPr sz="5200"/>
            </a:lvl3pPr>
            <a:lvl4pPr marL="0" indent="685800" algn="ctr">
              <a:spcBef>
                <a:spcPts val="0"/>
              </a:spcBef>
              <a:buSzTx/>
              <a:buNone/>
              <a:defRPr sz="5200"/>
            </a:lvl4pPr>
            <a:lvl5pPr marL="0" indent="914400" algn="ctr">
              <a:spcBef>
                <a:spcPts val="0"/>
              </a:spcBef>
              <a:buSzTx/>
              <a:buNone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4833937" y="4536281"/>
            <a:ext cx="14716126" cy="464343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12495609" y="892968"/>
            <a:ext cx="7500938" cy="1155501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6643687"/>
            <a:ext cx="7500938" cy="5786438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200"/>
            </a:lvl1pPr>
            <a:lvl2pPr marL="0" indent="228600" algn="ctr">
              <a:spcBef>
                <a:spcPts val="0"/>
              </a:spcBef>
              <a:buSzTx/>
              <a:buNone/>
              <a:defRPr sz="5200"/>
            </a:lvl2pPr>
            <a:lvl3pPr marL="0" indent="457200" algn="ctr">
              <a:spcBef>
                <a:spcPts val="0"/>
              </a:spcBef>
              <a:buSzTx/>
              <a:buNone/>
              <a:defRPr sz="5200"/>
            </a:lvl3pPr>
            <a:lvl4pPr marL="0" indent="685800" algn="ctr">
              <a:spcBef>
                <a:spcPts val="0"/>
              </a:spcBef>
              <a:buSzTx/>
              <a:buNone/>
              <a:defRPr sz="5200"/>
            </a:lvl4pPr>
            <a:lvl5pPr marL="0" indent="914400" algn="ctr">
              <a:spcBef>
                <a:spcPts val="0"/>
              </a:spcBef>
              <a:buSzTx/>
              <a:buNone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quarter" idx="13"/>
          </p:nvPr>
        </p:nvSpPr>
        <p:spPr>
          <a:xfrm>
            <a:off x="12495609" y="3643312"/>
            <a:ext cx="7500938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3643312"/>
            <a:ext cx="7500938" cy="8840392"/>
          </a:xfrm>
          <a:prstGeom prst="rect">
            <a:avLst/>
          </a:prstGeom>
        </p:spPr>
        <p:txBody>
          <a:bodyPr/>
          <a:lstStyle>
            <a:lvl1pPr marL="465364" indent="-465364">
              <a:spcBef>
                <a:spcPts val="4500"/>
              </a:spcBef>
              <a:defRPr sz="3800"/>
            </a:lvl1pPr>
            <a:lvl2pPr marL="808264" indent="-465364">
              <a:spcBef>
                <a:spcPts val="4500"/>
              </a:spcBef>
              <a:defRPr sz="3800"/>
            </a:lvl2pPr>
            <a:lvl3pPr marL="1151164" indent="-465364">
              <a:spcBef>
                <a:spcPts val="4500"/>
              </a:spcBef>
              <a:defRPr sz="3800"/>
            </a:lvl3pPr>
            <a:lvl4pPr marL="1494064" indent="-465364">
              <a:spcBef>
                <a:spcPts val="4500"/>
              </a:spcBef>
              <a:defRPr sz="3800"/>
            </a:lvl4pPr>
            <a:lvl5pPr marL="1836964" indent="-465364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3076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1785937"/>
            <a:ext cx="15609094" cy="1014412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12495609" y="7161609"/>
            <a:ext cx="7500938" cy="530423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12495609" y="1250156"/>
            <a:ext cx="7500938" cy="530423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half" idx="15"/>
          </p:nvPr>
        </p:nvSpPr>
        <p:spPr>
          <a:xfrm>
            <a:off x="4387453" y="1250156"/>
            <a:ext cx="7500938" cy="1121568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4833937" y="8947546"/>
            <a:ext cx="14716126" cy="64770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4833937" y="5997575"/>
            <a:ext cx="14716126" cy="8636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6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3048000" y="0"/>
            <a:ext cx="18288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In the previous video…"/>
          <p:cNvSpPr txBox="1"/>
          <p:nvPr/>
        </p:nvSpPr>
        <p:spPr>
          <a:xfrm>
            <a:off x="8456202" y="242578"/>
            <a:ext cx="7471595" cy="1098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6200" b="0">
                <a:solidFill>
                  <a:schemeClr val="accent2">
                    <a:hueOff val="167855"/>
                    <a:satOff val="17755"/>
                    <a:lumOff val="-16671"/>
                  </a:schemeClr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rPr>
                <a:latin typeface="Tw Cen MT" charset="0"/>
                <a:ea typeface="Tw Cen MT" charset="0"/>
                <a:cs typeface="Tw Cen MT" charset="0"/>
              </a:rPr>
              <a:t>In the previous video…</a:t>
            </a:r>
          </a:p>
        </p:txBody>
      </p:sp>
      <p:sp>
        <p:nvSpPr>
          <p:cNvPr id="120" name="Rectangle"/>
          <p:cNvSpPr/>
          <p:nvPr/>
        </p:nvSpPr>
        <p:spPr>
          <a:xfrm>
            <a:off x="43798" y="30602"/>
            <a:ext cx="24296404" cy="13654796"/>
          </a:xfrm>
          <a:prstGeom prst="rect">
            <a:avLst/>
          </a:prstGeom>
          <a:ln w="139700">
            <a:solidFill>
              <a:schemeClr val="accent2">
                <a:hueOff val="167855"/>
                <a:satOff val="17755"/>
                <a:lumOff val="-1667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1" name="Request Dispatcher"/>
          <p:cNvSpPr txBox="1"/>
          <p:nvPr/>
        </p:nvSpPr>
        <p:spPr>
          <a:xfrm>
            <a:off x="4218891" y="2098978"/>
            <a:ext cx="5722719" cy="882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marL="457199" indent="-457199">
              <a:buSzPct val="145000"/>
              <a:buChar char="•"/>
              <a:defRPr sz="4800">
                <a:solidFill>
                  <a:srgbClr val="5E5E5E"/>
                </a:solidFill>
              </a:defRPr>
            </a:lvl1pPr>
          </a:lstStyle>
          <a:p>
            <a:pPr>
              <a:buFont typeface="Wingdings" charset="2"/>
              <a:buChar char="ü"/>
            </a:pPr>
            <a:r>
              <a:rPr dirty="0">
                <a:latin typeface="Tw Cen MT" charset="0"/>
                <a:ea typeface="Tw Cen MT" charset="0"/>
                <a:cs typeface="Tw Cen MT" charset="0"/>
              </a:rPr>
              <a:t>Request Dispatcher</a:t>
            </a:r>
          </a:p>
        </p:txBody>
      </p:sp>
      <p:sp>
        <p:nvSpPr>
          <p:cNvPr id="122" name="Dispatch the request object to another component"/>
          <p:cNvSpPr txBox="1"/>
          <p:nvPr/>
        </p:nvSpPr>
        <p:spPr>
          <a:xfrm>
            <a:off x="4218891" y="3739934"/>
            <a:ext cx="13454003" cy="882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marL="457199" indent="-457199">
              <a:buSzPct val="145000"/>
              <a:buChar char="•"/>
              <a:defRPr sz="4800">
                <a:solidFill>
                  <a:srgbClr val="5E5E5E"/>
                </a:solidFill>
              </a:defRPr>
            </a:lvl1pPr>
          </a:lstStyle>
          <a:p>
            <a:pPr>
              <a:buFont typeface="Wingdings" charset="2"/>
              <a:buChar char="ü"/>
            </a:pPr>
            <a:r>
              <a:rPr dirty="0">
                <a:latin typeface="Tw Cen MT" charset="0"/>
                <a:ea typeface="Tw Cen MT" charset="0"/>
                <a:cs typeface="Tw Cen MT" charset="0"/>
              </a:rPr>
              <a:t>Dispatch the request object to another component</a:t>
            </a:r>
          </a:p>
        </p:txBody>
      </p:sp>
      <p:sp>
        <p:nvSpPr>
          <p:cNvPr id="123" name="Created a JSP and Printed a message"/>
          <p:cNvSpPr txBox="1"/>
          <p:nvPr/>
        </p:nvSpPr>
        <p:spPr>
          <a:xfrm>
            <a:off x="4218891" y="5380890"/>
            <a:ext cx="10336162" cy="882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marL="457199" indent="-457199">
              <a:buSzPct val="145000"/>
              <a:buChar char="•"/>
              <a:defRPr sz="4800">
                <a:solidFill>
                  <a:srgbClr val="5E5E5E"/>
                </a:solidFill>
              </a:defRPr>
            </a:lvl1pPr>
          </a:lstStyle>
          <a:p>
            <a:pPr>
              <a:buFont typeface="Wingdings" charset="2"/>
              <a:buChar char="ü"/>
            </a:pPr>
            <a:r>
              <a:rPr dirty="0">
                <a:latin typeface="Tw Cen MT" charset="0"/>
                <a:ea typeface="Tw Cen MT" charset="0"/>
                <a:cs typeface="Tw Cen MT" charset="0"/>
              </a:rPr>
              <a:t>Created a JSP and Printed a message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1" animBg="1" advAuto="0"/>
      <p:bldP spid="121" grpId="2" animBg="1" advAuto="0"/>
      <p:bldP spid="122" grpId="3" animBg="1" advAuto="0"/>
      <p:bldP spid="123" grpId="4" animBg="1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In the previous video…"/>
          <p:cNvSpPr txBox="1"/>
          <p:nvPr/>
        </p:nvSpPr>
        <p:spPr>
          <a:xfrm>
            <a:off x="9862036" y="238878"/>
            <a:ext cx="4659928" cy="1098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6200" b="0">
                <a:solidFill>
                  <a:schemeClr val="accent2">
                    <a:hueOff val="167855"/>
                    <a:satOff val="17755"/>
                    <a:lumOff val="-16671"/>
                  </a:schemeClr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rPr dirty="0" smtClean="0">
                <a:latin typeface="Tw Cen MT" charset="0"/>
                <a:ea typeface="Tw Cen MT" charset="0"/>
                <a:cs typeface="Tw Cen MT" charset="0"/>
              </a:rPr>
              <a:t>In</a:t>
            </a:r>
            <a:r>
              <a:rPr lang="en-US" dirty="0" smtClean="0">
                <a:latin typeface="Tw Cen MT" charset="0"/>
                <a:ea typeface="Tw Cen MT" charset="0"/>
                <a:cs typeface="Tw Cen MT" charset="0"/>
              </a:rPr>
              <a:t> this video</a:t>
            </a:r>
            <a:r>
              <a:rPr lang="mr-IN" dirty="0" smtClean="0">
                <a:latin typeface="Tw Cen MT" charset="0"/>
                <a:ea typeface="Tw Cen MT" charset="0"/>
                <a:cs typeface="Tw Cen MT" charset="0"/>
              </a:rPr>
              <a:t>…</a:t>
            </a:r>
            <a:endParaRPr dirty="0">
              <a:latin typeface="Tw Cen MT" charset="0"/>
              <a:ea typeface="Tw Cen MT" charset="0"/>
              <a:cs typeface="Tw Cen MT" charset="0"/>
            </a:endParaRPr>
          </a:p>
        </p:txBody>
      </p:sp>
      <p:sp>
        <p:nvSpPr>
          <p:cNvPr id="120" name="Rectangle"/>
          <p:cNvSpPr/>
          <p:nvPr/>
        </p:nvSpPr>
        <p:spPr>
          <a:xfrm>
            <a:off x="43798" y="30602"/>
            <a:ext cx="24296404" cy="13654796"/>
          </a:xfrm>
          <a:prstGeom prst="rect">
            <a:avLst/>
          </a:prstGeom>
          <a:ln w="139700">
            <a:solidFill>
              <a:schemeClr val="accent2">
                <a:hueOff val="167855"/>
                <a:satOff val="17755"/>
                <a:lumOff val="-1667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1" name="Request Dispatcher"/>
          <p:cNvSpPr txBox="1"/>
          <p:nvPr/>
        </p:nvSpPr>
        <p:spPr>
          <a:xfrm>
            <a:off x="4401441" y="2098575"/>
            <a:ext cx="9515424" cy="882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marL="457199" indent="-457199">
              <a:buSzPct val="145000"/>
              <a:buChar char="•"/>
              <a:defRPr sz="4800">
                <a:solidFill>
                  <a:srgbClr val="5E5E5E"/>
                </a:solidFill>
              </a:defRPr>
            </a:lvl1pPr>
          </a:lstStyle>
          <a:p>
            <a:pPr>
              <a:buFont typeface="Arial" charset="0"/>
              <a:buChar char="•"/>
            </a:pPr>
            <a:r>
              <a:rPr lang="en-US" dirty="0" smtClean="0">
                <a:latin typeface="Tw Cen MT" charset="0"/>
                <a:ea typeface="Tw Cen MT" charset="0"/>
                <a:cs typeface="Tw Cen MT" charset="0"/>
              </a:rPr>
              <a:t>Access the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Tw Cen MT" charset="0"/>
                <a:ea typeface="Tw Cen MT" charset="0"/>
                <a:cs typeface="Tw Cen MT" charset="0"/>
              </a:rPr>
              <a:t>fullName</a:t>
            </a:r>
            <a:r>
              <a:rPr lang="en-US" dirty="0" smtClean="0">
                <a:latin typeface="Tw Cen MT" charset="0"/>
                <a:ea typeface="Tw Cen MT" charset="0"/>
                <a:cs typeface="Tw Cen MT" charset="0"/>
              </a:rPr>
              <a:t> inside the JSP</a:t>
            </a:r>
            <a:endParaRPr dirty="0">
              <a:latin typeface="Tw Cen MT" charset="0"/>
              <a:ea typeface="Tw Cen MT" charset="0"/>
              <a:cs typeface="Tw Cen MT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" r="30216"/>
          <a:stretch/>
        </p:blipFill>
        <p:spPr>
          <a:xfrm>
            <a:off x="4401441" y="3236786"/>
            <a:ext cx="14094552" cy="5486400"/>
          </a:xfrm>
          <a:prstGeom prst="rect">
            <a:avLst/>
          </a:prstGeom>
        </p:spPr>
      </p:pic>
      <p:sp>
        <p:nvSpPr>
          <p:cNvPr id="8" name="Request Dispatcher"/>
          <p:cNvSpPr txBox="1"/>
          <p:nvPr/>
        </p:nvSpPr>
        <p:spPr>
          <a:xfrm>
            <a:off x="4401441" y="8978464"/>
            <a:ext cx="12325489" cy="882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marL="457199" indent="-457199">
              <a:buSzPct val="145000"/>
              <a:buChar char="•"/>
              <a:defRPr sz="4800">
                <a:solidFill>
                  <a:srgbClr val="5E5E5E"/>
                </a:solidFill>
              </a:defRPr>
            </a:lvl1pPr>
          </a:lstStyle>
          <a:p>
            <a:pPr>
              <a:buFont typeface="Arial" charset="0"/>
              <a:buChar char="•"/>
            </a:pPr>
            <a:r>
              <a:rPr lang="en-US" dirty="0" smtClean="0">
                <a:latin typeface="Tw Cen MT" charset="0"/>
                <a:ea typeface="Tw Cen MT" charset="0"/>
                <a:cs typeface="Tw Cen MT" charset="0"/>
              </a:rPr>
              <a:t>Print a message in the browser, Hello </a:t>
            </a:r>
            <a:r>
              <a:rPr lang="en-US" smtClean="0">
                <a:latin typeface="Tw Cen MT" charset="0"/>
                <a:ea typeface="Tw Cen MT" charset="0"/>
                <a:cs typeface="Tw Cen MT" charset="0"/>
              </a:rPr>
              <a:t>B2 Tech</a:t>
            </a:r>
            <a:endParaRPr dirty="0">
              <a:latin typeface="Tw Cen MT" charset="0"/>
              <a:ea typeface="Tw Cen MT" charset="0"/>
              <a:cs typeface="Tw Cen MT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6143625" y="6554297"/>
            <a:ext cx="1171576" cy="1761028"/>
          </a:xfrm>
          <a:prstGeom prst="straightConnector1">
            <a:avLst/>
          </a:prstGeom>
          <a:ln w="101600">
            <a:solidFill>
              <a:schemeClr val="accent5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5344775" y="6554297"/>
            <a:ext cx="2914650" cy="1218103"/>
          </a:xfrm>
          <a:prstGeom prst="rect">
            <a:avLst/>
          </a:prstGeom>
          <a:noFill/>
          <a:ln w="63500" cap="flat">
            <a:solidFill>
              <a:schemeClr val="accent5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827106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1" animBg="1"/>
      <p:bldP spid="121" grpId="0" animBg="1"/>
      <p:bldP spid="8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"/>
          <p:cNvSpPr/>
          <p:nvPr/>
        </p:nvSpPr>
        <p:spPr>
          <a:xfrm>
            <a:off x="43798" y="30602"/>
            <a:ext cx="24296404" cy="13654796"/>
          </a:xfrm>
          <a:prstGeom prst="rect">
            <a:avLst/>
          </a:prstGeom>
          <a:ln w="139700">
            <a:solidFill>
              <a:schemeClr val="accent2">
                <a:hueOff val="167855"/>
                <a:satOff val="17755"/>
                <a:lumOff val="-1667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" r="30216"/>
          <a:stretch/>
        </p:blipFill>
        <p:spPr>
          <a:xfrm>
            <a:off x="1999006" y="3236785"/>
            <a:ext cx="18946469" cy="7375041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>
            <a:off x="4772025" y="5343525"/>
            <a:ext cx="1114425" cy="1580780"/>
          </a:xfrm>
          <a:prstGeom prst="straightConnector1">
            <a:avLst/>
          </a:prstGeom>
          <a:ln w="101600">
            <a:solidFill>
              <a:schemeClr val="accent5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18430877" y="6858000"/>
            <a:ext cx="914398" cy="1343025"/>
          </a:xfrm>
          <a:prstGeom prst="straightConnector1">
            <a:avLst/>
          </a:prstGeom>
          <a:ln w="101600">
            <a:solidFill>
              <a:schemeClr val="accent5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337222" y="8143875"/>
            <a:ext cx="17379653" cy="1971675"/>
          </a:xfrm>
          <a:prstGeom prst="rect">
            <a:avLst/>
          </a:prstGeom>
          <a:noFill/>
          <a:ln w="63500" cap="flat">
            <a:solidFill>
              <a:schemeClr val="accent5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19544717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"/>
          <p:cNvSpPr/>
          <p:nvPr/>
        </p:nvSpPr>
        <p:spPr>
          <a:xfrm>
            <a:off x="43798" y="30602"/>
            <a:ext cx="24296404" cy="13654796"/>
          </a:xfrm>
          <a:prstGeom prst="rect">
            <a:avLst/>
          </a:prstGeom>
          <a:ln w="139700">
            <a:solidFill>
              <a:schemeClr val="accent2">
                <a:hueOff val="167855"/>
                <a:satOff val="17755"/>
                <a:lumOff val="-1667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66562" y="6073170"/>
            <a:ext cx="9050876" cy="1785104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0" spc="50" dirty="0" smtClean="0">
                <a:ln w="9525" cmpd="sng">
                  <a:noFill/>
                  <a:prstDash val="solid"/>
                </a:ln>
                <a:solidFill>
                  <a:schemeClr val="accent5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setAttribute()</a:t>
            </a:r>
            <a:endParaRPr lang="en-US" sz="11000" spc="50" dirty="0">
              <a:ln w="9525" cmpd="sng">
                <a:noFill/>
                <a:prstDash val="solid"/>
              </a:ln>
              <a:solidFill>
                <a:schemeClr val="accent5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5591031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"/>
          <p:cNvSpPr/>
          <p:nvPr/>
        </p:nvSpPr>
        <p:spPr>
          <a:xfrm>
            <a:off x="43798" y="30602"/>
            <a:ext cx="24296404" cy="13654796"/>
          </a:xfrm>
          <a:prstGeom prst="rect">
            <a:avLst/>
          </a:prstGeom>
          <a:ln w="139700">
            <a:solidFill>
              <a:schemeClr val="accent2">
                <a:hueOff val="167855"/>
                <a:satOff val="17755"/>
                <a:lumOff val="-1667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594937" y="6073170"/>
            <a:ext cx="17194131" cy="1785104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0" spc="50" dirty="0" smtClean="0">
                <a:ln w="9525" cmpd="sng">
                  <a:noFill/>
                  <a:prstDash val="solid"/>
                </a:ln>
                <a:solidFill>
                  <a:schemeClr val="accent5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setAttribute(name, value)</a:t>
            </a:r>
            <a:endParaRPr lang="en-US" sz="11000" spc="50" dirty="0">
              <a:ln w="9525" cmpd="sng">
                <a:noFill/>
                <a:prstDash val="solid"/>
              </a:ln>
              <a:solidFill>
                <a:schemeClr val="accent5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82137446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"/>
          <p:cNvSpPr/>
          <p:nvPr/>
        </p:nvSpPr>
        <p:spPr>
          <a:xfrm>
            <a:off x="43798" y="30602"/>
            <a:ext cx="24296404" cy="13654796"/>
          </a:xfrm>
          <a:prstGeom prst="rect">
            <a:avLst/>
          </a:prstGeom>
          <a:ln w="139700">
            <a:solidFill>
              <a:schemeClr val="accent2">
                <a:hueOff val="167855"/>
                <a:satOff val="17755"/>
                <a:lumOff val="-1667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943" y="3079750"/>
            <a:ext cx="20592114" cy="7556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857500" y="6858000"/>
            <a:ext cx="8001000" cy="1371600"/>
          </a:xfrm>
          <a:prstGeom prst="rect">
            <a:avLst/>
          </a:prstGeom>
          <a:noFill/>
          <a:ln w="63500" cap="flat">
            <a:solidFill>
              <a:schemeClr val="accent5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6216079" y="6886575"/>
            <a:ext cx="914398" cy="1343025"/>
          </a:xfrm>
          <a:prstGeom prst="straightConnector1">
            <a:avLst/>
          </a:prstGeom>
          <a:ln w="101600">
            <a:solidFill>
              <a:schemeClr val="accent5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11460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"/>
          <p:cNvSpPr/>
          <p:nvPr/>
        </p:nvSpPr>
        <p:spPr>
          <a:xfrm>
            <a:off x="43798" y="30602"/>
            <a:ext cx="24296404" cy="13654796"/>
          </a:xfrm>
          <a:prstGeom prst="rect">
            <a:avLst/>
          </a:prstGeom>
          <a:ln w="139700">
            <a:solidFill>
              <a:schemeClr val="accent2">
                <a:hueOff val="167855"/>
                <a:satOff val="17755"/>
                <a:lumOff val="-1667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6218" y="6361012"/>
            <a:ext cx="5391564" cy="99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813729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"/>
          <p:cNvSpPr/>
          <p:nvPr/>
        </p:nvSpPr>
        <p:spPr>
          <a:xfrm>
            <a:off x="43798" y="30602"/>
            <a:ext cx="24296404" cy="13654796"/>
          </a:xfrm>
          <a:prstGeom prst="rect">
            <a:avLst/>
          </a:prstGeom>
          <a:ln w="139700">
            <a:solidFill>
              <a:schemeClr val="accent2">
                <a:hueOff val="167855"/>
                <a:satOff val="17755"/>
                <a:lumOff val="-1667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14465" y="6073170"/>
            <a:ext cx="9155070" cy="1785104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0" spc="50" dirty="0">
                <a:ln w="9525" cmpd="sng">
                  <a:noFill/>
                  <a:prstDash val="solid"/>
                </a:ln>
                <a:solidFill>
                  <a:schemeClr val="accent5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g</a:t>
            </a:r>
            <a:r>
              <a:rPr lang="en-US" sz="11000" spc="50" dirty="0" smtClean="0">
                <a:ln w="9525" cmpd="sng">
                  <a:noFill/>
                  <a:prstDash val="solid"/>
                </a:ln>
                <a:solidFill>
                  <a:schemeClr val="accent5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etAttribute()</a:t>
            </a:r>
            <a:endParaRPr lang="en-US" sz="11000" spc="50" dirty="0">
              <a:ln w="9525" cmpd="sng">
                <a:noFill/>
                <a:prstDash val="solid"/>
              </a:ln>
              <a:solidFill>
                <a:schemeClr val="accent5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28276168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"/>
          <p:cNvSpPr/>
          <p:nvPr/>
        </p:nvSpPr>
        <p:spPr>
          <a:xfrm>
            <a:off x="43798" y="30602"/>
            <a:ext cx="24296404" cy="13654796"/>
          </a:xfrm>
          <a:prstGeom prst="rect">
            <a:avLst/>
          </a:prstGeom>
          <a:ln w="139700">
            <a:solidFill>
              <a:schemeClr val="accent2">
                <a:hueOff val="167855"/>
                <a:satOff val="17755"/>
                <a:lumOff val="-1667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34945" y="6073170"/>
            <a:ext cx="12914113" cy="1785104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0" spc="50" dirty="0" smtClean="0">
                <a:ln w="9525" cmpd="sng">
                  <a:noFill/>
                  <a:prstDash val="solid"/>
                </a:ln>
                <a:solidFill>
                  <a:schemeClr val="accent5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getAttribute(name)</a:t>
            </a:r>
            <a:endParaRPr lang="en-US" sz="11000" spc="50" dirty="0">
              <a:ln w="9525" cmpd="sng">
                <a:noFill/>
                <a:prstDash val="solid"/>
              </a:ln>
              <a:solidFill>
                <a:schemeClr val="accent5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442410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"/>
          <p:cNvSpPr/>
          <p:nvPr/>
        </p:nvSpPr>
        <p:spPr>
          <a:xfrm>
            <a:off x="43798" y="30602"/>
            <a:ext cx="24296404" cy="13654796"/>
          </a:xfrm>
          <a:prstGeom prst="rect">
            <a:avLst/>
          </a:prstGeom>
          <a:ln w="139700">
            <a:solidFill>
              <a:schemeClr val="accent2">
                <a:hueOff val="167855"/>
                <a:satOff val="17755"/>
                <a:lumOff val="-1667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919" y="5589587"/>
            <a:ext cx="9064161" cy="253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036280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"/>
          <p:cNvSpPr/>
          <p:nvPr/>
        </p:nvSpPr>
        <p:spPr>
          <a:xfrm>
            <a:off x="43798" y="30602"/>
            <a:ext cx="24296404" cy="13654796"/>
          </a:xfrm>
          <a:prstGeom prst="rect">
            <a:avLst/>
          </a:prstGeom>
          <a:ln w="139700">
            <a:solidFill>
              <a:schemeClr val="accent2">
                <a:hueOff val="167855"/>
                <a:satOff val="17755"/>
                <a:lumOff val="-1667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250" y="5372100"/>
            <a:ext cx="140335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59617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</TotalTime>
  <Words>51</Words>
  <Application>Microsoft Macintosh PowerPoint</Application>
  <PresentationFormat>Custom</PresentationFormat>
  <Paragraphs>11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Helvetica Light</vt:lpstr>
      <vt:lpstr>Helvetica Neue</vt:lpstr>
      <vt:lpstr>Helvetica Neue Light</vt:lpstr>
      <vt:lpstr>Helvetica Neue Medium</vt:lpstr>
      <vt:lpstr>Helvetica Neue Thin</vt:lpstr>
      <vt:lpstr>Tw Cen MT</vt:lpstr>
      <vt:lpstr>Wingdings</vt:lpstr>
      <vt:lpstr>Arial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scbushan05 scbushan05</cp:lastModifiedBy>
  <cp:revision>13</cp:revision>
  <dcterms:modified xsi:type="dcterms:W3CDTF">2018-03-10T05:12:02Z</dcterms:modified>
</cp:coreProperties>
</file>