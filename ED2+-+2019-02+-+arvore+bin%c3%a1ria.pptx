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8"/>
  </p:handoutMasterIdLst>
  <p:sldIdLst>
    <p:sldId id="256" r:id="rId2"/>
    <p:sldId id="867" r:id="rId3"/>
    <p:sldId id="899" r:id="rId4"/>
    <p:sldId id="897" r:id="rId5"/>
    <p:sldId id="907" r:id="rId6"/>
    <p:sldId id="921" r:id="rId7"/>
    <p:sldId id="896" r:id="rId8"/>
    <p:sldId id="918" r:id="rId9"/>
    <p:sldId id="919" r:id="rId10"/>
    <p:sldId id="922" r:id="rId11"/>
    <p:sldId id="923" r:id="rId12"/>
    <p:sldId id="942" r:id="rId13"/>
    <p:sldId id="943" r:id="rId14"/>
    <p:sldId id="944" r:id="rId15"/>
    <p:sldId id="946" r:id="rId16"/>
    <p:sldId id="945" r:id="rId17"/>
    <p:sldId id="947" r:id="rId18"/>
    <p:sldId id="948" r:id="rId19"/>
    <p:sldId id="906" r:id="rId20"/>
    <p:sldId id="884" r:id="rId21"/>
    <p:sldId id="886" r:id="rId22"/>
    <p:sldId id="910" r:id="rId23"/>
    <p:sldId id="911" r:id="rId24"/>
    <p:sldId id="912" r:id="rId25"/>
    <p:sldId id="913" r:id="rId26"/>
    <p:sldId id="914" r:id="rId27"/>
    <p:sldId id="969" r:id="rId28"/>
    <p:sldId id="940" r:id="rId29"/>
    <p:sldId id="941" r:id="rId30"/>
    <p:sldId id="917" r:id="rId31"/>
    <p:sldId id="929" r:id="rId32"/>
    <p:sldId id="930" r:id="rId33"/>
    <p:sldId id="926" r:id="rId34"/>
    <p:sldId id="931" r:id="rId35"/>
    <p:sldId id="932" r:id="rId36"/>
    <p:sldId id="927" r:id="rId37"/>
    <p:sldId id="933" r:id="rId38"/>
    <p:sldId id="934" r:id="rId39"/>
    <p:sldId id="928" r:id="rId40"/>
    <p:sldId id="935" r:id="rId41"/>
    <p:sldId id="936" r:id="rId42"/>
    <p:sldId id="937" r:id="rId43"/>
    <p:sldId id="938" r:id="rId44"/>
    <p:sldId id="939" r:id="rId45"/>
    <p:sldId id="915" r:id="rId46"/>
    <p:sldId id="950" r:id="rId47"/>
    <p:sldId id="954" r:id="rId48"/>
    <p:sldId id="951" r:id="rId49"/>
    <p:sldId id="957" r:id="rId50"/>
    <p:sldId id="956" r:id="rId51"/>
    <p:sldId id="952" r:id="rId52"/>
    <p:sldId id="953" r:id="rId53"/>
    <p:sldId id="958" r:id="rId54"/>
    <p:sldId id="961" r:id="rId55"/>
    <p:sldId id="960" r:id="rId56"/>
    <p:sldId id="962" r:id="rId57"/>
    <p:sldId id="963" r:id="rId58"/>
    <p:sldId id="965" r:id="rId59"/>
    <p:sldId id="964" r:id="rId60"/>
    <p:sldId id="900" r:id="rId61"/>
    <p:sldId id="968" r:id="rId62"/>
    <p:sldId id="902" r:id="rId63"/>
    <p:sldId id="903" r:id="rId64"/>
    <p:sldId id="966" r:id="rId65"/>
    <p:sldId id="967" r:id="rId66"/>
    <p:sldId id="904" r:id="rId67"/>
  </p:sldIdLst>
  <p:sldSz cx="9144000" cy="6858000" type="screen4x3"/>
  <p:notesSz cx="6761163" cy="9942513"/>
  <p:defaultTextStyle>
    <a:defPPr>
      <a:defRPr lang="en-US"/>
    </a:defPPr>
    <a:lvl1pPr algn="l" rtl="0" fontAlgn="base">
      <a:spcBef>
        <a:spcPct val="2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CC9900"/>
    <a:srgbClr val="003399"/>
    <a:srgbClr val="262699"/>
    <a:srgbClr val="FF6600"/>
    <a:srgbClr val="FFFF00"/>
    <a:srgbClr val="99FF66"/>
    <a:srgbClr val="FF3300"/>
    <a:srgbClr val="99CC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24" autoAdjust="0"/>
    <p:restoredTop sz="96278" autoAdjust="0"/>
  </p:normalViewPr>
  <p:slideViewPr>
    <p:cSldViewPr>
      <p:cViewPr varScale="1">
        <p:scale>
          <a:sx n="88" d="100"/>
          <a:sy n="88" d="100"/>
        </p:scale>
        <p:origin x="10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039" cy="49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85" tIns="46492" rIns="92985" bIns="46492" numCol="1" anchor="t" anchorCtr="0" compatLnSpc="1">
            <a:prstTxWarp prst="textNoShape">
              <a:avLst/>
            </a:prstTxWarp>
          </a:bodyPr>
          <a:lstStyle>
            <a:lvl1pPr defTabSz="930067">
              <a:spcBef>
                <a:spcPct val="0"/>
              </a:spcBef>
              <a:buFontTx/>
              <a:buChar char="•"/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1125" y="0"/>
            <a:ext cx="2930039" cy="49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85" tIns="46492" rIns="92985" bIns="46492" numCol="1" anchor="t" anchorCtr="0" compatLnSpc="1">
            <a:prstTxWarp prst="textNoShape">
              <a:avLst/>
            </a:prstTxWarp>
          </a:bodyPr>
          <a:lstStyle>
            <a:lvl1pPr algn="r" defTabSz="930067">
              <a:spcBef>
                <a:spcPct val="0"/>
              </a:spcBef>
              <a:buFontTx/>
              <a:buChar char="•"/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5928"/>
            <a:ext cx="2930039" cy="49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85" tIns="46492" rIns="92985" bIns="46492" numCol="1" anchor="b" anchorCtr="0" compatLnSpc="1">
            <a:prstTxWarp prst="textNoShape">
              <a:avLst/>
            </a:prstTxWarp>
          </a:bodyPr>
          <a:lstStyle>
            <a:lvl1pPr defTabSz="930067">
              <a:spcBef>
                <a:spcPct val="0"/>
              </a:spcBef>
              <a:buFontTx/>
              <a:buChar char="•"/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1125" y="9445928"/>
            <a:ext cx="2930039" cy="496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85" tIns="46492" rIns="92985" bIns="46492" numCol="1" anchor="b" anchorCtr="0" compatLnSpc="1">
            <a:prstTxWarp prst="textNoShape">
              <a:avLst/>
            </a:prstTxWarp>
          </a:bodyPr>
          <a:lstStyle>
            <a:lvl1pPr algn="r" defTabSz="930067">
              <a:spcBef>
                <a:spcPct val="0"/>
              </a:spcBef>
              <a:buFontTx/>
              <a:buChar char="•"/>
              <a:defRPr sz="1300" smtClean="0"/>
            </a:lvl1pPr>
          </a:lstStyle>
          <a:p>
            <a:pPr>
              <a:defRPr/>
            </a:pPr>
            <a:fld id="{642D3F33-9CA1-43D6-8CAC-8D25018666B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61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87624" y="0"/>
            <a:ext cx="7803976" cy="764704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>
            <a:lvl1pPr>
              <a:buClr>
                <a:schemeClr val="tx1"/>
              </a:buClr>
              <a:buFont typeface="Wingdings" pitchFamily="2" charset="2"/>
              <a:buChar char="Ø"/>
              <a:defRPr sz="2000"/>
            </a:lvl1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 userDrawn="1"/>
        </p:nvSpPr>
        <p:spPr bwMode="auto">
          <a:xfrm>
            <a:off x="0" y="6490800"/>
            <a:ext cx="9144000" cy="3810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59632" y="0"/>
            <a:ext cx="7731968" cy="76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Título</a:t>
            </a:r>
            <a:endParaRPr lang="en-US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000" y="1080000"/>
            <a:ext cx="8460000" cy="52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5" name="Text Box 11"/>
          <p:cNvSpPr txBox="1">
            <a:spLocks noChangeArrowheads="1"/>
          </p:cNvSpPr>
          <p:nvPr userDrawn="1"/>
        </p:nvSpPr>
        <p:spPr bwMode="auto">
          <a:xfrm>
            <a:off x="7452320" y="6553200"/>
            <a:ext cx="157927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pt-BR" sz="1000" b="1" dirty="0">
                <a:solidFill>
                  <a:srgbClr val="FFFF66"/>
                </a:solidFill>
                <a:effectLst/>
              </a:rPr>
              <a:t>Estrutura de Dados II</a:t>
            </a:r>
            <a:endParaRPr lang="en-US" sz="1000" b="1" dirty="0">
              <a:solidFill>
                <a:srgbClr val="FFFF66"/>
              </a:solidFill>
              <a:effectLst/>
            </a:endParaRPr>
          </a:p>
        </p:txBody>
      </p:sp>
      <p:sp>
        <p:nvSpPr>
          <p:cNvPr id="1038" name="Text Box 14"/>
          <p:cNvSpPr txBox="1">
            <a:spLocks noChangeArrowheads="1"/>
          </p:cNvSpPr>
          <p:nvPr userDrawn="1"/>
        </p:nvSpPr>
        <p:spPr bwMode="auto">
          <a:xfrm>
            <a:off x="4329113" y="6537325"/>
            <a:ext cx="395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fld id="{56D2086C-D31C-40C7-9716-50AB35E96C05}" type="slidenum">
              <a:rPr lang="en-US" sz="1000" b="1">
                <a:solidFill>
                  <a:srgbClr val="FFFF66"/>
                </a:solidFill>
              </a:rPr>
              <a:pPr>
                <a:spcBef>
                  <a:spcPct val="0"/>
                </a:spcBef>
                <a:defRPr/>
              </a:pPr>
              <a:t>‹nº›</a:t>
            </a:fld>
            <a:endParaRPr lang="en-US" sz="1000" b="1">
              <a:solidFill>
                <a:srgbClr val="FFFF66"/>
              </a:solidFill>
            </a:endParaRPr>
          </a:p>
        </p:txBody>
      </p:sp>
      <p:sp>
        <p:nvSpPr>
          <p:cNvPr id="1040" name="Line 16"/>
          <p:cNvSpPr>
            <a:spLocks noChangeShapeType="1"/>
          </p:cNvSpPr>
          <p:nvPr userDrawn="1"/>
        </p:nvSpPr>
        <p:spPr bwMode="auto">
          <a:xfrm>
            <a:off x="152400" y="836712"/>
            <a:ext cx="8839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pt-BR">
              <a:effectLst/>
            </a:endParaRP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399" y="200124"/>
            <a:ext cx="1547323" cy="45658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 2" panose="05020102010507070707" pitchFamily="18" charset="2"/>
        <a:buChar char="P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743200"/>
            <a:ext cx="8839200" cy="3505200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Estrutura de Dados II</a:t>
            </a:r>
          </a:p>
          <a:p>
            <a:pPr algn="ctr" eaLnBrk="1" hangingPunct="1">
              <a:buFontTx/>
              <a:buNone/>
              <a:defRPr/>
            </a:pP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2ª parte</a:t>
            </a:r>
          </a:p>
          <a:p>
            <a:pPr algn="ctr" eaLnBrk="1" hangingPunct="1">
              <a:buFontTx/>
              <a:buNone/>
              <a:defRPr/>
            </a:pPr>
            <a:endParaRPr lang="pt-BR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hangingPunct="1">
              <a:buFontTx/>
              <a:buNone/>
              <a:defRPr/>
            </a:pP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hangingPunct="1">
              <a:buFontTx/>
              <a:buNone/>
              <a:defRPr/>
            </a:pP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hangingPunct="1">
              <a:buFontTx/>
              <a:buNone/>
              <a:defRPr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Jobson Massollar</a:t>
            </a:r>
          </a:p>
          <a:p>
            <a:pPr algn="ctr" eaLnBrk="1" hangingPunct="1">
              <a:buFontTx/>
              <a:buNone/>
              <a:defRPr/>
            </a:pPr>
            <a:r>
              <a:rPr lang="pt-B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jobson.silva@uva.br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0" y="6490800"/>
            <a:ext cx="9144000" cy="3810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4100" name="Line 7"/>
          <p:cNvSpPr>
            <a:spLocks noChangeShapeType="1"/>
          </p:cNvSpPr>
          <p:nvPr/>
        </p:nvSpPr>
        <p:spPr bwMode="auto">
          <a:xfrm>
            <a:off x="152400" y="834825"/>
            <a:ext cx="88392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200124"/>
            <a:ext cx="1547323" cy="456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Árvore Binária de Busca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2400"/>
              </a:spcBef>
              <a:buFont typeface="Wingdings" pitchFamily="2" charset="2"/>
              <a:buChar char="Ø"/>
            </a:pPr>
            <a:r>
              <a:rPr lang="pt-BR" sz="2000" dirty="0"/>
              <a:t>Como visto anteriormente, uma </a:t>
            </a:r>
            <a:r>
              <a:rPr lang="pt-BR" sz="2000" dirty="0">
                <a:solidFill>
                  <a:schemeClr val="accent2"/>
                </a:solidFill>
              </a:rPr>
              <a:t>Árvore Binária </a:t>
            </a:r>
            <a:r>
              <a:rPr lang="pt-BR" sz="2000" dirty="0"/>
              <a:t>é aquela onde determinado nó possui </a:t>
            </a:r>
            <a:r>
              <a:rPr lang="pt-BR" sz="2000" dirty="0">
                <a:solidFill>
                  <a:schemeClr val="accent2"/>
                </a:solidFill>
              </a:rPr>
              <a:t>zero</a:t>
            </a:r>
            <a:r>
              <a:rPr lang="pt-BR" sz="2000" dirty="0"/>
              <a:t>, </a:t>
            </a:r>
            <a:r>
              <a:rPr lang="pt-BR" sz="2000" dirty="0">
                <a:solidFill>
                  <a:schemeClr val="accent2"/>
                </a:solidFill>
              </a:rPr>
              <a:t>um</a:t>
            </a:r>
            <a:r>
              <a:rPr lang="pt-BR" sz="2000" dirty="0"/>
              <a:t> ou </a:t>
            </a:r>
            <a:r>
              <a:rPr lang="pt-BR" sz="2000" dirty="0">
                <a:solidFill>
                  <a:schemeClr val="accent2"/>
                </a:solidFill>
              </a:rPr>
              <a:t>dois</a:t>
            </a:r>
            <a:r>
              <a:rPr lang="pt-BR" sz="2000" dirty="0"/>
              <a:t> filhos.</a:t>
            </a:r>
          </a:p>
          <a:p>
            <a:pPr algn="just" eaLnBrk="1" hangingPunct="1">
              <a:spcBef>
                <a:spcPts val="2400"/>
              </a:spcBef>
              <a:buFont typeface="Wingdings" pitchFamily="2" charset="2"/>
              <a:buChar char="Ø"/>
            </a:pPr>
            <a:r>
              <a:rPr lang="pt-BR" dirty="0"/>
              <a:t>Assim, dizemos que um nó possui uma </a:t>
            </a:r>
            <a:r>
              <a:rPr lang="pt-BR" dirty="0" err="1"/>
              <a:t>subárvore</a:t>
            </a:r>
            <a:r>
              <a:rPr lang="pt-BR" dirty="0"/>
              <a:t> à esquerda e outra </a:t>
            </a:r>
            <a:r>
              <a:rPr lang="pt-BR" dirty="0" err="1"/>
              <a:t>subárvore</a:t>
            </a:r>
            <a:r>
              <a:rPr lang="pt-BR" dirty="0"/>
              <a:t> à direita, que podem ser </a:t>
            </a:r>
            <a:r>
              <a:rPr lang="pt-BR" dirty="0">
                <a:solidFill>
                  <a:schemeClr val="accent2"/>
                </a:solidFill>
              </a:rPr>
              <a:t>vazias</a:t>
            </a:r>
            <a:r>
              <a:rPr lang="pt-BR" dirty="0"/>
              <a:t>.</a:t>
            </a:r>
          </a:p>
          <a:p>
            <a:pPr algn="just" eaLnBrk="1" hangingPunct="1">
              <a:spcBef>
                <a:spcPts val="2400"/>
              </a:spcBef>
              <a:buFont typeface="Wingdings" pitchFamily="2" charset="2"/>
              <a:buChar char="Ø"/>
            </a:pPr>
            <a:r>
              <a:rPr lang="pt-BR" dirty="0"/>
              <a:t>Uma </a:t>
            </a:r>
            <a:r>
              <a:rPr lang="pt-BR" dirty="0">
                <a:solidFill>
                  <a:schemeClr val="accent2"/>
                </a:solidFill>
              </a:rPr>
              <a:t>Árvore Binária de Busca ou ABB </a:t>
            </a:r>
            <a:r>
              <a:rPr lang="pt-BR" dirty="0"/>
              <a:t>caracteriza-se por:</a:t>
            </a:r>
          </a:p>
          <a:p>
            <a:pPr marL="800100" lvl="2" indent="0" algn="just" eaLnBrk="1" hangingPunct="1">
              <a:spcBef>
                <a:spcPts val="1200"/>
              </a:spcBef>
              <a:buNone/>
            </a:pPr>
            <a:r>
              <a:rPr lang="pt-BR" sz="2000" dirty="0"/>
              <a:t>Todos os elementos da </a:t>
            </a:r>
            <a:r>
              <a:rPr lang="pt-BR" sz="2000" dirty="0" err="1"/>
              <a:t>subárvore</a:t>
            </a:r>
            <a:r>
              <a:rPr lang="pt-BR" sz="2000" dirty="0"/>
              <a:t> à </a:t>
            </a:r>
            <a:r>
              <a:rPr lang="pt-BR" sz="2000" dirty="0">
                <a:solidFill>
                  <a:schemeClr val="accent2"/>
                </a:solidFill>
              </a:rPr>
              <a:t>esquerda</a:t>
            </a:r>
            <a:r>
              <a:rPr lang="pt-BR" sz="2000" dirty="0"/>
              <a:t> são </a:t>
            </a:r>
            <a:r>
              <a:rPr lang="pt-BR" sz="2000" dirty="0">
                <a:solidFill>
                  <a:schemeClr val="accent2"/>
                </a:solidFill>
              </a:rPr>
              <a:t>menores</a:t>
            </a:r>
            <a:r>
              <a:rPr lang="pt-BR" sz="2000" dirty="0"/>
              <a:t> que o nó raiz e todos os elementos da </a:t>
            </a:r>
            <a:r>
              <a:rPr lang="pt-BR" sz="2000" dirty="0" err="1"/>
              <a:t>subárvore</a:t>
            </a:r>
            <a:r>
              <a:rPr lang="pt-BR" sz="2000" dirty="0"/>
              <a:t> à </a:t>
            </a:r>
            <a:r>
              <a:rPr lang="pt-BR" sz="2000" dirty="0">
                <a:solidFill>
                  <a:schemeClr val="accent2"/>
                </a:solidFill>
              </a:rPr>
              <a:t>direita</a:t>
            </a:r>
            <a:r>
              <a:rPr lang="pt-BR" sz="2000" dirty="0"/>
              <a:t> são </a:t>
            </a:r>
            <a:r>
              <a:rPr lang="pt-BR" sz="2000" dirty="0">
                <a:solidFill>
                  <a:schemeClr val="accent2"/>
                </a:solidFill>
              </a:rPr>
              <a:t>maiores</a:t>
            </a:r>
            <a:r>
              <a:rPr lang="pt-BR" sz="2000" dirty="0"/>
              <a:t> que o nó raiz.</a:t>
            </a:r>
          </a:p>
        </p:txBody>
      </p:sp>
    </p:spTree>
    <p:extLst>
      <p:ext uri="{BB962C8B-B14F-4D97-AF65-F5344CB8AC3E}">
        <p14:creationId xmlns:p14="http://schemas.microsoft.com/office/powerpoint/2010/main" val="344615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Árvore Binária de Busca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Exemplos:</a:t>
            </a:r>
            <a:endParaRPr lang="pt-BR" dirty="0"/>
          </a:p>
        </p:txBody>
      </p:sp>
      <p:pic>
        <p:nvPicPr>
          <p:cNvPr id="1026" name="Picture 2" descr="Resultado de imagem para arvore binaria de busca">
            <a:extLst>
              <a:ext uri="{FF2B5EF4-FFF2-40B4-BE49-F238E27FC236}">
                <a16:creationId xmlns:a16="http://schemas.microsoft.com/office/drawing/2014/main" id="{4E6475E7-F44D-46DD-A99E-4490D1F8A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52" y="4180128"/>
            <a:ext cx="2333727" cy="194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m para arvore binaria de busca">
            <a:extLst>
              <a:ext uri="{FF2B5EF4-FFF2-40B4-BE49-F238E27FC236}">
                <a16:creationId xmlns:a16="http://schemas.microsoft.com/office/drawing/2014/main" id="{9398335B-0EEC-4D26-A934-2FCCC622D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297" y="3659350"/>
            <a:ext cx="38100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 descr="Resultado de imagem para arvore binaria de busca">
            <a:extLst>
              <a:ext uri="{FF2B5EF4-FFF2-40B4-BE49-F238E27FC236}">
                <a16:creationId xmlns:a16="http://schemas.microsoft.com/office/drawing/2014/main" id="{95AC1A73-C5CF-40EB-8853-6D5D83C47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00" y="1703541"/>
            <a:ext cx="2592705" cy="206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Resultado de imagem para arvore binaria de busca">
            <a:extLst>
              <a:ext uri="{FF2B5EF4-FFF2-40B4-BE49-F238E27FC236}">
                <a16:creationId xmlns:a16="http://schemas.microsoft.com/office/drawing/2014/main" id="{26633E70-F91B-45CF-8E9F-6C582047C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115" y="1268675"/>
            <a:ext cx="461962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28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Busca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A </a:t>
            </a:r>
            <a:r>
              <a:rPr lang="pt-BR" sz="2000" dirty="0">
                <a:ea typeface="+mn-ea"/>
                <a:cs typeface="+mn-cs"/>
              </a:rPr>
              <a:t>Árvore Binária de Busca recebe esse nome porque, devido à sua organização, tende a ser </a:t>
            </a:r>
            <a:r>
              <a:rPr lang="pt-BR" dirty="0"/>
              <a:t>muito eficiente quando buscamos um elemento específico.</a:t>
            </a:r>
          </a:p>
          <a:p>
            <a:pPr algn="just">
              <a:spcBef>
                <a:spcPts val="1200"/>
              </a:spcBef>
              <a:defRPr/>
            </a:pPr>
            <a:r>
              <a:rPr lang="pt-BR" dirty="0"/>
              <a:t>Nessa ABB, todos os elementos na </a:t>
            </a:r>
            <a:r>
              <a:rPr lang="pt-BR" dirty="0" err="1"/>
              <a:t>subárvore</a:t>
            </a:r>
            <a:r>
              <a:rPr lang="pt-BR" dirty="0"/>
              <a:t> à </a:t>
            </a:r>
            <a:r>
              <a:rPr lang="pt-BR" dirty="0">
                <a:solidFill>
                  <a:schemeClr val="accent2"/>
                </a:solidFill>
              </a:rPr>
              <a:t>esquerda</a:t>
            </a:r>
            <a:r>
              <a:rPr lang="pt-BR" dirty="0"/>
              <a:t> de </a:t>
            </a:r>
            <a:r>
              <a:rPr lang="pt-BR" dirty="0">
                <a:solidFill>
                  <a:schemeClr val="accent2"/>
                </a:solidFill>
              </a:rPr>
              <a:t>10</a:t>
            </a:r>
            <a:r>
              <a:rPr lang="pt-BR" dirty="0"/>
              <a:t> são </a:t>
            </a:r>
            <a:r>
              <a:rPr lang="pt-BR" dirty="0">
                <a:solidFill>
                  <a:schemeClr val="accent2"/>
                </a:solidFill>
              </a:rPr>
              <a:t>menores</a:t>
            </a:r>
            <a:r>
              <a:rPr lang="pt-BR" dirty="0"/>
              <a:t> que ele e todos os elementos na </a:t>
            </a:r>
            <a:r>
              <a:rPr lang="pt-BR" dirty="0" err="1"/>
              <a:t>subárvore</a:t>
            </a:r>
            <a:r>
              <a:rPr lang="pt-BR" dirty="0"/>
              <a:t> à </a:t>
            </a:r>
            <a:r>
              <a:rPr lang="pt-BR" dirty="0">
                <a:solidFill>
                  <a:schemeClr val="accent2"/>
                </a:solidFill>
              </a:rPr>
              <a:t>direita</a:t>
            </a:r>
            <a:r>
              <a:rPr lang="pt-BR" dirty="0"/>
              <a:t> de </a:t>
            </a:r>
            <a:r>
              <a:rPr lang="pt-BR" dirty="0">
                <a:solidFill>
                  <a:schemeClr val="accent2"/>
                </a:solidFill>
              </a:rPr>
              <a:t>10</a:t>
            </a:r>
            <a:r>
              <a:rPr lang="pt-BR" dirty="0"/>
              <a:t> são </a:t>
            </a:r>
            <a:r>
              <a:rPr lang="pt-BR" dirty="0">
                <a:solidFill>
                  <a:schemeClr val="accent2"/>
                </a:solidFill>
              </a:rPr>
              <a:t>maiores</a:t>
            </a:r>
            <a:r>
              <a:rPr lang="pt-BR" dirty="0"/>
              <a:t> que ele.</a:t>
            </a:r>
          </a:p>
          <a:p>
            <a:pPr algn="just">
              <a:spcBef>
                <a:spcPts val="1200"/>
              </a:spcBef>
              <a:defRPr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F088FD0-2B2F-43FB-93E7-5566803B48FD}"/>
              </a:ext>
            </a:extLst>
          </p:cNvPr>
          <p:cNvSpPr/>
          <p:nvPr/>
        </p:nvSpPr>
        <p:spPr bwMode="auto">
          <a:xfrm>
            <a:off x="3912276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CB5D1C8-5A04-4CC8-928E-91CD1EA66BA0}"/>
              </a:ext>
            </a:extLst>
          </p:cNvPr>
          <p:cNvSpPr/>
          <p:nvPr/>
        </p:nvSpPr>
        <p:spPr bwMode="auto">
          <a:xfrm>
            <a:off x="4920388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1E8E002C-CB0B-47C1-94B9-899C705F6799}"/>
              </a:ext>
            </a:extLst>
          </p:cNvPr>
          <p:cNvSpPr/>
          <p:nvPr/>
        </p:nvSpPr>
        <p:spPr bwMode="auto">
          <a:xfrm>
            <a:off x="571522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05F8FEA6-B167-4CCB-A659-3F02A3E6D3F6}"/>
              </a:ext>
            </a:extLst>
          </p:cNvPr>
          <p:cNvSpPr/>
          <p:nvPr/>
        </p:nvSpPr>
        <p:spPr bwMode="auto">
          <a:xfrm>
            <a:off x="608416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7313E600-C8E4-4A46-B2F9-28C72DEB8CC7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4272316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6DE79CDC-212C-4519-8321-E930FED2327C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5280428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65EA836-42AA-45C4-B637-3F617FB3639B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6075261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21F95EBE-1E8F-47AB-8F12-94D62FF6C4A0}"/>
              </a:ext>
            </a:extLst>
          </p:cNvPr>
          <p:cNvSpPr/>
          <p:nvPr/>
        </p:nvSpPr>
        <p:spPr bwMode="auto">
          <a:xfrm>
            <a:off x="3449938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64DCC31-A8FA-4235-BC1A-7E823F0566C7}"/>
              </a:ext>
            </a:extLst>
          </p:cNvPr>
          <p:cNvSpPr txBox="1"/>
          <p:nvPr/>
        </p:nvSpPr>
        <p:spPr>
          <a:xfrm>
            <a:off x="2987824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D17AED5-1DBC-4899-8CDF-C6F04E6391CD}"/>
              </a:ext>
            </a:extLst>
          </p:cNvPr>
          <p:cNvSpPr/>
          <p:nvPr/>
        </p:nvSpPr>
        <p:spPr bwMode="auto">
          <a:xfrm>
            <a:off x="2844759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A344F526-F324-43F3-B47E-B6B5DFC0DA74}"/>
              </a:ext>
            </a:extLst>
          </p:cNvPr>
          <p:cNvSpPr/>
          <p:nvPr/>
        </p:nvSpPr>
        <p:spPr bwMode="auto">
          <a:xfrm>
            <a:off x="408848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B29C49C-B603-4427-B457-DE45E0E1F39D}"/>
              </a:ext>
            </a:extLst>
          </p:cNvPr>
          <p:cNvSpPr/>
          <p:nvPr/>
        </p:nvSpPr>
        <p:spPr bwMode="auto">
          <a:xfrm>
            <a:off x="3203848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7796FB58-49CF-4D46-AB15-7658E19184C2}"/>
              </a:ext>
            </a:extLst>
          </p:cNvPr>
          <p:cNvSpPr/>
          <p:nvPr/>
        </p:nvSpPr>
        <p:spPr bwMode="auto">
          <a:xfrm>
            <a:off x="2483768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EC43A2F1-9E20-4272-95A1-149B8C54796C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3204799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A72B9EEF-2079-490B-A61D-43B611E41718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2663789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97B572FD-D76F-4953-AE68-CE7382F3734A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3024780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5B4149BF-48BA-45CE-84C7-E720A24DA17E}"/>
              </a:ext>
            </a:extLst>
          </p:cNvPr>
          <p:cNvSpPr/>
          <p:nvPr/>
        </p:nvSpPr>
        <p:spPr bwMode="auto">
          <a:xfrm>
            <a:off x="4499992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C8994AC8-48A4-443D-A24F-F779CECCD0BF}"/>
              </a:ext>
            </a:extLst>
          </p:cNvPr>
          <p:cNvSpPr/>
          <p:nvPr/>
        </p:nvSpPr>
        <p:spPr bwMode="auto">
          <a:xfrm>
            <a:off x="3707904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3C1278BC-313B-4A91-A71B-CC13566FAA56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3887925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EC58BFC8-4A97-409D-9D21-C596D0C43AF2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4448523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D83CBD1C-FC32-49ED-9611-24A5256432C8}"/>
              </a:ext>
            </a:extLst>
          </p:cNvPr>
          <p:cNvSpPr/>
          <p:nvPr/>
        </p:nvSpPr>
        <p:spPr bwMode="auto">
          <a:xfrm>
            <a:off x="4932040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E18F41F8-7BD3-47D5-AF53-4B52719E06CD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4860032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96D5435C-C083-41AC-B2A9-06D54AE0DD90}"/>
              </a:ext>
            </a:extLst>
          </p:cNvPr>
          <p:cNvSpPr/>
          <p:nvPr/>
        </p:nvSpPr>
        <p:spPr bwMode="auto">
          <a:xfrm>
            <a:off x="536408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6D73C128-E104-48A6-BBC4-A9AD3E9117B0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5544109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220835C6-E649-4425-A8A5-8EC8736A7ED6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4268504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17834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965ED62-4FAB-4074-B37D-D8BC8D97E8DD}"/>
              </a:ext>
            </a:extLst>
          </p:cNvPr>
          <p:cNvSpPr/>
          <p:nvPr/>
        </p:nvSpPr>
        <p:spPr bwMode="auto">
          <a:xfrm>
            <a:off x="3596640" y="4171406"/>
            <a:ext cx="2969623" cy="2178526"/>
          </a:xfrm>
          <a:custGeom>
            <a:avLst/>
            <a:gdLst>
              <a:gd name="connsiteX0" fmla="*/ 1393371 w 2969623"/>
              <a:gd name="connsiteY0" fmla="*/ 0 h 2178526"/>
              <a:gd name="connsiteX1" fmla="*/ 1393371 w 2969623"/>
              <a:gd name="connsiteY1" fmla="*/ 0 h 2178526"/>
              <a:gd name="connsiteX2" fmla="*/ 1314994 w 2969623"/>
              <a:gd name="connsiteY2" fmla="*/ 34834 h 2178526"/>
              <a:gd name="connsiteX3" fmla="*/ 1288869 w 2969623"/>
              <a:gd name="connsiteY3" fmla="*/ 43543 h 2178526"/>
              <a:gd name="connsiteX4" fmla="*/ 1254034 w 2969623"/>
              <a:gd name="connsiteY4" fmla="*/ 60960 h 2178526"/>
              <a:gd name="connsiteX5" fmla="*/ 1184366 w 2969623"/>
              <a:gd name="connsiteY5" fmla="*/ 78377 h 2178526"/>
              <a:gd name="connsiteX6" fmla="*/ 1158240 w 2969623"/>
              <a:gd name="connsiteY6" fmla="*/ 95794 h 2178526"/>
              <a:gd name="connsiteX7" fmla="*/ 1097280 w 2969623"/>
              <a:gd name="connsiteY7" fmla="*/ 113211 h 2178526"/>
              <a:gd name="connsiteX8" fmla="*/ 1071154 w 2969623"/>
              <a:gd name="connsiteY8" fmla="*/ 130628 h 2178526"/>
              <a:gd name="connsiteX9" fmla="*/ 1018903 w 2969623"/>
              <a:gd name="connsiteY9" fmla="*/ 148045 h 2178526"/>
              <a:gd name="connsiteX10" fmla="*/ 992777 w 2969623"/>
              <a:gd name="connsiteY10" fmla="*/ 156754 h 2178526"/>
              <a:gd name="connsiteX11" fmla="*/ 905691 w 2969623"/>
              <a:gd name="connsiteY11" fmla="*/ 182880 h 2178526"/>
              <a:gd name="connsiteX12" fmla="*/ 809897 w 2969623"/>
              <a:gd name="connsiteY12" fmla="*/ 235131 h 2178526"/>
              <a:gd name="connsiteX13" fmla="*/ 757646 w 2969623"/>
              <a:gd name="connsiteY13" fmla="*/ 269965 h 2178526"/>
              <a:gd name="connsiteX14" fmla="*/ 696686 w 2969623"/>
              <a:gd name="connsiteY14" fmla="*/ 322217 h 2178526"/>
              <a:gd name="connsiteX15" fmla="*/ 670560 w 2969623"/>
              <a:gd name="connsiteY15" fmla="*/ 330925 h 2178526"/>
              <a:gd name="connsiteX16" fmla="*/ 653143 w 2969623"/>
              <a:gd name="connsiteY16" fmla="*/ 348343 h 2178526"/>
              <a:gd name="connsiteX17" fmla="*/ 600891 w 2969623"/>
              <a:gd name="connsiteY17" fmla="*/ 383177 h 2178526"/>
              <a:gd name="connsiteX18" fmla="*/ 539931 w 2969623"/>
              <a:gd name="connsiteY18" fmla="*/ 452845 h 2178526"/>
              <a:gd name="connsiteX19" fmla="*/ 522514 w 2969623"/>
              <a:gd name="connsiteY19" fmla="*/ 470263 h 2178526"/>
              <a:gd name="connsiteX20" fmla="*/ 478971 w 2969623"/>
              <a:gd name="connsiteY20" fmla="*/ 531223 h 2178526"/>
              <a:gd name="connsiteX21" fmla="*/ 444137 w 2969623"/>
              <a:gd name="connsiteY21" fmla="*/ 583474 h 2178526"/>
              <a:gd name="connsiteX22" fmla="*/ 383177 w 2969623"/>
              <a:gd name="connsiteY22" fmla="*/ 644434 h 2178526"/>
              <a:gd name="connsiteX23" fmla="*/ 357051 w 2969623"/>
              <a:gd name="connsiteY23" fmla="*/ 670560 h 2178526"/>
              <a:gd name="connsiteX24" fmla="*/ 339634 w 2969623"/>
              <a:gd name="connsiteY24" fmla="*/ 696685 h 2178526"/>
              <a:gd name="connsiteX25" fmla="*/ 313509 w 2969623"/>
              <a:gd name="connsiteY25" fmla="*/ 705394 h 2178526"/>
              <a:gd name="connsiteX26" fmla="*/ 261257 w 2969623"/>
              <a:gd name="connsiteY26" fmla="*/ 775063 h 2178526"/>
              <a:gd name="connsiteX27" fmla="*/ 243840 w 2969623"/>
              <a:gd name="connsiteY27" fmla="*/ 801188 h 2178526"/>
              <a:gd name="connsiteX28" fmla="*/ 217714 w 2969623"/>
              <a:gd name="connsiteY28" fmla="*/ 827314 h 2178526"/>
              <a:gd name="connsiteX29" fmla="*/ 191589 w 2969623"/>
              <a:gd name="connsiteY29" fmla="*/ 905691 h 2178526"/>
              <a:gd name="connsiteX30" fmla="*/ 182880 w 2969623"/>
              <a:gd name="connsiteY30" fmla="*/ 931817 h 2178526"/>
              <a:gd name="connsiteX31" fmla="*/ 165463 w 2969623"/>
              <a:gd name="connsiteY31" fmla="*/ 966651 h 2178526"/>
              <a:gd name="connsiteX32" fmla="*/ 148046 w 2969623"/>
              <a:gd name="connsiteY32" fmla="*/ 1027611 h 2178526"/>
              <a:gd name="connsiteX33" fmla="*/ 130629 w 2969623"/>
              <a:gd name="connsiteY33" fmla="*/ 1053737 h 2178526"/>
              <a:gd name="connsiteX34" fmla="*/ 95794 w 2969623"/>
              <a:gd name="connsiteY34" fmla="*/ 1132114 h 2178526"/>
              <a:gd name="connsiteX35" fmla="*/ 69669 w 2969623"/>
              <a:gd name="connsiteY35" fmla="*/ 1219200 h 2178526"/>
              <a:gd name="connsiteX36" fmla="*/ 60960 w 2969623"/>
              <a:gd name="connsiteY36" fmla="*/ 1262743 h 2178526"/>
              <a:gd name="connsiteX37" fmla="*/ 34834 w 2969623"/>
              <a:gd name="connsiteY37" fmla="*/ 1341120 h 2178526"/>
              <a:gd name="connsiteX38" fmla="*/ 26126 w 2969623"/>
              <a:gd name="connsiteY38" fmla="*/ 1367245 h 2178526"/>
              <a:gd name="connsiteX39" fmla="*/ 17417 w 2969623"/>
              <a:gd name="connsiteY39" fmla="*/ 1428205 h 2178526"/>
              <a:gd name="connsiteX40" fmla="*/ 8709 w 2969623"/>
              <a:gd name="connsiteY40" fmla="*/ 1454331 h 2178526"/>
              <a:gd name="connsiteX41" fmla="*/ 0 w 2969623"/>
              <a:gd name="connsiteY41" fmla="*/ 1515291 h 2178526"/>
              <a:gd name="connsiteX42" fmla="*/ 34834 w 2969623"/>
              <a:gd name="connsiteY42" fmla="*/ 1602377 h 2178526"/>
              <a:gd name="connsiteX43" fmla="*/ 60960 w 2969623"/>
              <a:gd name="connsiteY43" fmla="*/ 1611085 h 2178526"/>
              <a:gd name="connsiteX44" fmla="*/ 87086 w 2969623"/>
              <a:gd name="connsiteY44" fmla="*/ 1654628 h 2178526"/>
              <a:gd name="connsiteX45" fmla="*/ 130629 w 2969623"/>
              <a:gd name="connsiteY45" fmla="*/ 1706880 h 2178526"/>
              <a:gd name="connsiteX46" fmla="*/ 148046 w 2969623"/>
              <a:gd name="connsiteY46" fmla="*/ 1733005 h 2178526"/>
              <a:gd name="connsiteX47" fmla="*/ 182880 w 2969623"/>
              <a:gd name="connsiteY47" fmla="*/ 1741714 h 2178526"/>
              <a:gd name="connsiteX48" fmla="*/ 243840 w 2969623"/>
              <a:gd name="connsiteY48" fmla="*/ 1785257 h 2178526"/>
              <a:gd name="connsiteX49" fmla="*/ 269966 w 2969623"/>
              <a:gd name="connsiteY49" fmla="*/ 1793965 h 2178526"/>
              <a:gd name="connsiteX50" fmla="*/ 313509 w 2969623"/>
              <a:gd name="connsiteY50" fmla="*/ 1820091 h 2178526"/>
              <a:gd name="connsiteX51" fmla="*/ 339634 w 2969623"/>
              <a:gd name="connsiteY51" fmla="*/ 1837508 h 2178526"/>
              <a:gd name="connsiteX52" fmla="*/ 365760 w 2969623"/>
              <a:gd name="connsiteY52" fmla="*/ 1846217 h 2178526"/>
              <a:gd name="connsiteX53" fmla="*/ 391886 w 2969623"/>
              <a:gd name="connsiteY53" fmla="*/ 1863634 h 2178526"/>
              <a:gd name="connsiteX54" fmla="*/ 418011 w 2969623"/>
              <a:gd name="connsiteY54" fmla="*/ 1872343 h 2178526"/>
              <a:gd name="connsiteX55" fmla="*/ 444137 w 2969623"/>
              <a:gd name="connsiteY55" fmla="*/ 1889760 h 2178526"/>
              <a:gd name="connsiteX56" fmla="*/ 496389 w 2969623"/>
              <a:gd name="connsiteY56" fmla="*/ 1907177 h 2178526"/>
              <a:gd name="connsiteX57" fmla="*/ 548640 w 2969623"/>
              <a:gd name="connsiteY57" fmla="*/ 1942011 h 2178526"/>
              <a:gd name="connsiteX58" fmla="*/ 574766 w 2969623"/>
              <a:gd name="connsiteY58" fmla="*/ 1950720 h 2178526"/>
              <a:gd name="connsiteX59" fmla="*/ 627017 w 2969623"/>
              <a:gd name="connsiteY59" fmla="*/ 1985554 h 2178526"/>
              <a:gd name="connsiteX60" fmla="*/ 687977 w 2969623"/>
              <a:gd name="connsiteY60" fmla="*/ 2002971 h 2178526"/>
              <a:gd name="connsiteX61" fmla="*/ 714103 w 2969623"/>
              <a:gd name="connsiteY61" fmla="*/ 2020388 h 2178526"/>
              <a:gd name="connsiteX62" fmla="*/ 801189 w 2969623"/>
              <a:gd name="connsiteY62" fmla="*/ 2037805 h 2178526"/>
              <a:gd name="connsiteX63" fmla="*/ 853440 w 2969623"/>
              <a:gd name="connsiteY63" fmla="*/ 2055223 h 2178526"/>
              <a:gd name="connsiteX64" fmla="*/ 879566 w 2969623"/>
              <a:gd name="connsiteY64" fmla="*/ 2063931 h 2178526"/>
              <a:gd name="connsiteX65" fmla="*/ 940526 w 2969623"/>
              <a:gd name="connsiteY65" fmla="*/ 2081348 h 2178526"/>
              <a:gd name="connsiteX66" fmla="*/ 975360 w 2969623"/>
              <a:gd name="connsiteY66" fmla="*/ 2090057 h 2178526"/>
              <a:gd name="connsiteX67" fmla="*/ 1036320 w 2969623"/>
              <a:gd name="connsiteY67" fmla="*/ 2107474 h 2178526"/>
              <a:gd name="connsiteX68" fmla="*/ 1097280 w 2969623"/>
              <a:gd name="connsiteY68" fmla="*/ 2116183 h 2178526"/>
              <a:gd name="connsiteX69" fmla="*/ 1184366 w 2969623"/>
              <a:gd name="connsiteY69" fmla="*/ 2133600 h 2178526"/>
              <a:gd name="connsiteX70" fmla="*/ 1280160 w 2969623"/>
              <a:gd name="connsiteY70" fmla="*/ 2142308 h 2178526"/>
              <a:gd name="connsiteX71" fmla="*/ 1837509 w 2969623"/>
              <a:gd name="connsiteY71" fmla="*/ 2151017 h 2178526"/>
              <a:gd name="connsiteX72" fmla="*/ 1889760 w 2969623"/>
              <a:gd name="connsiteY72" fmla="*/ 2133600 h 2178526"/>
              <a:gd name="connsiteX73" fmla="*/ 1924594 w 2969623"/>
              <a:gd name="connsiteY73" fmla="*/ 2124891 h 2178526"/>
              <a:gd name="connsiteX74" fmla="*/ 1976846 w 2969623"/>
              <a:gd name="connsiteY74" fmla="*/ 2107474 h 2178526"/>
              <a:gd name="connsiteX75" fmla="*/ 2011680 w 2969623"/>
              <a:gd name="connsiteY75" fmla="*/ 2098765 h 2178526"/>
              <a:gd name="connsiteX76" fmla="*/ 2081349 w 2969623"/>
              <a:gd name="connsiteY76" fmla="*/ 2072640 h 2178526"/>
              <a:gd name="connsiteX77" fmla="*/ 2177143 w 2969623"/>
              <a:gd name="connsiteY77" fmla="*/ 2063931 h 2178526"/>
              <a:gd name="connsiteX78" fmla="*/ 2246811 w 2969623"/>
              <a:gd name="connsiteY78" fmla="*/ 2037805 h 2178526"/>
              <a:gd name="connsiteX79" fmla="*/ 2368731 w 2969623"/>
              <a:gd name="connsiteY79" fmla="*/ 1994263 h 2178526"/>
              <a:gd name="connsiteX80" fmla="*/ 2394857 w 2969623"/>
              <a:gd name="connsiteY80" fmla="*/ 1976845 h 2178526"/>
              <a:gd name="connsiteX81" fmla="*/ 2429691 w 2969623"/>
              <a:gd name="connsiteY81" fmla="*/ 1959428 h 2178526"/>
              <a:gd name="connsiteX82" fmla="*/ 2516777 w 2969623"/>
              <a:gd name="connsiteY82" fmla="*/ 1907177 h 2178526"/>
              <a:gd name="connsiteX83" fmla="*/ 2551611 w 2969623"/>
              <a:gd name="connsiteY83" fmla="*/ 1898468 h 2178526"/>
              <a:gd name="connsiteX84" fmla="*/ 2603863 w 2969623"/>
              <a:gd name="connsiteY84" fmla="*/ 1872343 h 2178526"/>
              <a:gd name="connsiteX85" fmla="*/ 2664823 w 2969623"/>
              <a:gd name="connsiteY85" fmla="*/ 1846217 h 2178526"/>
              <a:gd name="connsiteX86" fmla="*/ 2690949 w 2969623"/>
              <a:gd name="connsiteY86" fmla="*/ 1828800 h 2178526"/>
              <a:gd name="connsiteX87" fmla="*/ 2778034 w 2969623"/>
              <a:gd name="connsiteY87" fmla="*/ 1802674 h 2178526"/>
              <a:gd name="connsiteX88" fmla="*/ 2838994 w 2969623"/>
              <a:gd name="connsiteY88" fmla="*/ 1776548 h 2178526"/>
              <a:gd name="connsiteX89" fmla="*/ 2882537 w 2969623"/>
              <a:gd name="connsiteY89" fmla="*/ 1733005 h 2178526"/>
              <a:gd name="connsiteX90" fmla="*/ 2908663 w 2969623"/>
              <a:gd name="connsiteY90" fmla="*/ 1628503 h 2178526"/>
              <a:gd name="connsiteX91" fmla="*/ 2926080 w 2969623"/>
              <a:gd name="connsiteY91" fmla="*/ 1611085 h 2178526"/>
              <a:gd name="connsiteX92" fmla="*/ 2960914 w 2969623"/>
              <a:gd name="connsiteY92" fmla="*/ 1558834 h 2178526"/>
              <a:gd name="connsiteX93" fmla="*/ 2969623 w 2969623"/>
              <a:gd name="connsiteY93" fmla="*/ 1471748 h 2178526"/>
              <a:gd name="connsiteX94" fmla="*/ 2960914 w 2969623"/>
              <a:gd name="connsiteY94" fmla="*/ 1062445 h 2178526"/>
              <a:gd name="connsiteX95" fmla="*/ 2952206 w 2969623"/>
              <a:gd name="connsiteY95" fmla="*/ 1036320 h 2178526"/>
              <a:gd name="connsiteX96" fmla="*/ 2943497 w 2969623"/>
              <a:gd name="connsiteY96" fmla="*/ 992777 h 2178526"/>
              <a:gd name="connsiteX97" fmla="*/ 2926080 w 2969623"/>
              <a:gd name="connsiteY97" fmla="*/ 931817 h 2178526"/>
              <a:gd name="connsiteX98" fmla="*/ 2917371 w 2969623"/>
              <a:gd name="connsiteY98" fmla="*/ 870857 h 2178526"/>
              <a:gd name="connsiteX99" fmla="*/ 2899954 w 2969623"/>
              <a:gd name="connsiteY99" fmla="*/ 844731 h 2178526"/>
              <a:gd name="connsiteX100" fmla="*/ 2873829 w 2969623"/>
              <a:gd name="connsiteY100" fmla="*/ 783771 h 2178526"/>
              <a:gd name="connsiteX101" fmla="*/ 2830286 w 2969623"/>
              <a:gd name="connsiteY101" fmla="*/ 731520 h 2178526"/>
              <a:gd name="connsiteX102" fmla="*/ 2812869 w 2969623"/>
              <a:gd name="connsiteY102" fmla="*/ 661851 h 2178526"/>
              <a:gd name="connsiteX103" fmla="*/ 2795451 w 2969623"/>
              <a:gd name="connsiteY103" fmla="*/ 644434 h 2178526"/>
              <a:gd name="connsiteX104" fmla="*/ 2751909 w 2969623"/>
              <a:gd name="connsiteY104" fmla="*/ 583474 h 2178526"/>
              <a:gd name="connsiteX105" fmla="*/ 2717074 w 2969623"/>
              <a:gd name="connsiteY105" fmla="*/ 513805 h 2178526"/>
              <a:gd name="connsiteX106" fmla="*/ 2699657 w 2969623"/>
              <a:gd name="connsiteY106" fmla="*/ 487680 h 2178526"/>
              <a:gd name="connsiteX107" fmla="*/ 2673531 w 2969623"/>
              <a:gd name="connsiteY107" fmla="*/ 478971 h 2178526"/>
              <a:gd name="connsiteX108" fmla="*/ 2647406 w 2969623"/>
              <a:gd name="connsiteY108" fmla="*/ 452845 h 2178526"/>
              <a:gd name="connsiteX109" fmla="*/ 2629989 w 2969623"/>
              <a:gd name="connsiteY109" fmla="*/ 426720 h 2178526"/>
              <a:gd name="connsiteX110" fmla="*/ 2603863 w 2969623"/>
              <a:gd name="connsiteY110" fmla="*/ 418011 h 2178526"/>
              <a:gd name="connsiteX111" fmla="*/ 2525486 w 2969623"/>
              <a:gd name="connsiteY111" fmla="*/ 348343 h 2178526"/>
              <a:gd name="connsiteX112" fmla="*/ 2490651 w 2969623"/>
              <a:gd name="connsiteY112" fmla="*/ 313508 h 2178526"/>
              <a:gd name="connsiteX113" fmla="*/ 2464526 w 2969623"/>
              <a:gd name="connsiteY113" fmla="*/ 304800 h 2178526"/>
              <a:gd name="connsiteX114" fmla="*/ 2412274 w 2969623"/>
              <a:gd name="connsiteY114" fmla="*/ 261257 h 2178526"/>
              <a:gd name="connsiteX115" fmla="*/ 2368731 w 2969623"/>
              <a:gd name="connsiteY115" fmla="*/ 226423 h 2178526"/>
              <a:gd name="connsiteX116" fmla="*/ 2325189 w 2969623"/>
              <a:gd name="connsiteY116" fmla="*/ 191588 h 2178526"/>
              <a:gd name="connsiteX117" fmla="*/ 2255520 w 2969623"/>
              <a:gd name="connsiteY117" fmla="*/ 139337 h 2178526"/>
              <a:gd name="connsiteX118" fmla="*/ 2203269 w 2969623"/>
              <a:gd name="connsiteY118" fmla="*/ 121920 h 2178526"/>
              <a:gd name="connsiteX119" fmla="*/ 2142309 w 2969623"/>
              <a:gd name="connsiteY119" fmla="*/ 104503 h 2178526"/>
              <a:gd name="connsiteX120" fmla="*/ 2098766 w 2969623"/>
              <a:gd name="connsiteY120" fmla="*/ 78377 h 2178526"/>
              <a:gd name="connsiteX121" fmla="*/ 2029097 w 2969623"/>
              <a:gd name="connsiteY121" fmla="*/ 52251 h 2178526"/>
              <a:gd name="connsiteX122" fmla="*/ 1942011 w 2969623"/>
              <a:gd name="connsiteY122" fmla="*/ 34834 h 2178526"/>
              <a:gd name="connsiteX123" fmla="*/ 1889760 w 2969623"/>
              <a:gd name="connsiteY123" fmla="*/ 17417 h 2178526"/>
              <a:gd name="connsiteX124" fmla="*/ 1724297 w 2969623"/>
              <a:gd name="connsiteY124" fmla="*/ 8708 h 2178526"/>
              <a:gd name="connsiteX125" fmla="*/ 1393371 w 2969623"/>
              <a:gd name="connsiteY125" fmla="*/ 0 h 217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2969623" h="2178526">
                <a:moveTo>
                  <a:pt x="1393371" y="0"/>
                </a:moveTo>
                <a:lnTo>
                  <a:pt x="1393371" y="0"/>
                </a:lnTo>
                <a:cubicBezTo>
                  <a:pt x="1367245" y="11611"/>
                  <a:pt x="1341384" y="23838"/>
                  <a:pt x="1314994" y="34834"/>
                </a:cubicBezTo>
                <a:cubicBezTo>
                  <a:pt x="1306521" y="38365"/>
                  <a:pt x="1297306" y="39927"/>
                  <a:pt x="1288869" y="43543"/>
                </a:cubicBezTo>
                <a:cubicBezTo>
                  <a:pt x="1276937" y="48657"/>
                  <a:pt x="1266350" y="56855"/>
                  <a:pt x="1254034" y="60960"/>
                </a:cubicBezTo>
                <a:cubicBezTo>
                  <a:pt x="1231325" y="68530"/>
                  <a:pt x="1184366" y="78377"/>
                  <a:pt x="1184366" y="78377"/>
                </a:cubicBezTo>
                <a:cubicBezTo>
                  <a:pt x="1175657" y="84183"/>
                  <a:pt x="1167601" y="91113"/>
                  <a:pt x="1158240" y="95794"/>
                </a:cubicBezTo>
                <a:cubicBezTo>
                  <a:pt x="1145743" y="102042"/>
                  <a:pt x="1108446" y="110420"/>
                  <a:pt x="1097280" y="113211"/>
                </a:cubicBezTo>
                <a:cubicBezTo>
                  <a:pt x="1088571" y="119017"/>
                  <a:pt x="1080718" y="126377"/>
                  <a:pt x="1071154" y="130628"/>
                </a:cubicBezTo>
                <a:cubicBezTo>
                  <a:pt x="1054377" y="138084"/>
                  <a:pt x="1036320" y="142239"/>
                  <a:pt x="1018903" y="148045"/>
                </a:cubicBezTo>
                <a:cubicBezTo>
                  <a:pt x="1010194" y="150948"/>
                  <a:pt x="1001683" y="154527"/>
                  <a:pt x="992777" y="156754"/>
                </a:cubicBezTo>
                <a:cubicBezTo>
                  <a:pt x="967778" y="163004"/>
                  <a:pt x="926889" y="172281"/>
                  <a:pt x="905691" y="182880"/>
                </a:cubicBezTo>
                <a:cubicBezTo>
                  <a:pt x="885865" y="192793"/>
                  <a:pt x="833760" y="215245"/>
                  <a:pt x="809897" y="235131"/>
                </a:cubicBezTo>
                <a:cubicBezTo>
                  <a:pt x="766408" y="271372"/>
                  <a:pt x="803559" y="254661"/>
                  <a:pt x="757646" y="269965"/>
                </a:cubicBezTo>
                <a:cubicBezTo>
                  <a:pt x="736222" y="291389"/>
                  <a:pt x="723210" y="308955"/>
                  <a:pt x="696686" y="322217"/>
                </a:cubicBezTo>
                <a:cubicBezTo>
                  <a:pt x="688475" y="326322"/>
                  <a:pt x="679269" y="328022"/>
                  <a:pt x="670560" y="330925"/>
                </a:cubicBezTo>
                <a:cubicBezTo>
                  <a:pt x="664754" y="336731"/>
                  <a:pt x="659712" y="343417"/>
                  <a:pt x="653143" y="348343"/>
                </a:cubicBezTo>
                <a:cubicBezTo>
                  <a:pt x="636397" y="360903"/>
                  <a:pt x="600891" y="383177"/>
                  <a:pt x="600891" y="383177"/>
                </a:cubicBezTo>
                <a:cubicBezTo>
                  <a:pt x="572087" y="426384"/>
                  <a:pt x="590877" y="401899"/>
                  <a:pt x="539931" y="452845"/>
                </a:cubicBezTo>
                <a:cubicBezTo>
                  <a:pt x="534125" y="458651"/>
                  <a:pt x="526186" y="462919"/>
                  <a:pt x="522514" y="470263"/>
                </a:cubicBezTo>
                <a:cubicBezTo>
                  <a:pt x="499589" y="516113"/>
                  <a:pt x="514277" y="495917"/>
                  <a:pt x="478971" y="531223"/>
                </a:cubicBezTo>
                <a:cubicBezTo>
                  <a:pt x="462317" y="581187"/>
                  <a:pt x="482189" y="534549"/>
                  <a:pt x="444137" y="583474"/>
                </a:cubicBezTo>
                <a:cubicBezTo>
                  <a:pt x="395227" y="646358"/>
                  <a:pt x="433101" y="627792"/>
                  <a:pt x="383177" y="644434"/>
                </a:cubicBezTo>
                <a:cubicBezTo>
                  <a:pt x="374468" y="653143"/>
                  <a:pt x="364936" y="661099"/>
                  <a:pt x="357051" y="670560"/>
                </a:cubicBezTo>
                <a:cubicBezTo>
                  <a:pt x="350351" y="678600"/>
                  <a:pt x="347807" y="690147"/>
                  <a:pt x="339634" y="696685"/>
                </a:cubicBezTo>
                <a:cubicBezTo>
                  <a:pt x="332466" y="702419"/>
                  <a:pt x="322217" y="702491"/>
                  <a:pt x="313509" y="705394"/>
                </a:cubicBezTo>
                <a:cubicBezTo>
                  <a:pt x="281288" y="737613"/>
                  <a:pt x="300647" y="715978"/>
                  <a:pt x="261257" y="775063"/>
                </a:cubicBezTo>
                <a:cubicBezTo>
                  <a:pt x="255451" y="783771"/>
                  <a:pt x="251241" y="793787"/>
                  <a:pt x="243840" y="801188"/>
                </a:cubicBezTo>
                <a:lnTo>
                  <a:pt x="217714" y="827314"/>
                </a:lnTo>
                <a:lnTo>
                  <a:pt x="191589" y="905691"/>
                </a:lnTo>
                <a:cubicBezTo>
                  <a:pt x="188686" y="914400"/>
                  <a:pt x="186985" y="923606"/>
                  <a:pt x="182880" y="931817"/>
                </a:cubicBezTo>
                <a:cubicBezTo>
                  <a:pt x="177074" y="943428"/>
                  <a:pt x="170021" y="954496"/>
                  <a:pt x="165463" y="966651"/>
                </a:cubicBezTo>
                <a:cubicBezTo>
                  <a:pt x="157096" y="988963"/>
                  <a:pt x="158569" y="1006565"/>
                  <a:pt x="148046" y="1027611"/>
                </a:cubicBezTo>
                <a:cubicBezTo>
                  <a:pt x="143365" y="1036973"/>
                  <a:pt x="134880" y="1044173"/>
                  <a:pt x="130629" y="1053737"/>
                </a:cubicBezTo>
                <a:cubicBezTo>
                  <a:pt x="89174" y="1147008"/>
                  <a:pt x="135211" y="1072988"/>
                  <a:pt x="95794" y="1132114"/>
                </a:cubicBezTo>
                <a:cubicBezTo>
                  <a:pt x="81317" y="1175545"/>
                  <a:pt x="78445" y="1179707"/>
                  <a:pt x="69669" y="1219200"/>
                </a:cubicBezTo>
                <a:cubicBezTo>
                  <a:pt x="66458" y="1233649"/>
                  <a:pt x="64855" y="1248463"/>
                  <a:pt x="60960" y="1262743"/>
                </a:cubicBezTo>
                <a:cubicBezTo>
                  <a:pt x="60955" y="1262761"/>
                  <a:pt x="39191" y="1328048"/>
                  <a:pt x="34834" y="1341120"/>
                </a:cubicBezTo>
                <a:lnTo>
                  <a:pt x="26126" y="1367245"/>
                </a:lnTo>
                <a:cubicBezTo>
                  <a:pt x="23223" y="1387565"/>
                  <a:pt x="21442" y="1408077"/>
                  <a:pt x="17417" y="1428205"/>
                </a:cubicBezTo>
                <a:cubicBezTo>
                  <a:pt x="15617" y="1437206"/>
                  <a:pt x="10509" y="1445330"/>
                  <a:pt x="8709" y="1454331"/>
                </a:cubicBezTo>
                <a:cubicBezTo>
                  <a:pt x="4684" y="1474459"/>
                  <a:pt x="2903" y="1494971"/>
                  <a:pt x="0" y="1515291"/>
                </a:cubicBezTo>
                <a:cubicBezTo>
                  <a:pt x="7741" y="1577216"/>
                  <a:pt x="-9751" y="1580085"/>
                  <a:pt x="34834" y="1602377"/>
                </a:cubicBezTo>
                <a:cubicBezTo>
                  <a:pt x="43045" y="1606482"/>
                  <a:pt x="52251" y="1608182"/>
                  <a:pt x="60960" y="1611085"/>
                </a:cubicBezTo>
                <a:cubicBezTo>
                  <a:pt x="94979" y="1645106"/>
                  <a:pt x="64476" y="1609409"/>
                  <a:pt x="87086" y="1654628"/>
                </a:cubicBezTo>
                <a:cubicBezTo>
                  <a:pt x="103304" y="1687062"/>
                  <a:pt x="106552" y="1677988"/>
                  <a:pt x="130629" y="1706880"/>
                </a:cubicBezTo>
                <a:cubicBezTo>
                  <a:pt x="137329" y="1714920"/>
                  <a:pt x="139338" y="1727199"/>
                  <a:pt x="148046" y="1733005"/>
                </a:cubicBezTo>
                <a:cubicBezTo>
                  <a:pt x="158005" y="1739644"/>
                  <a:pt x="171269" y="1738811"/>
                  <a:pt x="182880" y="1741714"/>
                </a:cubicBezTo>
                <a:cubicBezTo>
                  <a:pt x="190772" y="1747633"/>
                  <a:pt x="231103" y="1778889"/>
                  <a:pt x="243840" y="1785257"/>
                </a:cubicBezTo>
                <a:cubicBezTo>
                  <a:pt x="252051" y="1789362"/>
                  <a:pt x="261257" y="1791062"/>
                  <a:pt x="269966" y="1793965"/>
                </a:cubicBezTo>
                <a:cubicBezTo>
                  <a:pt x="303985" y="1827986"/>
                  <a:pt x="268289" y="1797481"/>
                  <a:pt x="313509" y="1820091"/>
                </a:cubicBezTo>
                <a:cubicBezTo>
                  <a:pt x="322870" y="1824772"/>
                  <a:pt x="330273" y="1832827"/>
                  <a:pt x="339634" y="1837508"/>
                </a:cubicBezTo>
                <a:cubicBezTo>
                  <a:pt x="347845" y="1841613"/>
                  <a:pt x="357549" y="1842112"/>
                  <a:pt x="365760" y="1846217"/>
                </a:cubicBezTo>
                <a:cubicBezTo>
                  <a:pt x="375121" y="1850898"/>
                  <a:pt x="382525" y="1858953"/>
                  <a:pt x="391886" y="1863634"/>
                </a:cubicBezTo>
                <a:cubicBezTo>
                  <a:pt x="400096" y="1867739"/>
                  <a:pt x="409801" y="1868238"/>
                  <a:pt x="418011" y="1872343"/>
                </a:cubicBezTo>
                <a:cubicBezTo>
                  <a:pt x="427372" y="1877024"/>
                  <a:pt x="434573" y="1885509"/>
                  <a:pt x="444137" y="1889760"/>
                </a:cubicBezTo>
                <a:cubicBezTo>
                  <a:pt x="460914" y="1897216"/>
                  <a:pt x="481113" y="1896993"/>
                  <a:pt x="496389" y="1907177"/>
                </a:cubicBezTo>
                <a:cubicBezTo>
                  <a:pt x="513806" y="1918788"/>
                  <a:pt x="528782" y="1935391"/>
                  <a:pt x="548640" y="1942011"/>
                </a:cubicBezTo>
                <a:cubicBezTo>
                  <a:pt x="557349" y="1944914"/>
                  <a:pt x="566741" y="1946262"/>
                  <a:pt x="574766" y="1950720"/>
                </a:cubicBezTo>
                <a:cubicBezTo>
                  <a:pt x="593064" y="1960886"/>
                  <a:pt x="607159" y="1978934"/>
                  <a:pt x="627017" y="1985554"/>
                </a:cubicBezTo>
                <a:cubicBezTo>
                  <a:pt x="664497" y="1998048"/>
                  <a:pt x="644237" y="1992037"/>
                  <a:pt x="687977" y="2002971"/>
                </a:cubicBezTo>
                <a:cubicBezTo>
                  <a:pt x="696686" y="2008777"/>
                  <a:pt x="704483" y="2016265"/>
                  <a:pt x="714103" y="2020388"/>
                </a:cubicBezTo>
                <a:cubicBezTo>
                  <a:pt x="730641" y="2027476"/>
                  <a:pt x="789395" y="2035840"/>
                  <a:pt x="801189" y="2037805"/>
                </a:cubicBezTo>
                <a:lnTo>
                  <a:pt x="853440" y="2055223"/>
                </a:lnTo>
                <a:cubicBezTo>
                  <a:pt x="862149" y="2058126"/>
                  <a:pt x="870660" y="2061704"/>
                  <a:pt x="879566" y="2063931"/>
                </a:cubicBezTo>
                <a:cubicBezTo>
                  <a:pt x="988462" y="2091157"/>
                  <a:pt x="853072" y="2056361"/>
                  <a:pt x="940526" y="2081348"/>
                </a:cubicBezTo>
                <a:cubicBezTo>
                  <a:pt x="952034" y="2084636"/>
                  <a:pt x="963852" y="2086769"/>
                  <a:pt x="975360" y="2090057"/>
                </a:cubicBezTo>
                <a:cubicBezTo>
                  <a:pt x="1007994" y="2099381"/>
                  <a:pt x="998900" y="2100670"/>
                  <a:pt x="1036320" y="2107474"/>
                </a:cubicBezTo>
                <a:cubicBezTo>
                  <a:pt x="1056515" y="2111146"/>
                  <a:pt x="1077085" y="2112511"/>
                  <a:pt x="1097280" y="2116183"/>
                </a:cubicBezTo>
                <a:cubicBezTo>
                  <a:pt x="1171273" y="2129636"/>
                  <a:pt x="1087809" y="2122240"/>
                  <a:pt x="1184366" y="2133600"/>
                </a:cubicBezTo>
                <a:cubicBezTo>
                  <a:pt x="1216209" y="2137346"/>
                  <a:pt x="1248229" y="2139405"/>
                  <a:pt x="1280160" y="2142308"/>
                </a:cubicBezTo>
                <a:cubicBezTo>
                  <a:pt x="1492161" y="2212975"/>
                  <a:pt x="1314055" y="2160041"/>
                  <a:pt x="1837509" y="2151017"/>
                </a:cubicBezTo>
                <a:cubicBezTo>
                  <a:pt x="1854926" y="2145211"/>
                  <a:pt x="1871949" y="2138053"/>
                  <a:pt x="1889760" y="2133600"/>
                </a:cubicBezTo>
                <a:cubicBezTo>
                  <a:pt x="1901371" y="2130697"/>
                  <a:pt x="1913130" y="2128330"/>
                  <a:pt x="1924594" y="2124891"/>
                </a:cubicBezTo>
                <a:cubicBezTo>
                  <a:pt x="1942179" y="2119615"/>
                  <a:pt x="1959261" y="2112750"/>
                  <a:pt x="1976846" y="2107474"/>
                </a:cubicBezTo>
                <a:cubicBezTo>
                  <a:pt x="1988310" y="2104035"/>
                  <a:pt x="2000325" y="2102550"/>
                  <a:pt x="2011680" y="2098765"/>
                </a:cubicBezTo>
                <a:cubicBezTo>
                  <a:pt x="2012231" y="2098581"/>
                  <a:pt x="2070643" y="2074169"/>
                  <a:pt x="2081349" y="2072640"/>
                </a:cubicBezTo>
                <a:cubicBezTo>
                  <a:pt x="2113090" y="2068106"/>
                  <a:pt x="2145212" y="2066834"/>
                  <a:pt x="2177143" y="2063931"/>
                </a:cubicBezTo>
                <a:cubicBezTo>
                  <a:pt x="2260563" y="2043077"/>
                  <a:pt x="2162233" y="2070335"/>
                  <a:pt x="2246811" y="2037805"/>
                </a:cubicBezTo>
                <a:cubicBezTo>
                  <a:pt x="2275932" y="2026604"/>
                  <a:pt x="2335997" y="2010630"/>
                  <a:pt x="2368731" y="1994263"/>
                </a:cubicBezTo>
                <a:cubicBezTo>
                  <a:pt x="2378093" y="1989582"/>
                  <a:pt x="2385769" y="1982038"/>
                  <a:pt x="2394857" y="1976845"/>
                </a:cubicBezTo>
                <a:cubicBezTo>
                  <a:pt x="2406128" y="1970404"/>
                  <a:pt x="2418559" y="1966107"/>
                  <a:pt x="2429691" y="1959428"/>
                </a:cubicBezTo>
                <a:cubicBezTo>
                  <a:pt x="2463449" y="1939173"/>
                  <a:pt x="2481388" y="1920448"/>
                  <a:pt x="2516777" y="1907177"/>
                </a:cubicBezTo>
                <a:cubicBezTo>
                  <a:pt x="2527984" y="1902974"/>
                  <a:pt x="2540000" y="1901371"/>
                  <a:pt x="2551611" y="1898468"/>
                </a:cubicBezTo>
                <a:cubicBezTo>
                  <a:pt x="2626494" y="1848547"/>
                  <a:pt x="2531744" y="1908403"/>
                  <a:pt x="2603863" y="1872343"/>
                </a:cubicBezTo>
                <a:cubicBezTo>
                  <a:pt x="2664006" y="1842272"/>
                  <a:pt x="2592324" y="1864341"/>
                  <a:pt x="2664823" y="1846217"/>
                </a:cubicBezTo>
                <a:cubicBezTo>
                  <a:pt x="2673532" y="1840411"/>
                  <a:pt x="2681329" y="1832923"/>
                  <a:pt x="2690949" y="1828800"/>
                </a:cubicBezTo>
                <a:cubicBezTo>
                  <a:pt x="2725024" y="1814196"/>
                  <a:pt x="2742913" y="1826087"/>
                  <a:pt x="2778034" y="1802674"/>
                </a:cubicBezTo>
                <a:cubicBezTo>
                  <a:pt x="2814119" y="1778618"/>
                  <a:pt x="2794006" y="1787796"/>
                  <a:pt x="2838994" y="1776548"/>
                </a:cubicBezTo>
                <a:cubicBezTo>
                  <a:pt x="2858900" y="1763277"/>
                  <a:pt x="2874243" y="1757888"/>
                  <a:pt x="2882537" y="1733005"/>
                </a:cubicBezTo>
                <a:cubicBezTo>
                  <a:pt x="2889733" y="1711418"/>
                  <a:pt x="2890374" y="1646793"/>
                  <a:pt x="2908663" y="1628503"/>
                </a:cubicBezTo>
                <a:cubicBezTo>
                  <a:pt x="2914469" y="1622697"/>
                  <a:pt x="2921154" y="1617654"/>
                  <a:pt x="2926080" y="1611085"/>
                </a:cubicBezTo>
                <a:cubicBezTo>
                  <a:pt x="2938639" y="1594339"/>
                  <a:pt x="2960914" y="1558834"/>
                  <a:pt x="2960914" y="1558834"/>
                </a:cubicBezTo>
                <a:cubicBezTo>
                  <a:pt x="2963817" y="1529805"/>
                  <a:pt x="2969623" y="1500921"/>
                  <a:pt x="2969623" y="1471748"/>
                </a:cubicBezTo>
                <a:cubicBezTo>
                  <a:pt x="2969623" y="1335283"/>
                  <a:pt x="2966368" y="1198801"/>
                  <a:pt x="2960914" y="1062445"/>
                </a:cubicBezTo>
                <a:cubicBezTo>
                  <a:pt x="2960547" y="1053273"/>
                  <a:pt x="2954432" y="1045225"/>
                  <a:pt x="2952206" y="1036320"/>
                </a:cubicBezTo>
                <a:cubicBezTo>
                  <a:pt x="2948616" y="1021960"/>
                  <a:pt x="2947087" y="1007137"/>
                  <a:pt x="2943497" y="992777"/>
                </a:cubicBezTo>
                <a:cubicBezTo>
                  <a:pt x="2931064" y="943046"/>
                  <a:pt x="2936937" y="991529"/>
                  <a:pt x="2926080" y="931817"/>
                </a:cubicBezTo>
                <a:cubicBezTo>
                  <a:pt x="2922408" y="911622"/>
                  <a:pt x="2923269" y="890518"/>
                  <a:pt x="2917371" y="870857"/>
                </a:cubicBezTo>
                <a:cubicBezTo>
                  <a:pt x="2914363" y="860832"/>
                  <a:pt x="2905147" y="853818"/>
                  <a:pt x="2899954" y="844731"/>
                </a:cubicBezTo>
                <a:cubicBezTo>
                  <a:pt x="2827453" y="717853"/>
                  <a:pt x="2922690" y="881492"/>
                  <a:pt x="2873829" y="783771"/>
                </a:cubicBezTo>
                <a:cubicBezTo>
                  <a:pt x="2861706" y="759524"/>
                  <a:pt x="2849544" y="750778"/>
                  <a:pt x="2830286" y="731520"/>
                </a:cubicBezTo>
                <a:cubicBezTo>
                  <a:pt x="2824480" y="708297"/>
                  <a:pt x="2829796" y="678777"/>
                  <a:pt x="2812869" y="661851"/>
                </a:cubicBezTo>
                <a:cubicBezTo>
                  <a:pt x="2807063" y="656045"/>
                  <a:pt x="2800707" y="650742"/>
                  <a:pt x="2795451" y="644434"/>
                </a:cubicBezTo>
                <a:cubicBezTo>
                  <a:pt x="2777451" y="622834"/>
                  <a:pt x="2766990" y="606095"/>
                  <a:pt x="2751909" y="583474"/>
                </a:cubicBezTo>
                <a:cubicBezTo>
                  <a:pt x="2738975" y="531743"/>
                  <a:pt x="2751235" y="561630"/>
                  <a:pt x="2717074" y="513805"/>
                </a:cubicBezTo>
                <a:cubicBezTo>
                  <a:pt x="2710991" y="505288"/>
                  <a:pt x="2707830" y="494218"/>
                  <a:pt x="2699657" y="487680"/>
                </a:cubicBezTo>
                <a:cubicBezTo>
                  <a:pt x="2692489" y="481945"/>
                  <a:pt x="2682240" y="481874"/>
                  <a:pt x="2673531" y="478971"/>
                </a:cubicBezTo>
                <a:cubicBezTo>
                  <a:pt x="2664823" y="470262"/>
                  <a:pt x="2655290" y="462306"/>
                  <a:pt x="2647406" y="452845"/>
                </a:cubicBezTo>
                <a:cubicBezTo>
                  <a:pt x="2640706" y="444805"/>
                  <a:pt x="2638162" y="433258"/>
                  <a:pt x="2629989" y="426720"/>
                </a:cubicBezTo>
                <a:cubicBezTo>
                  <a:pt x="2622821" y="420985"/>
                  <a:pt x="2612572" y="420914"/>
                  <a:pt x="2603863" y="418011"/>
                </a:cubicBezTo>
                <a:cubicBezTo>
                  <a:pt x="2552612" y="379572"/>
                  <a:pt x="2579287" y="402144"/>
                  <a:pt x="2525486" y="348343"/>
                </a:cubicBezTo>
                <a:lnTo>
                  <a:pt x="2490651" y="313508"/>
                </a:lnTo>
                <a:lnTo>
                  <a:pt x="2464526" y="304800"/>
                </a:lnTo>
                <a:cubicBezTo>
                  <a:pt x="2422092" y="241148"/>
                  <a:pt x="2478568" y="316502"/>
                  <a:pt x="2412274" y="261257"/>
                </a:cubicBezTo>
                <a:cubicBezTo>
                  <a:pt x="2359753" y="217490"/>
                  <a:pt x="2431109" y="247214"/>
                  <a:pt x="2368731" y="226423"/>
                </a:cubicBezTo>
                <a:cubicBezTo>
                  <a:pt x="2334043" y="174390"/>
                  <a:pt x="2371925" y="219630"/>
                  <a:pt x="2325189" y="191588"/>
                </a:cubicBezTo>
                <a:cubicBezTo>
                  <a:pt x="2273615" y="160644"/>
                  <a:pt x="2363944" y="175478"/>
                  <a:pt x="2255520" y="139337"/>
                </a:cubicBezTo>
                <a:cubicBezTo>
                  <a:pt x="2238103" y="133531"/>
                  <a:pt x="2221080" y="126373"/>
                  <a:pt x="2203269" y="121920"/>
                </a:cubicBezTo>
                <a:cubicBezTo>
                  <a:pt x="2159529" y="110985"/>
                  <a:pt x="2179789" y="116996"/>
                  <a:pt x="2142309" y="104503"/>
                </a:cubicBezTo>
                <a:cubicBezTo>
                  <a:pt x="2113344" y="75538"/>
                  <a:pt x="2138333" y="95334"/>
                  <a:pt x="2098766" y="78377"/>
                </a:cubicBezTo>
                <a:cubicBezTo>
                  <a:pt x="2046623" y="56031"/>
                  <a:pt x="2082613" y="63719"/>
                  <a:pt x="2029097" y="52251"/>
                </a:cubicBezTo>
                <a:cubicBezTo>
                  <a:pt x="2000151" y="46048"/>
                  <a:pt x="1970095" y="44195"/>
                  <a:pt x="1942011" y="34834"/>
                </a:cubicBezTo>
                <a:cubicBezTo>
                  <a:pt x="1924594" y="29028"/>
                  <a:pt x="1908094" y="18382"/>
                  <a:pt x="1889760" y="17417"/>
                </a:cubicBezTo>
                <a:cubicBezTo>
                  <a:pt x="1834606" y="14514"/>
                  <a:pt x="1779519" y="9694"/>
                  <a:pt x="1724297" y="8708"/>
                </a:cubicBezTo>
                <a:lnTo>
                  <a:pt x="1393371" y="0"/>
                </a:ln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3E0327F3-4A9C-4C55-9406-82F319948E2E}"/>
              </a:ext>
            </a:extLst>
          </p:cNvPr>
          <p:cNvSpPr/>
          <p:nvPr/>
        </p:nvSpPr>
        <p:spPr bwMode="auto">
          <a:xfrm>
            <a:off x="2224957" y="4170625"/>
            <a:ext cx="1450060" cy="1249568"/>
          </a:xfrm>
          <a:custGeom>
            <a:avLst/>
            <a:gdLst>
              <a:gd name="connsiteX0" fmla="*/ 866586 w 1450060"/>
              <a:gd name="connsiteY0" fmla="*/ 781 h 1249568"/>
              <a:gd name="connsiteX1" fmla="*/ 866586 w 1450060"/>
              <a:gd name="connsiteY1" fmla="*/ 781 h 1249568"/>
              <a:gd name="connsiteX2" fmla="*/ 735957 w 1450060"/>
              <a:gd name="connsiteY2" fmla="*/ 26906 h 1249568"/>
              <a:gd name="connsiteX3" fmla="*/ 683706 w 1450060"/>
              <a:gd name="connsiteY3" fmla="*/ 44324 h 1249568"/>
              <a:gd name="connsiteX4" fmla="*/ 640163 w 1450060"/>
              <a:gd name="connsiteY4" fmla="*/ 53032 h 1249568"/>
              <a:gd name="connsiteX5" fmla="*/ 587912 w 1450060"/>
              <a:gd name="connsiteY5" fmla="*/ 70449 h 1249568"/>
              <a:gd name="connsiteX6" fmla="*/ 553077 w 1450060"/>
              <a:gd name="connsiteY6" fmla="*/ 87866 h 1249568"/>
              <a:gd name="connsiteX7" fmla="*/ 509534 w 1450060"/>
              <a:gd name="connsiteY7" fmla="*/ 96575 h 1249568"/>
              <a:gd name="connsiteX8" fmla="*/ 439866 w 1450060"/>
              <a:gd name="connsiteY8" fmla="*/ 131409 h 1249568"/>
              <a:gd name="connsiteX9" fmla="*/ 387614 w 1450060"/>
              <a:gd name="connsiteY9" fmla="*/ 148826 h 1249568"/>
              <a:gd name="connsiteX10" fmla="*/ 335363 w 1450060"/>
              <a:gd name="connsiteY10" fmla="*/ 183661 h 1249568"/>
              <a:gd name="connsiteX11" fmla="*/ 283112 w 1450060"/>
              <a:gd name="connsiteY11" fmla="*/ 201078 h 1249568"/>
              <a:gd name="connsiteX12" fmla="*/ 204734 w 1450060"/>
              <a:gd name="connsiteY12" fmla="*/ 262038 h 1249568"/>
              <a:gd name="connsiteX13" fmla="*/ 196026 w 1450060"/>
              <a:gd name="connsiteY13" fmla="*/ 288164 h 1249568"/>
              <a:gd name="connsiteX14" fmla="*/ 143774 w 1450060"/>
              <a:gd name="connsiteY14" fmla="*/ 331706 h 1249568"/>
              <a:gd name="connsiteX15" fmla="*/ 135066 w 1450060"/>
              <a:gd name="connsiteY15" fmla="*/ 357832 h 1249568"/>
              <a:gd name="connsiteX16" fmla="*/ 117649 w 1450060"/>
              <a:gd name="connsiteY16" fmla="*/ 383958 h 1249568"/>
              <a:gd name="connsiteX17" fmla="*/ 108940 w 1450060"/>
              <a:gd name="connsiteY17" fmla="*/ 418792 h 1249568"/>
              <a:gd name="connsiteX18" fmla="*/ 100232 w 1450060"/>
              <a:gd name="connsiteY18" fmla="*/ 444918 h 1249568"/>
              <a:gd name="connsiteX19" fmla="*/ 82814 w 1450060"/>
              <a:gd name="connsiteY19" fmla="*/ 514586 h 1249568"/>
              <a:gd name="connsiteX20" fmla="*/ 65397 w 1450060"/>
              <a:gd name="connsiteY20" fmla="*/ 540712 h 1249568"/>
              <a:gd name="connsiteX21" fmla="*/ 47980 w 1450060"/>
              <a:gd name="connsiteY21" fmla="*/ 610381 h 1249568"/>
              <a:gd name="connsiteX22" fmla="*/ 39272 w 1450060"/>
              <a:gd name="connsiteY22" fmla="*/ 645215 h 1249568"/>
              <a:gd name="connsiteX23" fmla="*/ 21854 w 1450060"/>
              <a:gd name="connsiteY23" fmla="*/ 662632 h 1249568"/>
              <a:gd name="connsiteX24" fmla="*/ 21854 w 1450060"/>
              <a:gd name="connsiteY24" fmla="*/ 993558 h 1249568"/>
              <a:gd name="connsiteX25" fmla="*/ 30563 w 1450060"/>
              <a:gd name="connsiteY25" fmla="*/ 1019684 h 1249568"/>
              <a:gd name="connsiteX26" fmla="*/ 91523 w 1450060"/>
              <a:gd name="connsiteY26" fmla="*/ 1089352 h 1249568"/>
              <a:gd name="connsiteX27" fmla="*/ 126357 w 1450060"/>
              <a:gd name="connsiteY27" fmla="*/ 1132895 h 1249568"/>
              <a:gd name="connsiteX28" fmla="*/ 178609 w 1450060"/>
              <a:gd name="connsiteY28" fmla="*/ 1150312 h 1249568"/>
              <a:gd name="connsiteX29" fmla="*/ 204734 w 1450060"/>
              <a:gd name="connsiteY29" fmla="*/ 1167729 h 1249568"/>
              <a:gd name="connsiteX30" fmla="*/ 265694 w 1450060"/>
              <a:gd name="connsiteY30" fmla="*/ 1193855 h 1249568"/>
              <a:gd name="connsiteX31" fmla="*/ 283112 w 1450060"/>
              <a:gd name="connsiteY31" fmla="*/ 1211272 h 1249568"/>
              <a:gd name="connsiteX32" fmla="*/ 361489 w 1450060"/>
              <a:gd name="connsiteY32" fmla="*/ 1219981 h 1249568"/>
              <a:gd name="connsiteX33" fmla="*/ 875294 w 1450060"/>
              <a:gd name="connsiteY33" fmla="*/ 1219981 h 1249568"/>
              <a:gd name="connsiteX34" fmla="*/ 1075592 w 1450060"/>
              <a:gd name="connsiteY34" fmla="*/ 1211272 h 1249568"/>
              <a:gd name="connsiteX35" fmla="*/ 1110426 w 1450060"/>
              <a:gd name="connsiteY35" fmla="*/ 1202564 h 1249568"/>
              <a:gd name="connsiteX36" fmla="*/ 1136552 w 1450060"/>
              <a:gd name="connsiteY36" fmla="*/ 1193855 h 1249568"/>
              <a:gd name="connsiteX37" fmla="*/ 1206220 w 1450060"/>
              <a:gd name="connsiteY37" fmla="*/ 1185146 h 1249568"/>
              <a:gd name="connsiteX38" fmla="*/ 1258472 w 1450060"/>
              <a:gd name="connsiteY38" fmla="*/ 1176438 h 1249568"/>
              <a:gd name="connsiteX39" fmla="*/ 1310723 w 1450060"/>
              <a:gd name="connsiteY39" fmla="*/ 1159021 h 1249568"/>
              <a:gd name="connsiteX40" fmla="*/ 1354266 w 1450060"/>
              <a:gd name="connsiteY40" fmla="*/ 1124186 h 1249568"/>
              <a:gd name="connsiteX41" fmla="*/ 1389100 w 1450060"/>
              <a:gd name="connsiteY41" fmla="*/ 1045809 h 1249568"/>
              <a:gd name="connsiteX42" fmla="*/ 1397809 w 1450060"/>
              <a:gd name="connsiteY42" fmla="*/ 1019684 h 1249568"/>
              <a:gd name="connsiteX43" fmla="*/ 1406517 w 1450060"/>
              <a:gd name="connsiteY43" fmla="*/ 993558 h 1249568"/>
              <a:gd name="connsiteX44" fmla="*/ 1423934 w 1450060"/>
              <a:gd name="connsiteY44" fmla="*/ 967432 h 1249568"/>
              <a:gd name="connsiteX45" fmla="*/ 1450060 w 1450060"/>
              <a:gd name="connsiteY45" fmla="*/ 880346 h 1249568"/>
              <a:gd name="connsiteX46" fmla="*/ 1441352 w 1450060"/>
              <a:gd name="connsiteY46" fmla="*/ 706175 h 1249568"/>
              <a:gd name="connsiteX47" fmla="*/ 1423934 w 1450060"/>
              <a:gd name="connsiteY47" fmla="*/ 653924 h 1249568"/>
              <a:gd name="connsiteX48" fmla="*/ 1406517 w 1450060"/>
              <a:gd name="connsiteY48" fmla="*/ 601672 h 1249568"/>
              <a:gd name="connsiteX49" fmla="*/ 1397809 w 1450060"/>
              <a:gd name="connsiteY49" fmla="*/ 575546 h 1249568"/>
              <a:gd name="connsiteX50" fmla="*/ 1380392 w 1450060"/>
              <a:gd name="connsiteY50" fmla="*/ 497169 h 1249568"/>
              <a:gd name="connsiteX51" fmla="*/ 1354266 w 1450060"/>
              <a:gd name="connsiteY51" fmla="*/ 410084 h 1249568"/>
              <a:gd name="connsiteX52" fmla="*/ 1345557 w 1450060"/>
              <a:gd name="connsiteY52" fmla="*/ 383958 h 1249568"/>
              <a:gd name="connsiteX53" fmla="*/ 1328140 w 1450060"/>
              <a:gd name="connsiteY53" fmla="*/ 357832 h 1249568"/>
              <a:gd name="connsiteX54" fmla="*/ 1310723 w 1450060"/>
              <a:gd name="connsiteY54" fmla="*/ 305581 h 1249568"/>
              <a:gd name="connsiteX55" fmla="*/ 1293306 w 1450060"/>
              <a:gd name="connsiteY55" fmla="*/ 279455 h 1249568"/>
              <a:gd name="connsiteX56" fmla="*/ 1267180 w 1450060"/>
              <a:gd name="connsiteY56" fmla="*/ 227204 h 1249568"/>
              <a:gd name="connsiteX57" fmla="*/ 1249763 w 1450060"/>
              <a:gd name="connsiteY57" fmla="*/ 209786 h 1249568"/>
              <a:gd name="connsiteX58" fmla="*/ 1232346 w 1450060"/>
              <a:gd name="connsiteY58" fmla="*/ 183661 h 1249568"/>
              <a:gd name="connsiteX59" fmla="*/ 1206220 w 1450060"/>
              <a:gd name="connsiteY59" fmla="*/ 166244 h 1249568"/>
              <a:gd name="connsiteX60" fmla="*/ 1188803 w 1450060"/>
              <a:gd name="connsiteY60" fmla="*/ 148826 h 1249568"/>
              <a:gd name="connsiteX61" fmla="*/ 1136552 w 1450060"/>
              <a:gd name="connsiteY61" fmla="*/ 113992 h 1249568"/>
              <a:gd name="connsiteX62" fmla="*/ 1093009 w 1450060"/>
              <a:gd name="connsiteY62" fmla="*/ 87866 h 1249568"/>
              <a:gd name="connsiteX63" fmla="*/ 1066883 w 1450060"/>
              <a:gd name="connsiteY63" fmla="*/ 61741 h 1249568"/>
              <a:gd name="connsiteX64" fmla="*/ 1014632 w 1450060"/>
              <a:gd name="connsiteY64" fmla="*/ 44324 h 1249568"/>
              <a:gd name="connsiteX65" fmla="*/ 997214 w 1450060"/>
              <a:gd name="connsiteY65" fmla="*/ 26906 h 1249568"/>
              <a:gd name="connsiteX66" fmla="*/ 944963 w 1450060"/>
              <a:gd name="connsiteY66" fmla="*/ 9489 h 1249568"/>
              <a:gd name="connsiteX67" fmla="*/ 866586 w 1450060"/>
              <a:gd name="connsiteY67" fmla="*/ 781 h 124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450060" h="1249568">
                <a:moveTo>
                  <a:pt x="866586" y="781"/>
                </a:moveTo>
                <a:lnTo>
                  <a:pt x="866586" y="781"/>
                </a:lnTo>
                <a:cubicBezTo>
                  <a:pt x="823043" y="9489"/>
                  <a:pt x="778083" y="12863"/>
                  <a:pt x="735957" y="26906"/>
                </a:cubicBezTo>
                <a:cubicBezTo>
                  <a:pt x="718540" y="32712"/>
                  <a:pt x="701709" y="40724"/>
                  <a:pt x="683706" y="44324"/>
                </a:cubicBezTo>
                <a:cubicBezTo>
                  <a:pt x="669192" y="47227"/>
                  <a:pt x="654443" y="49137"/>
                  <a:pt x="640163" y="53032"/>
                </a:cubicBezTo>
                <a:cubicBezTo>
                  <a:pt x="622451" y="57862"/>
                  <a:pt x="604333" y="62239"/>
                  <a:pt x="587912" y="70449"/>
                </a:cubicBezTo>
                <a:cubicBezTo>
                  <a:pt x="576300" y="76255"/>
                  <a:pt x="565393" y="83761"/>
                  <a:pt x="553077" y="87866"/>
                </a:cubicBezTo>
                <a:cubicBezTo>
                  <a:pt x="539035" y="92547"/>
                  <a:pt x="523712" y="92322"/>
                  <a:pt x="509534" y="96575"/>
                </a:cubicBezTo>
                <a:cubicBezTo>
                  <a:pt x="403225" y="128468"/>
                  <a:pt x="514518" y="98231"/>
                  <a:pt x="439866" y="131409"/>
                </a:cubicBezTo>
                <a:cubicBezTo>
                  <a:pt x="423089" y="138865"/>
                  <a:pt x="387614" y="148826"/>
                  <a:pt x="387614" y="148826"/>
                </a:cubicBezTo>
                <a:cubicBezTo>
                  <a:pt x="370197" y="160438"/>
                  <a:pt x="355222" y="177041"/>
                  <a:pt x="335363" y="183661"/>
                </a:cubicBezTo>
                <a:cubicBezTo>
                  <a:pt x="317946" y="189467"/>
                  <a:pt x="298388" y="190894"/>
                  <a:pt x="283112" y="201078"/>
                </a:cubicBezTo>
                <a:cubicBezTo>
                  <a:pt x="220612" y="242744"/>
                  <a:pt x="245662" y="221110"/>
                  <a:pt x="204734" y="262038"/>
                </a:cubicBezTo>
                <a:cubicBezTo>
                  <a:pt x="201831" y="270747"/>
                  <a:pt x="201118" y="280526"/>
                  <a:pt x="196026" y="288164"/>
                </a:cubicBezTo>
                <a:cubicBezTo>
                  <a:pt x="182616" y="308278"/>
                  <a:pt x="163051" y="318855"/>
                  <a:pt x="143774" y="331706"/>
                </a:cubicBezTo>
                <a:cubicBezTo>
                  <a:pt x="140871" y="340415"/>
                  <a:pt x="139171" y="349621"/>
                  <a:pt x="135066" y="357832"/>
                </a:cubicBezTo>
                <a:cubicBezTo>
                  <a:pt x="130385" y="367194"/>
                  <a:pt x="121772" y="374338"/>
                  <a:pt x="117649" y="383958"/>
                </a:cubicBezTo>
                <a:cubicBezTo>
                  <a:pt x="112934" y="394959"/>
                  <a:pt x="112228" y="407284"/>
                  <a:pt x="108940" y="418792"/>
                </a:cubicBezTo>
                <a:cubicBezTo>
                  <a:pt x="106418" y="427618"/>
                  <a:pt x="102647" y="436062"/>
                  <a:pt x="100232" y="444918"/>
                </a:cubicBezTo>
                <a:cubicBezTo>
                  <a:pt x="93934" y="468012"/>
                  <a:pt x="96092" y="494669"/>
                  <a:pt x="82814" y="514586"/>
                </a:cubicBezTo>
                <a:lnTo>
                  <a:pt x="65397" y="540712"/>
                </a:lnTo>
                <a:cubicBezTo>
                  <a:pt x="47692" y="629245"/>
                  <a:pt x="65834" y="547893"/>
                  <a:pt x="47980" y="610381"/>
                </a:cubicBezTo>
                <a:cubicBezTo>
                  <a:pt x="44692" y="621889"/>
                  <a:pt x="44625" y="634510"/>
                  <a:pt x="39272" y="645215"/>
                </a:cubicBezTo>
                <a:cubicBezTo>
                  <a:pt x="35600" y="652559"/>
                  <a:pt x="27660" y="656826"/>
                  <a:pt x="21854" y="662632"/>
                </a:cubicBezTo>
                <a:cubicBezTo>
                  <a:pt x="-18404" y="783416"/>
                  <a:pt x="6359" y="699157"/>
                  <a:pt x="21854" y="993558"/>
                </a:cubicBezTo>
                <a:cubicBezTo>
                  <a:pt x="22336" y="1002725"/>
                  <a:pt x="26105" y="1011659"/>
                  <a:pt x="30563" y="1019684"/>
                </a:cubicBezTo>
                <a:cubicBezTo>
                  <a:pt x="60446" y="1073472"/>
                  <a:pt x="53359" y="1063910"/>
                  <a:pt x="91523" y="1089352"/>
                </a:cubicBezTo>
                <a:cubicBezTo>
                  <a:pt x="100966" y="1117681"/>
                  <a:pt x="95530" y="1119194"/>
                  <a:pt x="126357" y="1132895"/>
                </a:cubicBezTo>
                <a:cubicBezTo>
                  <a:pt x="143134" y="1140351"/>
                  <a:pt x="178609" y="1150312"/>
                  <a:pt x="178609" y="1150312"/>
                </a:cubicBezTo>
                <a:cubicBezTo>
                  <a:pt x="187317" y="1156118"/>
                  <a:pt x="195373" y="1163048"/>
                  <a:pt x="204734" y="1167729"/>
                </a:cubicBezTo>
                <a:cubicBezTo>
                  <a:pt x="251182" y="1190953"/>
                  <a:pt x="211327" y="1157611"/>
                  <a:pt x="265694" y="1193855"/>
                </a:cubicBezTo>
                <a:cubicBezTo>
                  <a:pt x="272526" y="1198409"/>
                  <a:pt x="275191" y="1209112"/>
                  <a:pt x="283112" y="1211272"/>
                </a:cubicBezTo>
                <a:cubicBezTo>
                  <a:pt x="308472" y="1218188"/>
                  <a:pt x="335363" y="1217078"/>
                  <a:pt x="361489" y="1219981"/>
                </a:cubicBezTo>
                <a:cubicBezTo>
                  <a:pt x="541274" y="1279907"/>
                  <a:pt x="388772" y="1232298"/>
                  <a:pt x="875294" y="1219981"/>
                </a:cubicBezTo>
                <a:cubicBezTo>
                  <a:pt x="942102" y="1218290"/>
                  <a:pt x="1008826" y="1214175"/>
                  <a:pt x="1075592" y="1211272"/>
                </a:cubicBezTo>
                <a:cubicBezTo>
                  <a:pt x="1087203" y="1208369"/>
                  <a:pt x="1098918" y="1205852"/>
                  <a:pt x="1110426" y="1202564"/>
                </a:cubicBezTo>
                <a:cubicBezTo>
                  <a:pt x="1119253" y="1200042"/>
                  <a:pt x="1127520" y="1195497"/>
                  <a:pt x="1136552" y="1193855"/>
                </a:cubicBezTo>
                <a:cubicBezTo>
                  <a:pt x="1159578" y="1189668"/>
                  <a:pt x="1183052" y="1188456"/>
                  <a:pt x="1206220" y="1185146"/>
                </a:cubicBezTo>
                <a:cubicBezTo>
                  <a:pt x="1223700" y="1182649"/>
                  <a:pt x="1241055" y="1179341"/>
                  <a:pt x="1258472" y="1176438"/>
                </a:cubicBezTo>
                <a:cubicBezTo>
                  <a:pt x="1275889" y="1170632"/>
                  <a:pt x="1300539" y="1174297"/>
                  <a:pt x="1310723" y="1159021"/>
                </a:cubicBezTo>
                <a:cubicBezTo>
                  <a:pt x="1333232" y="1125257"/>
                  <a:pt x="1318211" y="1136205"/>
                  <a:pt x="1354266" y="1124186"/>
                </a:cubicBezTo>
                <a:cubicBezTo>
                  <a:pt x="1381868" y="1082784"/>
                  <a:pt x="1368372" y="1107992"/>
                  <a:pt x="1389100" y="1045809"/>
                </a:cubicBezTo>
                <a:lnTo>
                  <a:pt x="1397809" y="1019684"/>
                </a:lnTo>
                <a:cubicBezTo>
                  <a:pt x="1400712" y="1010975"/>
                  <a:pt x="1401425" y="1001196"/>
                  <a:pt x="1406517" y="993558"/>
                </a:cubicBezTo>
                <a:cubicBezTo>
                  <a:pt x="1412323" y="984849"/>
                  <a:pt x="1419683" y="976996"/>
                  <a:pt x="1423934" y="967432"/>
                </a:cubicBezTo>
                <a:cubicBezTo>
                  <a:pt x="1436054" y="940164"/>
                  <a:pt x="1442821" y="909303"/>
                  <a:pt x="1450060" y="880346"/>
                </a:cubicBezTo>
                <a:cubicBezTo>
                  <a:pt x="1447157" y="822289"/>
                  <a:pt x="1448015" y="763921"/>
                  <a:pt x="1441352" y="706175"/>
                </a:cubicBezTo>
                <a:cubicBezTo>
                  <a:pt x="1439248" y="687937"/>
                  <a:pt x="1429740" y="671341"/>
                  <a:pt x="1423934" y="653924"/>
                </a:cubicBezTo>
                <a:lnTo>
                  <a:pt x="1406517" y="601672"/>
                </a:lnTo>
                <a:cubicBezTo>
                  <a:pt x="1403614" y="592963"/>
                  <a:pt x="1399318" y="584601"/>
                  <a:pt x="1397809" y="575546"/>
                </a:cubicBezTo>
                <a:cubicBezTo>
                  <a:pt x="1382094" y="481263"/>
                  <a:pt x="1397541" y="557191"/>
                  <a:pt x="1380392" y="497169"/>
                </a:cubicBezTo>
                <a:cubicBezTo>
                  <a:pt x="1354078" y="405068"/>
                  <a:pt x="1395643" y="534212"/>
                  <a:pt x="1354266" y="410084"/>
                </a:cubicBezTo>
                <a:cubicBezTo>
                  <a:pt x="1351363" y="401375"/>
                  <a:pt x="1350649" y="391596"/>
                  <a:pt x="1345557" y="383958"/>
                </a:cubicBezTo>
                <a:lnTo>
                  <a:pt x="1328140" y="357832"/>
                </a:lnTo>
                <a:cubicBezTo>
                  <a:pt x="1322334" y="340415"/>
                  <a:pt x="1320907" y="320857"/>
                  <a:pt x="1310723" y="305581"/>
                </a:cubicBezTo>
                <a:cubicBezTo>
                  <a:pt x="1304917" y="296872"/>
                  <a:pt x="1297987" y="288816"/>
                  <a:pt x="1293306" y="279455"/>
                </a:cubicBezTo>
                <a:cubicBezTo>
                  <a:pt x="1271843" y="236530"/>
                  <a:pt x="1300456" y="268800"/>
                  <a:pt x="1267180" y="227204"/>
                </a:cubicBezTo>
                <a:cubicBezTo>
                  <a:pt x="1262051" y="220793"/>
                  <a:pt x="1254892" y="216197"/>
                  <a:pt x="1249763" y="209786"/>
                </a:cubicBezTo>
                <a:cubicBezTo>
                  <a:pt x="1243225" y="201613"/>
                  <a:pt x="1239747" y="191062"/>
                  <a:pt x="1232346" y="183661"/>
                </a:cubicBezTo>
                <a:cubicBezTo>
                  <a:pt x="1224945" y="176260"/>
                  <a:pt x="1214393" y="172782"/>
                  <a:pt x="1206220" y="166244"/>
                </a:cubicBezTo>
                <a:cubicBezTo>
                  <a:pt x="1199809" y="161115"/>
                  <a:pt x="1195372" y="153752"/>
                  <a:pt x="1188803" y="148826"/>
                </a:cubicBezTo>
                <a:cubicBezTo>
                  <a:pt x="1172057" y="136266"/>
                  <a:pt x="1151354" y="128793"/>
                  <a:pt x="1136552" y="113992"/>
                </a:cubicBezTo>
                <a:cubicBezTo>
                  <a:pt x="1112643" y="90084"/>
                  <a:pt x="1126923" y="99172"/>
                  <a:pt x="1093009" y="87866"/>
                </a:cubicBezTo>
                <a:cubicBezTo>
                  <a:pt x="1084300" y="79158"/>
                  <a:pt x="1077649" y="67722"/>
                  <a:pt x="1066883" y="61741"/>
                </a:cubicBezTo>
                <a:cubicBezTo>
                  <a:pt x="1050834" y="52825"/>
                  <a:pt x="1014632" y="44324"/>
                  <a:pt x="1014632" y="44324"/>
                </a:cubicBezTo>
                <a:cubicBezTo>
                  <a:pt x="1008826" y="38518"/>
                  <a:pt x="1004558" y="30578"/>
                  <a:pt x="997214" y="26906"/>
                </a:cubicBezTo>
                <a:cubicBezTo>
                  <a:pt x="980793" y="18695"/>
                  <a:pt x="962380" y="15295"/>
                  <a:pt x="944963" y="9489"/>
                </a:cubicBezTo>
                <a:cubicBezTo>
                  <a:pt x="899562" y="-5644"/>
                  <a:pt x="879649" y="2232"/>
                  <a:pt x="866586" y="78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Busca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pt-BR" dirty="0"/>
              <a:t>Se buscamos o número </a:t>
            </a:r>
            <a:r>
              <a:rPr lang="pt-BR" dirty="0">
                <a:solidFill>
                  <a:schemeClr val="accent2"/>
                </a:solidFill>
              </a:rPr>
              <a:t>27</a:t>
            </a:r>
            <a:r>
              <a:rPr lang="pt-BR" dirty="0"/>
              <a:t>, faz sentido buscar na </a:t>
            </a:r>
            <a:r>
              <a:rPr lang="pt-BR" dirty="0" err="1"/>
              <a:t>subárvore</a:t>
            </a:r>
            <a:r>
              <a:rPr lang="pt-BR" dirty="0"/>
              <a:t> à esquerda de 10? Não, pois ele não pode estar lá.</a:t>
            </a:r>
          </a:p>
          <a:p>
            <a:pPr algn="just">
              <a:spcBef>
                <a:spcPts val="600"/>
              </a:spcBef>
              <a:defRPr/>
            </a:pPr>
            <a:r>
              <a:rPr lang="pt-BR" dirty="0"/>
              <a:t>Se buscamos o número </a:t>
            </a:r>
            <a:r>
              <a:rPr lang="pt-BR" dirty="0">
                <a:solidFill>
                  <a:schemeClr val="accent2"/>
                </a:solidFill>
              </a:rPr>
              <a:t>3</a:t>
            </a:r>
            <a:r>
              <a:rPr lang="pt-BR" dirty="0"/>
              <a:t>, faz sentido buscar na </a:t>
            </a:r>
            <a:r>
              <a:rPr lang="pt-BR" dirty="0" err="1"/>
              <a:t>subárvore</a:t>
            </a:r>
            <a:r>
              <a:rPr lang="pt-BR" dirty="0"/>
              <a:t> à direita de 10? Também não.</a:t>
            </a:r>
          </a:p>
          <a:p>
            <a:pPr algn="just">
              <a:spcBef>
                <a:spcPts val="600"/>
              </a:spcBef>
              <a:defRPr/>
            </a:pPr>
            <a:r>
              <a:rPr lang="pt-BR" dirty="0"/>
              <a:t>Ou seja, descartamos toda a </a:t>
            </a:r>
            <a:r>
              <a:rPr lang="pt-BR" dirty="0" err="1"/>
              <a:t>subárvore</a:t>
            </a:r>
            <a:r>
              <a:rPr lang="pt-BR" dirty="0"/>
              <a:t> da esquerda ou da direita com apenas </a:t>
            </a:r>
            <a:r>
              <a:rPr lang="pt-BR" dirty="0">
                <a:solidFill>
                  <a:schemeClr val="accent2"/>
                </a:solidFill>
              </a:rPr>
              <a:t>uma comparação</a:t>
            </a:r>
            <a:r>
              <a:rPr lang="pt-BR" dirty="0"/>
              <a:t>!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30621663-3DA2-47C0-8293-54C17B7F4CEE}"/>
              </a:ext>
            </a:extLst>
          </p:cNvPr>
          <p:cNvSpPr/>
          <p:nvPr/>
        </p:nvSpPr>
        <p:spPr bwMode="auto">
          <a:xfrm>
            <a:off x="3912276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E9AC56B6-E740-44AF-ADA5-07E0D8944A42}"/>
              </a:ext>
            </a:extLst>
          </p:cNvPr>
          <p:cNvSpPr/>
          <p:nvPr/>
        </p:nvSpPr>
        <p:spPr bwMode="auto">
          <a:xfrm>
            <a:off x="4920388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4CAF6E33-389E-44CC-B250-936F356CA99A}"/>
              </a:ext>
            </a:extLst>
          </p:cNvPr>
          <p:cNvSpPr/>
          <p:nvPr/>
        </p:nvSpPr>
        <p:spPr bwMode="auto">
          <a:xfrm>
            <a:off x="571522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13C0EA3-7642-4CB7-9CDD-8A5E4DB9E4EF}"/>
              </a:ext>
            </a:extLst>
          </p:cNvPr>
          <p:cNvSpPr/>
          <p:nvPr/>
        </p:nvSpPr>
        <p:spPr bwMode="auto">
          <a:xfrm>
            <a:off x="608416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232D56CC-47E5-4A22-842A-3094A28FB2CB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4272316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14CBEFAB-19C8-4771-9FC5-87BEEA5EB120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5280428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EAB88F94-ADFD-417B-AD38-B38A53314F93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6075261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F61BD70B-058B-43A8-84EF-10C3B0EC684D}"/>
              </a:ext>
            </a:extLst>
          </p:cNvPr>
          <p:cNvSpPr/>
          <p:nvPr/>
        </p:nvSpPr>
        <p:spPr bwMode="auto">
          <a:xfrm>
            <a:off x="3449938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5442EE8-F490-436F-BE6F-721926B05BF7}"/>
              </a:ext>
            </a:extLst>
          </p:cNvPr>
          <p:cNvSpPr txBox="1"/>
          <p:nvPr/>
        </p:nvSpPr>
        <p:spPr>
          <a:xfrm>
            <a:off x="2987824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46E043F0-4FC4-47A0-9B85-A98E6BE45682}"/>
              </a:ext>
            </a:extLst>
          </p:cNvPr>
          <p:cNvSpPr/>
          <p:nvPr/>
        </p:nvSpPr>
        <p:spPr bwMode="auto">
          <a:xfrm>
            <a:off x="2844759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663887DA-1856-42F0-BAF4-F57B65B7C23B}"/>
              </a:ext>
            </a:extLst>
          </p:cNvPr>
          <p:cNvSpPr/>
          <p:nvPr/>
        </p:nvSpPr>
        <p:spPr bwMode="auto">
          <a:xfrm>
            <a:off x="408848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A556B433-932A-4A5A-9618-9165A207090D}"/>
              </a:ext>
            </a:extLst>
          </p:cNvPr>
          <p:cNvSpPr/>
          <p:nvPr/>
        </p:nvSpPr>
        <p:spPr bwMode="auto">
          <a:xfrm>
            <a:off x="3203848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AB7D4CF5-A2EC-4460-9A13-CA7F1B072BB7}"/>
              </a:ext>
            </a:extLst>
          </p:cNvPr>
          <p:cNvSpPr/>
          <p:nvPr/>
        </p:nvSpPr>
        <p:spPr bwMode="auto">
          <a:xfrm>
            <a:off x="2483768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0E198CF3-2D4B-4481-8A5E-EB45335D8D31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3204799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013BF550-AD70-41F2-BA27-86E4E2538C5D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2663789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8664303E-F621-4DE3-A9DE-BA52EDCF0FC8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3024780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6AB053A1-E282-43B1-8CB8-80B4ABCA9A44}"/>
              </a:ext>
            </a:extLst>
          </p:cNvPr>
          <p:cNvSpPr/>
          <p:nvPr/>
        </p:nvSpPr>
        <p:spPr bwMode="auto">
          <a:xfrm>
            <a:off x="4499992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5EABE61D-1197-4ECA-A74A-58E3A8AFDA96}"/>
              </a:ext>
            </a:extLst>
          </p:cNvPr>
          <p:cNvSpPr/>
          <p:nvPr/>
        </p:nvSpPr>
        <p:spPr bwMode="auto">
          <a:xfrm>
            <a:off x="3707904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7693B1DF-2612-4FB4-BA0B-C5525BE6963F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3887925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FA376FB4-AF40-4799-A965-32FEA68424B3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4448523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6E3B0A66-F687-44C3-A730-6BE507F7A36C}"/>
              </a:ext>
            </a:extLst>
          </p:cNvPr>
          <p:cNvSpPr/>
          <p:nvPr/>
        </p:nvSpPr>
        <p:spPr bwMode="auto">
          <a:xfrm>
            <a:off x="4932040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9D9B59C6-CBF0-4A84-9A76-4D2DB26383BB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4860032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D734B41-3B84-450A-875A-FC05727D931B}"/>
              </a:ext>
            </a:extLst>
          </p:cNvPr>
          <p:cNvSpPr/>
          <p:nvPr/>
        </p:nvSpPr>
        <p:spPr bwMode="auto">
          <a:xfrm>
            <a:off x="536408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0453D1E3-256D-45E8-B702-5D51A6525CB2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5544109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A855943F-4EDE-4A9C-80FF-9535F532433A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4268504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09648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8781A621-BB81-4C35-B639-32809BB0B0DC}"/>
              </a:ext>
            </a:extLst>
          </p:cNvPr>
          <p:cNvSpPr/>
          <p:nvPr/>
        </p:nvSpPr>
        <p:spPr bwMode="auto">
          <a:xfrm>
            <a:off x="3596640" y="4171406"/>
            <a:ext cx="2969623" cy="2178526"/>
          </a:xfrm>
          <a:custGeom>
            <a:avLst/>
            <a:gdLst>
              <a:gd name="connsiteX0" fmla="*/ 1393371 w 2969623"/>
              <a:gd name="connsiteY0" fmla="*/ 0 h 2178526"/>
              <a:gd name="connsiteX1" fmla="*/ 1393371 w 2969623"/>
              <a:gd name="connsiteY1" fmla="*/ 0 h 2178526"/>
              <a:gd name="connsiteX2" fmla="*/ 1314994 w 2969623"/>
              <a:gd name="connsiteY2" fmla="*/ 34834 h 2178526"/>
              <a:gd name="connsiteX3" fmla="*/ 1288869 w 2969623"/>
              <a:gd name="connsiteY3" fmla="*/ 43543 h 2178526"/>
              <a:gd name="connsiteX4" fmla="*/ 1254034 w 2969623"/>
              <a:gd name="connsiteY4" fmla="*/ 60960 h 2178526"/>
              <a:gd name="connsiteX5" fmla="*/ 1184366 w 2969623"/>
              <a:gd name="connsiteY5" fmla="*/ 78377 h 2178526"/>
              <a:gd name="connsiteX6" fmla="*/ 1158240 w 2969623"/>
              <a:gd name="connsiteY6" fmla="*/ 95794 h 2178526"/>
              <a:gd name="connsiteX7" fmla="*/ 1097280 w 2969623"/>
              <a:gd name="connsiteY7" fmla="*/ 113211 h 2178526"/>
              <a:gd name="connsiteX8" fmla="*/ 1071154 w 2969623"/>
              <a:gd name="connsiteY8" fmla="*/ 130628 h 2178526"/>
              <a:gd name="connsiteX9" fmla="*/ 1018903 w 2969623"/>
              <a:gd name="connsiteY9" fmla="*/ 148045 h 2178526"/>
              <a:gd name="connsiteX10" fmla="*/ 992777 w 2969623"/>
              <a:gd name="connsiteY10" fmla="*/ 156754 h 2178526"/>
              <a:gd name="connsiteX11" fmla="*/ 905691 w 2969623"/>
              <a:gd name="connsiteY11" fmla="*/ 182880 h 2178526"/>
              <a:gd name="connsiteX12" fmla="*/ 809897 w 2969623"/>
              <a:gd name="connsiteY12" fmla="*/ 235131 h 2178526"/>
              <a:gd name="connsiteX13" fmla="*/ 757646 w 2969623"/>
              <a:gd name="connsiteY13" fmla="*/ 269965 h 2178526"/>
              <a:gd name="connsiteX14" fmla="*/ 696686 w 2969623"/>
              <a:gd name="connsiteY14" fmla="*/ 322217 h 2178526"/>
              <a:gd name="connsiteX15" fmla="*/ 670560 w 2969623"/>
              <a:gd name="connsiteY15" fmla="*/ 330925 h 2178526"/>
              <a:gd name="connsiteX16" fmla="*/ 653143 w 2969623"/>
              <a:gd name="connsiteY16" fmla="*/ 348343 h 2178526"/>
              <a:gd name="connsiteX17" fmla="*/ 600891 w 2969623"/>
              <a:gd name="connsiteY17" fmla="*/ 383177 h 2178526"/>
              <a:gd name="connsiteX18" fmla="*/ 539931 w 2969623"/>
              <a:gd name="connsiteY18" fmla="*/ 452845 h 2178526"/>
              <a:gd name="connsiteX19" fmla="*/ 522514 w 2969623"/>
              <a:gd name="connsiteY19" fmla="*/ 470263 h 2178526"/>
              <a:gd name="connsiteX20" fmla="*/ 478971 w 2969623"/>
              <a:gd name="connsiteY20" fmla="*/ 531223 h 2178526"/>
              <a:gd name="connsiteX21" fmla="*/ 444137 w 2969623"/>
              <a:gd name="connsiteY21" fmla="*/ 583474 h 2178526"/>
              <a:gd name="connsiteX22" fmla="*/ 383177 w 2969623"/>
              <a:gd name="connsiteY22" fmla="*/ 644434 h 2178526"/>
              <a:gd name="connsiteX23" fmla="*/ 357051 w 2969623"/>
              <a:gd name="connsiteY23" fmla="*/ 670560 h 2178526"/>
              <a:gd name="connsiteX24" fmla="*/ 339634 w 2969623"/>
              <a:gd name="connsiteY24" fmla="*/ 696685 h 2178526"/>
              <a:gd name="connsiteX25" fmla="*/ 313509 w 2969623"/>
              <a:gd name="connsiteY25" fmla="*/ 705394 h 2178526"/>
              <a:gd name="connsiteX26" fmla="*/ 261257 w 2969623"/>
              <a:gd name="connsiteY26" fmla="*/ 775063 h 2178526"/>
              <a:gd name="connsiteX27" fmla="*/ 243840 w 2969623"/>
              <a:gd name="connsiteY27" fmla="*/ 801188 h 2178526"/>
              <a:gd name="connsiteX28" fmla="*/ 217714 w 2969623"/>
              <a:gd name="connsiteY28" fmla="*/ 827314 h 2178526"/>
              <a:gd name="connsiteX29" fmla="*/ 191589 w 2969623"/>
              <a:gd name="connsiteY29" fmla="*/ 905691 h 2178526"/>
              <a:gd name="connsiteX30" fmla="*/ 182880 w 2969623"/>
              <a:gd name="connsiteY30" fmla="*/ 931817 h 2178526"/>
              <a:gd name="connsiteX31" fmla="*/ 165463 w 2969623"/>
              <a:gd name="connsiteY31" fmla="*/ 966651 h 2178526"/>
              <a:gd name="connsiteX32" fmla="*/ 148046 w 2969623"/>
              <a:gd name="connsiteY32" fmla="*/ 1027611 h 2178526"/>
              <a:gd name="connsiteX33" fmla="*/ 130629 w 2969623"/>
              <a:gd name="connsiteY33" fmla="*/ 1053737 h 2178526"/>
              <a:gd name="connsiteX34" fmla="*/ 95794 w 2969623"/>
              <a:gd name="connsiteY34" fmla="*/ 1132114 h 2178526"/>
              <a:gd name="connsiteX35" fmla="*/ 69669 w 2969623"/>
              <a:gd name="connsiteY35" fmla="*/ 1219200 h 2178526"/>
              <a:gd name="connsiteX36" fmla="*/ 60960 w 2969623"/>
              <a:gd name="connsiteY36" fmla="*/ 1262743 h 2178526"/>
              <a:gd name="connsiteX37" fmla="*/ 34834 w 2969623"/>
              <a:gd name="connsiteY37" fmla="*/ 1341120 h 2178526"/>
              <a:gd name="connsiteX38" fmla="*/ 26126 w 2969623"/>
              <a:gd name="connsiteY38" fmla="*/ 1367245 h 2178526"/>
              <a:gd name="connsiteX39" fmla="*/ 17417 w 2969623"/>
              <a:gd name="connsiteY39" fmla="*/ 1428205 h 2178526"/>
              <a:gd name="connsiteX40" fmla="*/ 8709 w 2969623"/>
              <a:gd name="connsiteY40" fmla="*/ 1454331 h 2178526"/>
              <a:gd name="connsiteX41" fmla="*/ 0 w 2969623"/>
              <a:gd name="connsiteY41" fmla="*/ 1515291 h 2178526"/>
              <a:gd name="connsiteX42" fmla="*/ 34834 w 2969623"/>
              <a:gd name="connsiteY42" fmla="*/ 1602377 h 2178526"/>
              <a:gd name="connsiteX43" fmla="*/ 60960 w 2969623"/>
              <a:gd name="connsiteY43" fmla="*/ 1611085 h 2178526"/>
              <a:gd name="connsiteX44" fmla="*/ 87086 w 2969623"/>
              <a:gd name="connsiteY44" fmla="*/ 1654628 h 2178526"/>
              <a:gd name="connsiteX45" fmla="*/ 130629 w 2969623"/>
              <a:gd name="connsiteY45" fmla="*/ 1706880 h 2178526"/>
              <a:gd name="connsiteX46" fmla="*/ 148046 w 2969623"/>
              <a:gd name="connsiteY46" fmla="*/ 1733005 h 2178526"/>
              <a:gd name="connsiteX47" fmla="*/ 182880 w 2969623"/>
              <a:gd name="connsiteY47" fmla="*/ 1741714 h 2178526"/>
              <a:gd name="connsiteX48" fmla="*/ 243840 w 2969623"/>
              <a:gd name="connsiteY48" fmla="*/ 1785257 h 2178526"/>
              <a:gd name="connsiteX49" fmla="*/ 269966 w 2969623"/>
              <a:gd name="connsiteY49" fmla="*/ 1793965 h 2178526"/>
              <a:gd name="connsiteX50" fmla="*/ 313509 w 2969623"/>
              <a:gd name="connsiteY50" fmla="*/ 1820091 h 2178526"/>
              <a:gd name="connsiteX51" fmla="*/ 339634 w 2969623"/>
              <a:gd name="connsiteY51" fmla="*/ 1837508 h 2178526"/>
              <a:gd name="connsiteX52" fmla="*/ 365760 w 2969623"/>
              <a:gd name="connsiteY52" fmla="*/ 1846217 h 2178526"/>
              <a:gd name="connsiteX53" fmla="*/ 391886 w 2969623"/>
              <a:gd name="connsiteY53" fmla="*/ 1863634 h 2178526"/>
              <a:gd name="connsiteX54" fmla="*/ 418011 w 2969623"/>
              <a:gd name="connsiteY54" fmla="*/ 1872343 h 2178526"/>
              <a:gd name="connsiteX55" fmla="*/ 444137 w 2969623"/>
              <a:gd name="connsiteY55" fmla="*/ 1889760 h 2178526"/>
              <a:gd name="connsiteX56" fmla="*/ 496389 w 2969623"/>
              <a:gd name="connsiteY56" fmla="*/ 1907177 h 2178526"/>
              <a:gd name="connsiteX57" fmla="*/ 548640 w 2969623"/>
              <a:gd name="connsiteY57" fmla="*/ 1942011 h 2178526"/>
              <a:gd name="connsiteX58" fmla="*/ 574766 w 2969623"/>
              <a:gd name="connsiteY58" fmla="*/ 1950720 h 2178526"/>
              <a:gd name="connsiteX59" fmla="*/ 627017 w 2969623"/>
              <a:gd name="connsiteY59" fmla="*/ 1985554 h 2178526"/>
              <a:gd name="connsiteX60" fmla="*/ 687977 w 2969623"/>
              <a:gd name="connsiteY60" fmla="*/ 2002971 h 2178526"/>
              <a:gd name="connsiteX61" fmla="*/ 714103 w 2969623"/>
              <a:gd name="connsiteY61" fmla="*/ 2020388 h 2178526"/>
              <a:gd name="connsiteX62" fmla="*/ 801189 w 2969623"/>
              <a:gd name="connsiteY62" fmla="*/ 2037805 h 2178526"/>
              <a:gd name="connsiteX63" fmla="*/ 853440 w 2969623"/>
              <a:gd name="connsiteY63" fmla="*/ 2055223 h 2178526"/>
              <a:gd name="connsiteX64" fmla="*/ 879566 w 2969623"/>
              <a:gd name="connsiteY64" fmla="*/ 2063931 h 2178526"/>
              <a:gd name="connsiteX65" fmla="*/ 940526 w 2969623"/>
              <a:gd name="connsiteY65" fmla="*/ 2081348 h 2178526"/>
              <a:gd name="connsiteX66" fmla="*/ 975360 w 2969623"/>
              <a:gd name="connsiteY66" fmla="*/ 2090057 h 2178526"/>
              <a:gd name="connsiteX67" fmla="*/ 1036320 w 2969623"/>
              <a:gd name="connsiteY67" fmla="*/ 2107474 h 2178526"/>
              <a:gd name="connsiteX68" fmla="*/ 1097280 w 2969623"/>
              <a:gd name="connsiteY68" fmla="*/ 2116183 h 2178526"/>
              <a:gd name="connsiteX69" fmla="*/ 1184366 w 2969623"/>
              <a:gd name="connsiteY69" fmla="*/ 2133600 h 2178526"/>
              <a:gd name="connsiteX70" fmla="*/ 1280160 w 2969623"/>
              <a:gd name="connsiteY70" fmla="*/ 2142308 h 2178526"/>
              <a:gd name="connsiteX71" fmla="*/ 1837509 w 2969623"/>
              <a:gd name="connsiteY71" fmla="*/ 2151017 h 2178526"/>
              <a:gd name="connsiteX72" fmla="*/ 1889760 w 2969623"/>
              <a:gd name="connsiteY72" fmla="*/ 2133600 h 2178526"/>
              <a:gd name="connsiteX73" fmla="*/ 1924594 w 2969623"/>
              <a:gd name="connsiteY73" fmla="*/ 2124891 h 2178526"/>
              <a:gd name="connsiteX74" fmla="*/ 1976846 w 2969623"/>
              <a:gd name="connsiteY74" fmla="*/ 2107474 h 2178526"/>
              <a:gd name="connsiteX75" fmla="*/ 2011680 w 2969623"/>
              <a:gd name="connsiteY75" fmla="*/ 2098765 h 2178526"/>
              <a:gd name="connsiteX76" fmla="*/ 2081349 w 2969623"/>
              <a:gd name="connsiteY76" fmla="*/ 2072640 h 2178526"/>
              <a:gd name="connsiteX77" fmla="*/ 2177143 w 2969623"/>
              <a:gd name="connsiteY77" fmla="*/ 2063931 h 2178526"/>
              <a:gd name="connsiteX78" fmla="*/ 2246811 w 2969623"/>
              <a:gd name="connsiteY78" fmla="*/ 2037805 h 2178526"/>
              <a:gd name="connsiteX79" fmla="*/ 2368731 w 2969623"/>
              <a:gd name="connsiteY79" fmla="*/ 1994263 h 2178526"/>
              <a:gd name="connsiteX80" fmla="*/ 2394857 w 2969623"/>
              <a:gd name="connsiteY80" fmla="*/ 1976845 h 2178526"/>
              <a:gd name="connsiteX81" fmla="*/ 2429691 w 2969623"/>
              <a:gd name="connsiteY81" fmla="*/ 1959428 h 2178526"/>
              <a:gd name="connsiteX82" fmla="*/ 2516777 w 2969623"/>
              <a:gd name="connsiteY82" fmla="*/ 1907177 h 2178526"/>
              <a:gd name="connsiteX83" fmla="*/ 2551611 w 2969623"/>
              <a:gd name="connsiteY83" fmla="*/ 1898468 h 2178526"/>
              <a:gd name="connsiteX84" fmla="*/ 2603863 w 2969623"/>
              <a:gd name="connsiteY84" fmla="*/ 1872343 h 2178526"/>
              <a:gd name="connsiteX85" fmla="*/ 2664823 w 2969623"/>
              <a:gd name="connsiteY85" fmla="*/ 1846217 h 2178526"/>
              <a:gd name="connsiteX86" fmla="*/ 2690949 w 2969623"/>
              <a:gd name="connsiteY86" fmla="*/ 1828800 h 2178526"/>
              <a:gd name="connsiteX87" fmla="*/ 2778034 w 2969623"/>
              <a:gd name="connsiteY87" fmla="*/ 1802674 h 2178526"/>
              <a:gd name="connsiteX88" fmla="*/ 2838994 w 2969623"/>
              <a:gd name="connsiteY88" fmla="*/ 1776548 h 2178526"/>
              <a:gd name="connsiteX89" fmla="*/ 2882537 w 2969623"/>
              <a:gd name="connsiteY89" fmla="*/ 1733005 h 2178526"/>
              <a:gd name="connsiteX90" fmla="*/ 2908663 w 2969623"/>
              <a:gd name="connsiteY90" fmla="*/ 1628503 h 2178526"/>
              <a:gd name="connsiteX91" fmla="*/ 2926080 w 2969623"/>
              <a:gd name="connsiteY91" fmla="*/ 1611085 h 2178526"/>
              <a:gd name="connsiteX92" fmla="*/ 2960914 w 2969623"/>
              <a:gd name="connsiteY92" fmla="*/ 1558834 h 2178526"/>
              <a:gd name="connsiteX93" fmla="*/ 2969623 w 2969623"/>
              <a:gd name="connsiteY93" fmla="*/ 1471748 h 2178526"/>
              <a:gd name="connsiteX94" fmla="*/ 2960914 w 2969623"/>
              <a:gd name="connsiteY94" fmla="*/ 1062445 h 2178526"/>
              <a:gd name="connsiteX95" fmla="*/ 2952206 w 2969623"/>
              <a:gd name="connsiteY95" fmla="*/ 1036320 h 2178526"/>
              <a:gd name="connsiteX96" fmla="*/ 2943497 w 2969623"/>
              <a:gd name="connsiteY96" fmla="*/ 992777 h 2178526"/>
              <a:gd name="connsiteX97" fmla="*/ 2926080 w 2969623"/>
              <a:gd name="connsiteY97" fmla="*/ 931817 h 2178526"/>
              <a:gd name="connsiteX98" fmla="*/ 2917371 w 2969623"/>
              <a:gd name="connsiteY98" fmla="*/ 870857 h 2178526"/>
              <a:gd name="connsiteX99" fmla="*/ 2899954 w 2969623"/>
              <a:gd name="connsiteY99" fmla="*/ 844731 h 2178526"/>
              <a:gd name="connsiteX100" fmla="*/ 2873829 w 2969623"/>
              <a:gd name="connsiteY100" fmla="*/ 783771 h 2178526"/>
              <a:gd name="connsiteX101" fmla="*/ 2830286 w 2969623"/>
              <a:gd name="connsiteY101" fmla="*/ 731520 h 2178526"/>
              <a:gd name="connsiteX102" fmla="*/ 2812869 w 2969623"/>
              <a:gd name="connsiteY102" fmla="*/ 661851 h 2178526"/>
              <a:gd name="connsiteX103" fmla="*/ 2795451 w 2969623"/>
              <a:gd name="connsiteY103" fmla="*/ 644434 h 2178526"/>
              <a:gd name="connsiteX104" fmla="*/ 2751909 w 2969623"/>
              <a:gd name="connsiteY104" fmla="*/ 583474 h 2178526"/>
              <a:gd name="connsiteX105" fmla="*/ 2717074 w 2969623"/>
              <a:gd name="connsiteY105" fmla="*/ 513805 h 2178526"/>
              <a:gd name="connsiteX106" fmla="*/ 2699657 w 2969623"/>
              <a:gd name="connsiteY106" fmla="*/ 487680 h 2178526"/>
              <a:gd name="connsiteX107" fmla="*/ 2673531 w 2969623"/>
              <a:gd name="connsiteY107" fmla="*/ 478971 h 2178526"/>
              <a:gd name="connsiteX108" fmla="*/ 2647406 w 2969623"/>
              <a:gd name="connsiteY108" fmla="*/ 452845 h 2178526"/>
              <a:gd name="connsiteX109" fmla="*/ 2629989 w 2969623"/>
              <a:gd name="connsiteY109" fmla="*/ 426720 h 2178526"/>
              <a:gd name="connsiteX110" fmla="*/ 2603863 w 2969623"/>
              <a:gd name="connsiteY110" fmla="*/ 418011 h 2178526"/>
              <a:gd name="connsiteX111" fmla="*/ 2525486 w 2969623"/>
              <a:gd name="connsiteY111" fmla="*/ 348343 h 2178526"/>
              <a:gd name="connsiteX112" fmla="*/ 2490651 w 2969623"/>
              <a:gd name="connsiteY112" fmla="*/ 313508 h 2178526"/>
              <a:gd name="connsiteX113" fmla="*/ 2464526 w 2969623"/>
              <a:gd name="connsiteY113" fmla="*/ 304800 h 2178526"/>
              <a:gd name="connsiteX114" fmla="*/ 2412274 w 2969623"/>
              <a:gd name="connsiteY114" fmla="*/ 261257 h 2178526"/>
              <a:gd name="connsiteX115" fmla="*/ 2368731 w 2969623"/>
              <a:gd name="connsiteY115" fmla="*/ 226423 h 2178526"/>
              <a:gd name="connsiteX116" fmla="*/ 2325189 w 2969623"/>
              <a:gd name="connsiteY116" fmla="*/ 191588 h 2178526"/>
              <a:gd name="connsiteX117" fmla="*/ 2255520 w 2969623"/>
              <a:gd name="connsiteY117" fmla="*/ 139337 h 2178526"/>
              <a:gd name="connsiteX118" fmla="*/ 2203269 w 2969623"/>
              <a:gd name="connsiteY118" fmla="*/ 121920 h 2178526"/>
              <a:gd name="connsiteX119" fmla="*/ 2142309 w 2969623"/>
              <a:gd name="connsiteY119" fmla="*/ 104503 h 2178526"/>
              <a:gd name="connsiteX120" fmla="*/ 2098766 w 2969623"/>
              <a:gd name="connsiteY120" fmla="*/ 78377 h 2178526"/>
              <a:gd name="connsiteX121" fmla="*/ 2029097 w 2969623"/>
              <a:gd name="connsiteY121" fmla="*/ 52251 h 2178526"/>
              <a:gd name="connsiteX122" fmla="*/ 1942011 w 2969623"/>
              <a:gd name="connsiteY122" fmla="*/ 34834 h 2178526"/>
              <a:gd name="connsiteX123" fmla="*/ 1889760 w 2969623"/>
              <a:gd name="connsiteY123" fmla="*/ 17417 h 2178526"/>
              <a:gd name="connsiteX124" fmla="*/ 1724297 w 2969623"/>
              <a:gd name="connsiteY124" fmla="*/ 8708 h 2178526"/>
              <a:gd name="connsiteX125" fmla="*/ 1393371 w 2969623"/>
              <a:gd name="connsiteY125" fmla="*/ 0 h 217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2969623" h="2178526">
                <a:moveTo>
                  <a:pt x="1393371" y="0"/>
                </a:moveTo>
                <a:lnTo>
                  <a:pt x="1393371" y="0"/>
                </a:lnTo>
                <a:cubicBezTo>
                  <a:pt x="1367245" y="11611"/>
                  <a:pt x="1341384" y="23838"/>
                  <a:pt x="1314994" y="34834"/>
                </a:cubicBezTo>
                <a:cubicBezTo>
                  <a:pt x="1306521" y="38365"/>
                  <a:pt x="1297306" y="39927"/>
                  <a:pt x="1288869" y="43543"/>
                </a:cubicBezTo>
                <a:cubicBezTo>
                  <a:pt x="1276937" y="48657"/>
                  <a:pt x="1266350" y="56855"/>
                  <a:pt x="1254034" y="60960"/>
                </a:cubicBezTo>
                <a:cubicBezTo>
                  <a:pt x="1231325" y="68530"/>
                  <a:pt x="1184366" y="78377"/>
                  <a:pt x="1184366" y="78377"/>
                </a:cubicBezTo>
                <a:cubicBezTo>
                  <a:pt x="1175657" y="84183"/>
                  <a:pt x="1167601" y="91113"/>
                  <a:pt x="1158240" y="95794"/>
                </a:cubicBezTo>
                <a:cubicBezTo>
                  <a:pt x="1145743" y="102042"/>
                  <a:pt x="1108446" y="110420"/>
                  <a:pt x="1097280" y="113211"/>
                </a:cubicBezTo>
                <a:cubicBezTo>
                  <a:pt x="1088571" y="119017"/>
                  <a:pt x="1080718" y="126377"/>
                  <a:pt x="1071154" y="130628"/>
                </a:cubicBezTo>
                <a:cubicBezTo>
                  <a:pt x="1054377" y="138084"/>
                  <a:pt x="1036320" y="142239"/>
                  <a:pt x="1018903" y="148045"/>
                </a:cubicBezTo>
                <a:cubicBezTo>
                  <a:pt x="1010194" y="150948"/>
                  <a:pt x="1001683" y="154527"/>
                  <a:pt x="992777" y="156754"/>
                </a:cubicBezTo>
                <a:cubicBezTo>
                  <a:pt x="967778" y="163004"/>
                  <a:pt x="926889" y="172281"/>
                  <a:pt x="905691" y="182880"/>
                </a:cubicBezTo>
                <a:cubicBezTo>
                  <a:pt x="885865" y="192793"/>
                  <a:pt x="833760" y="215245"/>
                  <a:pt x="809897" y="235131"/>
                </a:cubicBezTo>
                <a:cubicBezTo>
                  <a:pt x="766408" y="271372"/>
                  <a:pt x="803559" y="254661"/>
                  <a:pt x="757646" y="269965"/>
                </a:cubicBezTo>
                <a:cubicBezTo>
                  <a:pt x="736222" y="291389"/>
                  <a:pt x="723210" y="308955"/>
                  <a:pt x="696686" y="322217"/>
                </a:cubicBezTo>
                <a:cubicBezTo>
                  <a:pt x="688475" y="326322"/>
                  <a:pt x="679269" y="328022"/>
                  <a:pt x="670560" y="330925"/>
                </a:cubicBezTo>
                <a:cubicBezTo>
                  <a:pt x="664754" y="336731"/>
                  <a:pt x="659712" y="343417"/>
                  <a:pt x="653143" y="348343"/>
                </a:cubicBezTo>
                <a:cubicBezTo>
                  <a:pt x="636397" y="360903"/>
                  <a:pt x="600891" y="383177"/>
                  <a:pt x="600891" y="383177"/>
                </a:cubicBezTo>
                <a:cubicBezTo>
                  <a:pt x="572087" y="426384"/>
                  <a:pt x="590877" y="401899"/>
                  <a:pt x="539931" y="452845"/>
                </a:cubicBezTo>
                <a:cubicBezTo>
                  <a:pt x="534125" y="458651"/>
                  <a:pt x="526186" y="462919"/>
                  <a:pt x="522514" y="470263"/>
                </a:cubicBezTo>
                <a:cubicBezTo>
                  <a:pt x="499589" y="516113"/>
                  <a:pt x="514277" y="495917"/>
                  <a:pt x="478971" y="531223"/>
                </a:cubicBezTo>
                <a:cubicBezTo>
                  <a:pt x="462317" y="581187"/>
                  <a:pt x="482189" y="534549"/>
                  <a:pt x="444137" y="583474"/>
                </a:cubicBezTo>
                <a:cubicBezTo>
                  <a:pt x="395227" y="646358"/>
                  <a:pt x="433101" y="627792"/>
                  <a:pt x="383177" y="644434"/>
                </a:cubicBezTo>
                <a:cubicBezTo>
                  <a:pt x="374468" y="653143"/>
                  <a:pt x="364936" y="661099"/>
                  <a:pt x="357051" y="670560"/>
                </a:cubicBezTo>
                <a:cubicBezTo>
                  <a:pt x="350351" y="678600"/>
                  <a:pt x="347807" y="690147"/>
                  <a:pt x="339634" y="696685"/>
                </a:cubicBezTo>
                <a:cubicBezTo>
                  <a:pt x="332466" y="702419"/>
                  <a:pt x="322217" y="702491"/>
                  <a:pt x="313509" y="705394"/>
                </a:cubicBezTo>
                <a:cubicBezTo>
                  <a:pt x="281288" y="737613"/>
                  <a:pt x="300647" y="715978"/>
                  <a:pt x="261257" y="775063"/>
                </a:cubicBezTo>
                <a:cubicBezTo>
                  <a:pt x="255451" y="783771"/>
                  <a:pt x="251241" y="793787"/>
                  <a:pt x="243840" y="801188"/>
                </a:cubicBezTo>
                <a:lnTo>
                  <a:pt x="217714" y="827314"/>
                </a:lnTo>
                <a:lnTo>
                  <a:pt x="191589" y="905691"/>
                </a:lnTo>
                <a:cubicBezTo>
                  <a:pt x="188686" y="914400"/>
                  <a:pt x="186985" y="923606"/>
                  <a:pt x="182880" y="931817"/>
                </a:cubicBezTo>
                <a:cubicBezTo>
                  <a:pt x="177074" y="943428"/>
                  <a:pt x="170021" y="954496"/>
                  <a:pt x="165463" y="966651"/>
                </a:cubicBezTo>
                <a:cubicBezTo>
                  <a:pt x="157096" y="988963"/>
                  <a:pt x="158569" y="1006565"/>
                  <a:pt x="148046" y="1027611"/>
                </a:cubicBezTo>
                <a:cubicBezTo>
                  <a:pt x="143365" y="1036973"/>
                  <a:pt x="134880" y="1044173"/>
                  <a:pt x="130629" y="1053737"/>
                </a:cubicBezTo>
                <a:cubicBezTo>
                  <a:pt x="89174" y="1147008"/>
                  <a:pt x="135211" y="1072988"/>
                  <a:pt x="95794" y="1132114"/>
                </a:cubicBezTo>
                <a:cubicBezTo>
                  <a:pt x="81317" y="1175545"/>
                  <a:pt x="78445" y="1179707"/>
                  <a:pt x="69669" y="1219200"/>
                </a:cubicBezTo>
                <a:cubicBezTo>
                  <a:pt x="66458" y="1233649"/>
                  <a:pt x="64855" y="1248463"/>
                  <a:pt x="60960" y="1262743"/>
                </a:cubicBezTo>
                <a:cubicBezTo>
                  <a:pt x="60955" y="1262761"/>
                  <a:pt x="39191" y="1328048"/>
                  <a:pt x="34834" y="1341120"/>
                </a:cubicBezTo>
                <a:lnTo>
                  <a:pt x="26126" y="1367245"/>
                </a:lnTo>
                <a:cubicBezTo>
                  <a:pt x="23223" y="1387565"/>
                  <a:pt x="21442" y="1408077"/>
                  <a:pt x="17417" y="1428205"/>
                </a:cubicBezTo>
                <a:cubicBezTo>
                  <a:pt x="15617" y="1437206"/>
                  <a:pt x="10509" y="1445330"/>
                  <a:pt x="8709" y="1454331"/>
                </a:cubicBezTo>
                <a:cubicBezTo>
                  <a:pt x="4684" y="1474459"/>
                  <a:pt x="2903" y="1494971"/>
                  <a:pt x="0" y="1515291"/>
                </a:cubicBezTo>
                <a:cubicBezTo>
                  <a:pt x="7741" y="1577216"/>
                  <a:pt x="-9751" y="1580085"/>
                  <a:pt x="34834" y="1602377"/>
                </a:cubicBezTo>
                <a:cubicBezTo>
                  <a:pt x="43045" y="1606482"/>
                  <a:pt x="52251" y="1608182"/>
                  <a:pt x="60960" y="1611085"/>
                </a:cubicBezTo>
                <a:cubicBezTo>
                  <a:pt x="94979" y="1645106"/>
                  <a:pt x="64476" y="1609409"/>
                  <a:pt x="87086" y="1654628"/>
                </a:cubicBezTo>
                <a:cubicBezTo>
                  <a:pt x="103304" y="1687062"/>
                  <a:pt x="106552" y="1677988"/>
                  <a:pt x="130629" y="1706880"/>
                </a:cubicBezTo>
                <a:cubicBezTo>
                  <a:pt x="137329" y="1714920"/>
                  <a:pt x="139338" y="1727199"/>
                  <a:pt x="148046" y="1733005"/>
                </a:cubicBezTo>
                <a:cubicBezTo>
                  <a:pt x="158005" y="1739644"/>
                  <a:pt x="171269" y="1738811"/>
                  <a:pt x="182880" y="1741714"/>
                </a:cubicBezTo>
                <a:cubicBezTo>
                  <a:pt x="190772" y="1747633"/>
                  <a:pt x="231103" y="1778889"/>
                  <a:pt x="243840" y="1785257"/>
                </a:cubicBezTo>
                <a:cubicBezTo>
                  <a:pt x="252051" y="1789362"/>
                  <a:pt x="261257" y="1791062"/>
                  <a:pt x="269966" y="1793965"/>
                </a:cubicBezTo>
                <a:cubicBezTo>
                  <a:pt x="303985" y="1827986"/>
                  <a:pt x="268289" y="1797481"/>
                  <a:pt x="313509" y="1820091"/>
                </a:cubicBezTo>
                <a:cubicBezTo>
                  <a:pt x="322870" y="1824772"/>
                  <a:pt x="330273" y="1832827"/>
                  <a:pt x="339634" y="1837508"/>
                </a:cubicBezTo>
                <a:cubicBezTo>
                  <a:pt x="347845" y="1841613"/>
                  <a:pt x="357549" y="1842112"/>
                  <a:pt x="365760" y="1846217"/>
                </a:cubicBezTo>
                <a:cubicBezTo>
                  <a:pt x="375121" y="1850898"/>
                  <a:pt x="382525" y="1858953"/>
                  <a:pt x="391886" y="1863634"/>
                </a:cubicBezTo>
                <a:cubicBezTo>
                  <a:pt x="400096" y="1867739"/>
                  <a:pt x="409801" y="1868238"/>
                  <a:pt x="418011" y="1872343"/>
                </a:cubicBezTo>
                <a:cubicBezTo>
                  <a:pt x="427372" y="1877024"/>
                  <a:pt x="434573" y="1885509"/>
                  <a:pt x="444137" y="1889760"/>
                </a:cubicBezTo>
                <a:cubicBezTo>
                  <a:pt x="460914" y="1897216"/>
                  <a:pt x="481113" y="1896993"/>
                  <a:pt x="496389" y="1907177"/>
                </a:cubicBezTo>
                <a:cubicBezTo>
                  <a:pt x="513806" y="1918788"/>
                  <a:pt x="528782" y="1935391"/>
                  <a:pt x="548640" y="1942011"/>
                </a:cubicBezTo>
                <a:cubicBezTo>
                  <a:pt x="557349" y="1944914"/>
                  <a:pt x="566741" y="1946262"/>
                  <a:pt x="574766" y="1950720"/>
                </a:cubicBezTo>
                <a:cubicBezTo>
                  <a:pt x="593064" y="1960886"/>
                  <a:pt x="607159" y="1978934"/>
                  <a:pt x="627017" y="1985554"/>
                </a:cubicBezTo>
                <a:cubicBezTo>
                  <a:pt x="664497" y="1998048"/>
                  <a:pt x="644237" y="1992037"/>
                  <a:pt x="687977" y="2002971"/>
                </a:cubicBezTo>
                <a:cubicBezTo>
                  <a:pt x="696686" y="2008777"/>
                  <a:pt x="704483" y="2016265"/>
                  <a:pt x="714103" y="2020388"/>
                </a:cubicBezTo>
                <a:cubicBezTo>
                  <a:pt x="730641" y="2027476"/>
                  <a:pt x="789395" y="2035840"/>
                  <a:pt x="801189" y="2037805"/>
                </a:cubicBezTo>
                <a:lnTo>
                  <a:pt x="853440" y="2055223"/>
                </a:lnTo>
                <a:cubicBezTo>
                  <a:pt x="862149" y="2058126"/>
                  <a:pt x="870660" y="2061704"/>
                  <a:pt x="879566" y="2063931"/>
                </a:cubicBezTo>
                <a:cubicBezTo>
                  <a:pt x="988462" y="2091157"/>
                  <a:pt x="853072" y="2056361"/>
                  <a:pt x="940526" y="2081348"/>
                </a:cubicBezTo>
                <a:cubicBezTo>
                  <a:pt x="952034" y="2084636"/>
                  <a:pt x="963852" y="2086769"/>
                  <a:pt x="975360" y="2090057"/>
                </a:cubicBezTo>
                <a:cubicBezTo>
                  <a:pt x="1007994" y="2099381"/>
                  <a:pt x="998900" y="2100670"/>
                  <a:pt x="1036320" y="2107474"/>
                </a:cubicBezTo>
                <a:cubicBezTo>
                  <a:pt x="1056515" y="2111146"/>
                  <a:pt x="1077085" y="2112511"/>
                  <a:pt x="1097280" y="2116183"/>
                </a:cubicBezTo>
                <a:cubicBezTo>
                  <a:pt x="1171273" y="2129636"/>
                  <a:pt x="1087809" y="2122240"/>
                  <a:pt x="1184366" y="2133600"/>
                </a:cubicBezTo>
                <a:cubicBezTo>
                  <a:pt x="1216209" y="2137346"/>
                  <a:pt x="1248229" y="2139405"/>
                  <a:pt x="1280160" y="2142308"/>
                </a:cubicBezTo>
                <a:cubicBezTo>
                  <a:pt x="1492161" y="2212975"/>
                  <a:pt x="1314055" y="2160041"/>
                  <a:pt x="1837509" y="2151017"/>
                </a:cubicBezTo>
                <a:cubicBezTo>
                  <a:pt x="1854926" y="2145211"/>
                  <a:pt x="1871949" y="2138053"/>
                  <a:pt x="1889760" y="2133600"/>
                </a:cubicBezTo>
                <a:cubicBezTo>
                  <a:pt x="1901371" y="2130697"/>
                  <a:pt x="1913130" y="2128330"/>
                  <a:pt x="1924594" y="2124891"/>
                </a:cubicBezTo>
                <a:cubicBezTo>
                  <a:pt x="1942179" y="2119615"/>
                  <a:pt x="1959261" y="2112750"/>
                  <a:pt x="1976846" y="2107474"/>
                </a:cubicBezTo>
                <a:cubicBezTo>
                  <a:pt x="1988310" y="2104035"/>
                  <a:pt x="2000325" y="2102550"/>
                  <a:pt x="2011680" y="2098765"/>
                </a:cubicBezTo>
                <a:cubicBezTo>
                  <a:pt x="2012231" y="2098581"/>
                  <a:pt x="2070643" y="2074169"/>
                  <a:pt x="2081349" y="2072640"/>
                </a:cubicBezTo>
                <a:cubicBezTo>
                  <a:pt x="2113090" y="2068106"/>
                  <a:pt x="2145212" y="2066834"/>
                  <a:pt x="2177143" y="2063931"/>
                </a:cubicBezTo>
                <a:cubicBezTo>
                  <a:pt x="2260563" y="2043077"/>
                  <a:pt x="2162233" y="2070335"/>
                  <a:pt x="2246811" y="2037805"/>
                </a:cubicBezTo>
                <a:cubicBezTo>
                  <a:pt x="2275932" y="2026604"/>
                  <a:pt x="2335997" y="2010630"/>
                  <a:pt x="2368731" y="1994263"/>
                </a:cubicBezTo>
                <a:cubicBezTo>
                  <a:pt x="2378093" y="1989582"/>
                  <a:pt x="2385769" y="1982038"/>
                  <a:pt x="2394857" y="1976845"/>
                </a:cubicBezTo>
                <a:cubicBezTo>
                  <a:pt x="2406128" y="1970404"/>
                  <a:pt x="2418559" y="1966107"/>
                  <a:pt x="2429691" y="1959428"/>
                </a:cubicBezTo>
                <a:cubicBezTo>
                  <a:pt x="2463449" y="1939173"/>
                  <a:pt x="2481388" y="1920448"/>
                  <a:pt x="2516777" y="1907177"/>
                </a:cubicBezTo>
                <a:cubicBezTo>
                  <a:pt x="2527984" y="1902974"/>
                  <a:pt x="2540000" y="1901371"/>
                  <a:pt x="2551611" y="1898468"/>
                </a:cubicBezTo>
                <a:cubicBezTo>
                  <a:pt x="2626494" y="1848547"/>
                  <a:pt x="2531744" y="1908403"/>
                  <a:pt x="2603863" y="1872343"/>
                </a:cubicBezTo>
                <a:cubicBezTo>
                  <a:pt x="2664006" y="1842272"/>
                  <a:pt x="2592324" y="1864341"/>
                  <a:pt x="2664823" y="1846217"/>
                </a:cubicBezTo>
                <a:cubicBezTo>
                  <a:pt x="2673532" y="1840411"/>
                  <a:pt x="2681329" y="1832923"/>
                  <a:pt x="2690949" y="1828800"/>
                </a:cubicBezTo>
                <a:cubicBezTo>
                  <a:pt x="2725024" y="1814196"/>
                  <a:pt x="2742913" y="1826087"/>
                  <a:pt x="2778034" y="1802674"/>
                </a:cubicBezTo>
                <a:cubicBezTo>
                  <a:pt x="2814119" y="1778618"/>
                  <a:pt x="2794006" y="1787796"/>
                  <a:pt x="2838994" y="1776548"/>
                </a:cubicBezTo>
                <a:cubicBezTo>
                  <a:pt x="2858900" y="1763277"/>
                  <a:pt x="2874243" y="1757888"/>
                  <a:pt x="2882537" y="1733005"/>
                </a:cubicBezTo>
                <a:cubicBezTo>
                  <a:pt x="2889733" y="1711418"/>
                  <a:pt x="2890374" y="1646793"/>
                  <a:pt x="2908663" y="1628503"/>
                </a:cubicBezTo>
                <a:cubicBezTo>
                  <a:pt x="2914469" y="1622697"/>
                  <a:pt x="2921154" y="1617654"/>
                  <a:pt x="2926080" y="1611085"/>
                </a:cubicBezTo>
                <a:cubicBezTo>
                  <a:pt x="2938639" y="1594339"/>
                  <a:pt x="2960914" y="1558834"/>
                  <a:pt x="2960914" y="1558834"/>
                </a:cubicBezTo>
                <a:cubicBezTo>
                  <a:pt x="2963817" y="1529805"/>
                  <a:pt x="2969623" y="1500921"/>
                  <a:pt x="2969623" y="1471748"/>
                </a:cubicBezTo>
                <a:cubicBezTo>
                  <a:pt x="2969623" y="1335283"/>
                  <a:pt x="2966368" y="1198801"/>
                  <a:pt x="2960914" y="1062445"/>
                </a:cubicBezTo>
                <a:cubicBezTo>
                  <a:pt x="2960547" y="1053273"/>
                  <a:pt x="2954432" y="1045225"/>
                  <a:pt x="2952206" y="1036320"/>
                </a:cubicBezTo>
                <a:cubicBezTo>
                  <a:pt x="2948616" y="1021960"/>
                  <a:pt x="2947087" y="1007137"/>
                  <a:pt x="2943497" y="992777"/>
                </a:cubicBezTo>
                <a:cubicBezTo>
                  <a:pt x="2931064" y="943046"/>
                  <a:pt x="2936937" y="991529"/>
                  <a:pt x="2926080" y="931817"/>
                </a:cubicBezTo>
                <a:cubicBezTo>
                  <a:pt x="2922408" y="911622"/>
                  <a:pt x="2923269" y="890518"/>
                  <a:pt x="2917371" y="870857"/>
                </a:cubicBezTo>
                <a:cubicBezTo>
                  <a:pt x="2914363" y="860832"/>
                  <a:pt x="2905147" y="853818"/>
                  <a:pt x="2899954" y="844731"/>
                </a:cubicBezTo>
                <a:cubicBezTo>
                  <a:pt x="2827453" y="717853"/>
                  <a:pt x="2922690" y="881492"/>
                  <a:pt x="2873829" y="783771"/>
                </a:cubicBezTo>
                <a:cubicBezTo>
                  <a:pt x="2861706" y="759524"/>
                  <a:pt x="2849544" y="750778"/>
                  <a:pt x="2830286" y="731520"/>
                </a:cubicBezTo>
                <a:cubicBezTo>
                  <a:pt x="2824480" y="708297"/>
                  <a:pt x="2829796" y="678777"/>
                  <a:pt x="2812869" y="661851"/>
                </a:cubicBezTo>
                <a:cubicBezTo>
                  <a:pt x="2807063" y="656045"/>
                  <a:pt x="2800707" y="650742"/>
                  <a:pt x="2795451" y="644434"/>
                </a:cubicBezTo>
                <a:cubicBezTo>
                  <a:pt x="2777451" y="622834"/>
                  <a:pt x="2766990" y="606095"/>
                  <a:pt x="2751909" y="583474"/>
                </a:cubicBezTo>
                <a:cubicBezTo>
                  <a:pt x="2738975" y="531743"/>
                  <a:pt x="2751235" y="561630"/>
                  <a:pt x="2717074" y="513805"/>
                </a:cubicBezTo>
                <a:cubicBezTo>
                  <a:pt x="2710991" y="505288"/>
                  <a:pt x="2707830" y="494218"/>
                  <a:pt x="2699657" y="487680"/>
                </a:cubicBezTo>
                <a:cubicBezTo>
                  <a:pt x="2692489" y="481945"/>
                  <a:pt x="2682240" y="481874"/>
                  <a:pt x="2673531" y="478971"/>
                </a:cubicBezTo>
                <a:cubicBezTo>
                  <a:pt x="2664823" y="470262"/>
                  <a:pt x="2655290" y="462306"/>
                  <a:pt x="2647406" y="452845"/>
                </a:cubicBezTo>
                <a:cubicBezTo>
                  <a:pt x="2640706" y="444805"/>
                  <a:pt x="2638162" y="433258"/>
                  <a:pt x="2629989" y="426720"/>
                </a:cubicBezTo>
                <a:cubicBezTo>
                  <a:pt x="2622821" y="420985"/>
                  <a:pt x="2612572" y="420914"/>
                  <a:pt x="2603863" y="418011"/>
                </a:cubicBezTo>
                <a:cubicBezTo>
                  <a:pt x="2552612" y="379572"/>
                  <a:pt x="2579287" y="402144"/>
                  <a:pt x="2525486" y="348343"/>
                </a:cubicBezTo>
                <a:lnTo>
                  <a:pt x="2490651" y="313508"/>
                </a:lnTo>
                <a:lnTo>
                  <a:pt x="2464526" y="304800"/>
                </a:lnTo>
                <a:cubicBezTo>
                  <a:pt x="2422092" y="241148"/>
                  <a:pt x="2478568" y="316502"/>
                  <a:pt x="2412274" y="261257"/>
                </a:cubicBezTo>
                <a:cubicBezTo>
                  <a:pt x="2359753" y="217490"/>
                  <a:pt x="2431109" y="247214"/>
                  <a:pt x="2368731" y="226423"/>
                </a:cubicBezTo>
                <a:cubicBezTo>
                  <a:pt x="2334043" y="174390"/>
                  <a:pt x="2371925" y="219630"/>
                  <a:pt x="2325189" y="191588"/>
                </a:cubicBezTo>
                <a:cubicBezTo>
                  <a:pt x="2273615" y="160644"/>
                  <a:pt x="2363944" y="175478"/>
                  <a:pt x="2255520" y="139337"/>
                </a:cubicBezTo>
                <a:cubicBezTo>
                  <a:pt x="2238103" y="133531"/>
                  <a:pt x="2221080" y="126373"/>
                  <a:pt x="2203269" y="121920"/>
                </a:cubicBezTo>
                <a:cubicBezTo>
                  <a:pt x="2159529" y="110985"/>
                  <a:pt x="2179789" y="116996"/>
                  <a:pt x="2142309" y="104503"/>
                </a:cubicBezTo>
                <a:cubicBezTo>
                  <a:pt x="2113344" y="75538"/>
                  <a:pt x="2138333" y="95334"/>
                  <a:pt x="2098766" y="78377"/>
                </a:cubicBezTo>
                <a:cubicBezTo>
                  <a:pt x="2046623" y="56031"/>
                  <a:pt x="2082613" y="63719"/>
                  <a:pt x="2029097" y="52251"/>
                </a:cubicBezTo>
                <a:cubicBezTo>
                  <a:pt x="2000151" y="46048"/>
                  <a:pt x="1970095" y="44195"/>
                  <a:pt x="1942011" y="34834"/>
                </a:cubicBezTo>
                <a:cubicBezTo>
                  <a:pt x="1924594" y="29028"/>
                  <a:pt x="1908094" y="18382"/>
                  <a:pt x="1889760" y="17417"/>
                </a:cubicBezTo>
                <a:cubicBezTo>
                  <a:pt x="1834606" y="14514"/>
                  <a:pt x="1779519" y="9694"/>
                  <a:pt x="1724297" y="8708"/>
                </a:cubicBezTo>
                <a:lnTo>
                  <a:pt x="1393371" y="0"/>
                </a:ln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55399800-D730-4611-9278-52DC9862B39E}"/>
              </a:ext>
            </a:extLst>
          </p:cNvPr>
          <p:cNvSpPr/>
          <p:nvPr/>
        </p:nvSpPr>
        <p:spPr bwMode="auto">
          <a:xfrm>
            <a:off x="2224957" y="4170625"/>
            <a:ext cx="1450060" cy="1249568"/>
          </a:xfrm>
          <a:custGeom>
            <a:avLst/>
            <a:gdLst>
              <a:gd name="connsiteX0" fmla="*/ 866586 w 1450060"/>
              <a:gd name="connsiteY0" fmla="*/ 781 h 1249568"/>
              <a:gd name="connsiteX1" fmla="*/ 866586 w 1450060"/>
              <a:gd name="connsiteY1" fmla="*/ 781 h 1249568"/>
              <a:gd name="connsiteX2" fmla="*/ 735957 w 1450060"/>
              <a:gd name="connsiteY2" fmla="*/ 26906 h 1249568"/>
              <a:gd name="connsiteX3" fmla="*/ 683706 w 1450060"/>
              <a:gd name="connsiteY3" fmla="*/ 44324 h 1249568"/>
              <a:gd name="connsiteX4" fmla="*/ 640163 w 1450060"/>
              <a:gd name="connsiteY4" fmla="*/ 53032 h 1249568"/>
              <a:gd name="connsiteX5" fmla="*/ 587912 w 1450060"/>
              <a:gd name="connsiteY5" fmla="*/ 70449 h 1249568"/>
              <a:gd name="connsiteX6" fmla="*/ 553077 w 1450060"/>
              <a:gd name="connsiteY6" fmla="*/ 87866 h 1249568"/>
              <a:gd name="connsiteX7" fmla="*/ 509534 w 1450060"/>
              <a:gd name="connsiteY7" fmla="*/ 96575 h 1249568"/>
              <a:gd name="connsiteX8" fmla="*/ 439866 w 1450060"/>
              <a:gd name="connsiteY8" fmla="*/ 131409 h 1249568"/>
              <a:gd name="connsiteX9" fmla="*/ 387614 w 1450060"/>
              <a:gd name="connsiteY9" fmla="*/ 148826 h 1249568"/>
              <a:gd name="connsiteX10" fmla="*/ 335363 w 1450060"/>
              <a:gd name="connsiteY10" fmla="*/ 183661 h 1249568"/>
              <a:gd name="connsiteX11" fmla="*/ 283112 w 1450060"/>
              <a:gd name="connsiteY11" fmla="*/ 201078 h 1249568"/>
              <a:gd name="connsiteX12" fmla="*/ 204734 w 1450060"/>
              <a:gd name="connsiteY12" fmla="*/ 262038 h 1249568"/>
              <a:gd name="connsiteX13" fmla="*/ 196026 w 1450060"/>
              <a:gd name="connsiteY13" fmla="*/ 288164 h 1249568"/>
              <a:gd name="connsiteX14" fmla="*/ 143774 w 1450060"/>
              <a:gd name="connsiteY14" fmla="*/ 331706 h 1249568"/>
              <a:gd name="connsiteX15" fmla="*/ 135066 w 1450060"/>
              <a:gd name="connsiteY15" fmla="*/ 357832 h 1249568"/>
              <a:gd name="connsiteX16" fmla="*/ 117649 w 1450060"/>
              <a:gd name="connsiteY16" fmla="*/ 383958 h 1249568"/>
              <a:gd name="connsiteX17" fmla="*/ 108940 w 1450060"/>
              <a:gd name="connsiteY17" fmla="*/ 418792 h 1249568"/>
              <a:gd name="connsiteX18" fmla="*/ 100232 w 1450060"/>
              <a:gd name="connsiteY18" fmla="*/ 444918 h 1249568"/>
              <a:gd name="connsiteX19" fmla="*/ 82814 w 1450060"/>
              <a:gd name="connsiteY19" fmla="*/ 514586 h 1249568"/>
              <a:gd name="connsiteX20" fmla="*/ 65397 w 1450060"/>
              <a:gd name="connsiteY20" fmla="*/ 540712 h 1249568"/>
              <a:gd name="connsiteX21" fmla="*/ 47980 w 1450060"/>
              <a:gd name="connsiteY21" fmla="*/ 610381 h 1249568"/>
              <a:gd name="connsiteX22" fmla="*/ 39272 w 1450060"/>
              <a:gd name="connsiteY22" fmla="*/ 645215 h 1249568"/>
              <a:gd name="connsiteX23" fmla="*/ 21854 w 1450060"/>
              <a:gd name="connsiteY23" fmla="*/ 662632 h 1249568"/>
              <a:gd name="connsiteX24" fmla="*/ 21854 w 1450060"/>
              <a:gd name="connsiteY24" fmla="*/ 993558 h 1249568"/>
              <a:gd name="connsiteX25" fmla="*/ 30563 w 1450060"/>
              <a:gd name="connsiteY25" fmla="*/ 1019684 h 1249568"/>
              <a:gd name="connsiteX26" fmla="*/ 91523 w 1450060"/>
              <a:gd name="connsiteY26" fmla="*/ 1089352 h 1249568"/>
              <a:gd name="connsiteX27" fmla="*/ 126357 w 1450060"/>
              <a:gd name="connsiteY27" fmla="*/ 1132895 h 1249568"/>
              <a:gd name="connsiteX28" fmla="*/ 178609 w 1450060"/>
              <a:gd name="connsiteY28" fmla="*/ 1150312 h 1249568"/>
              <a:gd name="connsiteX29" fmla="*/ 204734 w 1450060"/>
              <a:gd name="connsiteY29" fmla="*/ 1167729 h 1249568"/>
              <a:gd name="connsiteX30" fmla="*/ 265694 w 1450060"/>
              <a:gd name="connsiteY30" fmla="*/ 1193855 h 1249568"/>
              <a:gd name="connsiteX31" fmla="*/ 283112 w 1450060"/>
              <a:gd name="connsiteY31" fmla="*/ 1211272 h 1249568"/>
              <a:gd name="connsiteX32" fmla="*/ 361489 w 1450060"/>
              <a:gd name="connsiteY32" fmla="*/ 1219981 h 1249568"/>
              <a:gd name="connsiteX33" fmla="*/ 875294 w 1450060"/>
              <a:gd name="connsiteY33" fmla="*/ 1219981 h 1249568"/>
              <a:gd name="connsiteX34" fmla="*/ 1075592 w 1450060"/>
              <a:gd name="connsiteY34" fmla="*/ 1211272 h 1249568"/>
              <a:gd name="connsiteX35" fmla="*/ 1110426 w 1450060"/>
              <a:gd name="connsiteY35" fmla="*/ 1202564 h 1249568"/>
              <a:gd name="connsiteX36" fmla="*/ 1136552 w 1450060"/>
              <a:gd name="connsiteY36" fmla="*/ 1193855 h 1249568"/>
              <a:gd name="connsiteX37" fmla="*/ 1206220 w 1450060"/>
              <a:gd name="connsiteY37" fmla="*/ 1185146 h 1249568"/>
              <a:gd name="connsiteX38" fmla="*/ 1258472 w 1450060"/>
              <a:gd name="connsiteY38" fmla="*/ 1176438 h 1249568"/>
              <a:gd name="connsiteX39" fmla="*/ 1310723 w 1450060"/>
              <a:gd name="connsiteY39" fmla="*/ 1159021 h 1249568"/>
              <a:gd name="connsiteX40" fmla="*/ 1354266 w 1450060"/>
              <a:gd name="connsiteY40" fmla="*/ 1124186 h 1249568"/>
              <a:gd name="connsiteX41" fmla="*/ 1389100 w 1450060"/>
              <a:gd name="connsiteY41" fmla="*/ 1045809 h 1249568"/>
              <a:gd name="connsiteX42" fmla="*/ 1397809 w 1450060"/>
              <a:gd name="connsiteY42" fmla="*/ 1019684 h 1249568"/>
              <a:gd name="connsiteX43" fmla="*/ 1406517 w 1450060"/>
              <a:gd name="connsiteY43" fmla="*/ 993558 h 1249568"/>
              <a:gd name="connsiteX44" fmla="*/ 1423934 w 1450060"/>
              <a:gd name="connsiteY44" fmla="*/ 967432 h 1249568"/>
              <a:gd name="connsiteX45" fmla="*/ 1450060 w 1450060"/>
              <a:gd name="connsiteY45" fmla="*/ 880346 h 1249568"/>
              <a:gd name="connsiteX46" fmla="*/ 1441352 w 1450060"/>
              <a:gd name="connsiteY46" fmla="*/ 706175 h 1249568"/>
              <a:gd name="connsiteX47" fmla="*/ 1423934 w 1450060"/>
              <a:gd name="connsiteY47" fmla="*/ 653924 h 1249568"/>
              <a:gd name="connsiteX48" fmla="*/ 1406517 w 1450060"/>
              <a:gd name="connsiteY48" fmla="*/ 601672 h 1249568"/>
              <a:gd name="connsiteX49" fmla="*/ 1397809 w 1450060"/>
              <a:gd name="connsiteY49" fmla="*/ 575546 h 1249568"/>
              <a:gd name="connsiteX50" fmla="*/ 1380392 w 1450060"/>
              <a:gd name="connsiteY50" fmla="*/ 497169 h 1249568"/>
              <a:gd name="connsiteX51" fmla="*/ 1354266 w 1450060"/>
              <a:gd name="connsiteY51" fmla="*/ 410084 h 1249568"/>
              <a:gd name="connsiteX52" fmla="*/ 1345557 w 1450060"/>
              <a:gd name="connsiteY52" fmla="*/ 383958 h 1249568"/>
              <a:gd name="connsiteX53" fmla="*/ 1328140 w 1450060"/>
              <a:gd name="connsiteY53" fmla="*/ 357832 h 1249568"/>
              <a:gd name="connsiteX54" fmla="*/ 1310723 w 1450060"/>
              <a:gd name="connsiteY54" fmla="*/ 305581 h 1249568"/>
              <a:gd name="connsiteX55" fmla="*/ 1293306 w 1450060"/>
              <a:gd name="connsiteY55" fmla="*/ 279455 h 1249568"/>
              <a:gd name="connsiteX56" fmla="*/ 1267180 w 1450060"/>
              <a:gd name="connsiteY56" fmla="*/ 227204 h 1249568"/>
              <a:gd name="connsiteX57" fmla="*/ 1249763 w 1450060"/>
              <a:gd name="connsiteY57" fmla="*/ 209786 h 1249568"/>
              <a:gd name="connsiteX58" fmla="*/ 1232346 w 1450060"/>
              <a:gd name="connsiteY58" fmla="*/ 183661 h 1249568"/>
              <a:gd name="connsiteX59" fmla="*/ 1206220 w 1450060"/>
              <a:gd name="connsiteY59" fmla="*/ 166244 h 1249568"/>
              <a:gd name="connsiteX60" fmla="*/ 1188803 w 1450060"/>
              <a:gd name="connsiteY60" fmla="*/ 148826 h 1249568"/>
              <a:gd name="connsiteX61" fmla="*/ 1136552 w 1450060"/>
              <a:gd name="connsiteY61" fmla="*/ 113992 h 1249568"/>
              <a:gd name="connsiteX62" fmla="*/ 1093009 w 1450060"/>
              <a:gd name="connsiteY62" fmla="*/ 87866 h 1249568"/>
              <a:gd name="connsiteX63" fmla="*/ 1066883 w 1450060"/>
              <a:gd name="connsiteY63" fmla="*/ 61741 h 1249568"/>
              <a:gd name="connsiteX64" fmla="*/ 1014632 w 1450060"/>
              <a:gd name="connsiteY64" fmla="*/ 44324 h 1249568"/>
              <a:gd name="connsiteX65" fmla="*/ 997214 w 1450060"/>
              <a:gd name="connsiteY65" fmla="*/ 26906 h 1249568"/>
              <a:gd name="connsiteX66" fmla="*/ 944963 w 1450060"/>
              <a:gd name="connsiteY66" fmla="*/ 9489 h 1249568"/>
              <a:gd name="connsiteX67" fmla="*/ 866586 w 1450060"/>
              <a:gd name="connsiteY67" fmla="*/ 781 h 124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450060" h="1249568">
                <a:moveTo>
                  <a:pt x="866586" y="781"/>
                </a:moveTo>
                <a:lnTo>
                  <a:pt x="866586" y="781"/>
                </a:lnTo>
                <a:cubicBezTo>
                  <a:pt x="823043" y="9489"/>
                  <a:pt x="778083" y="12863"/>
                  <a:pt x="735957" y="26906"/>
                </a:cubicBezTo>
                <a:cubicBezTo>
                  <a:pt x="718540" y="32712"/>
                  <a:pt x="701709" y="40724"/>
                  <a:pt x="683706" y="44324"/>
                </a:cubicBezTo>
                <a:cubicBezTo>
                  <a:pt x="669192" y="47227"/>
                  <a:pt x="654443" y="49137"/>
                  <a:pt x="640163" y="53032"/>
                </a:cubicBezTo>
                <a:cubicBezTo>
                  <a:pt x="622451" y="57862"/>
                  <a:pt x="604333" y="62239"/>
                  <a:pt x="587912" y="70449"/>
                </a:cubicBezTo>
                <a:cubicBezTo>
                  <a:pt x="576300" y="76255"/>
                  <a:pt x="565393" y="83761"/>
                  <a:pt x="553077" y="87866"/>
                </a:cubicBezTo>
                <a:cubicBezTo>
                  <a:pt x="539035" y="92547"/>
                  <a:pt x="523712" y="92322"/>
                  <a:pt x="509534" y="96575"/>
                </a:cubicBezTo>
                <a:cubicBezTo>
                  <a:pt x="403225" y="128468"/>
                  <a:pt x="514518" y="98231"/>
                  <a:pt x="439866" y="131409"/>
                </a:cubicBezTo>
                <a:cubicBezTo>
                  <a:pt x="423089" y="138865"/>
                  <a:pt x="387614" y="148826"/>
                  <a:pt x="387614" y="148826"/>
                </a:cubicBezTo>
                <a:cubicBezTo>
                  <a:pt x="370197" y="160438"/>
                  <a:pt x="355222" y="177041"/>
                  <a:pt x="335363" y="183661"/>
                </a:cubicBezTo>
                <a:cubicBezTo>
                  <a:pt x="317946" y="189467"/>
                  <a:pt x="298388" y="190894"/>
                  <a:pt x="283112" y="201078"/>
                </a:cubicBezTo>
                <a:cubicBezTo>
                  <a:pt x="220612" y="242744"/>
                  <a:pt x="245662" y="221110"/>
                  <a:pt x="204734" y="262038"/>
                </a:cubicBezTo>
                <a:cubicBezTo>
                  <a:pt x="201831" y="270747"/>
                  <a:pt x="201118" y="280526"/>
                  <a:pt x="196026" y="288164"/>
                </a:cubicBezTo>
                <a:cubicBezTo>
                  <a:pt x="182616" y="308278"/>
                  <a:pt x="163051" y="318855"/>
                  <a:pt x="143774" y="331706"/>
                </a:cubicBezTo>
                <a:cubicBezTo>
                  <a:pt x="140871" y="340415"/>
                  <a:pt x="139171" y="349621"/>
                  <a:pt x="135066" y="357832"/>
                </a:cubicBezTo>
                <a:cubicBezTo>
                  <a:pt x="130385" y="367194"/>
                  <a:pt x="121772" y="374338"/>
                  <a:pt x="117649" y="383958"/>
                </a:cubicBezTo>
                <a:cubicBezTo>
                  <a:pt x="112934" y="394959"/>
                  <a:pt x="112228" y="407284"/>
                  <a:pt x="108940" y="418792"/>
                </a:cubicBezTo>
                <a:cubicBezTo>
                  <a:pt x="106418" y="427618"/>
                  <a:pt x="102647" y="436062"/>
                  <a:pt x="100232" y="444918"/>
                </a:cubicBezTo>
                <a:cubicBezTo>
                  <a:pt x="93934" y="468012"/>
                  <a:pt x="96092" y="494669"/>
                  <a:pt x="82814" y="514586"/>
                </a:cubicBezTo>
                <a:lnTo>
                  <a:pt x="65397" y="540712"/>
                </a:lnTo>
                <a:cubicBezTo>
                  <a:pt x="47692" y="629245"/>
                  <a:pt x="65834" y="547893"/>
                  <a:pt x="47980" y="610381"/>
                </a:cubicBezTo>
                <a:cubicBezTo>
                  <a:pt x="44692" y="621889"/>
                  <a:pt x="44625" y="634510"/>
                  <a:pt x="39272" y="645215"/>
                </a:cubicBezTo>
                <a:cubicBezTo>
                  <a:pt x="35600" y="652559"/>
                  <a:pt x="27660" y="656826"/>
                  <a:pt x="21854" y="662632"/>
                </a:cubicBezTo>
                <a:cubicBezTo>
                  <a:pt x="-18404" y="783416"/>
                  <a:pt x="6359" y="699157"/>
                  <a:pt x="21854" y="993558"/>
                </a:cubicBezTo>
                <a:cubicBezTo>
                  <a:pt x="22336" y="1002725"/>
                  <a:pt x="26105" y="1011659"/>
                  <a:pt x="30563" y="1019684"/>
                </a:cubicBezTo>
                <a:cubicBezTo>
                  <a:pt x="60446" y="1073472"/>
                  <a:pt x="53359" y="1063910"/>
                  <a:pt x="91523" y="1089352"/>
                </a:cubicBezTo>
                <a:cubicBezTo>
                  <a:pt x="100966" y="1117681"/>
                  <a:pt x="95530" y="1119194"/>
                  <a:pt x="126357" y="1132895"/>
                </a:cubicBezTo>
                <a:cubicBezTo>
                  <a:pt x="143134" y="1140351"/>
                  <a:pt x="178609" y="1150312"/>
                  <a:pt x="178609" y="1150312"/>
                </a:cubicBezTo>
                <a:cubicBezTo>
                  <a:pt x="187317" y="1156118"/>
                  <a:pt x="195373" y="1163048"/>
                  <a:pt x="204734" y="1167729"/>
                </a:cubicBezTo>
                <a:cubicBezTo>
                  <a:pt x="251182" y="1190953"/>
                  <a:pt x="211327" y="1157611"/>
                  <a:pt x="265694" y="1193855"/>
                </a:cubicBezTo>
                <a:cubicBezTo>
                  <a:pt x="272526" y="1198409"/>
                  <a:pt x="275191" y="1209112"/>
                  <a:pt x="283112" y="1211272"/>
                </a:cubicBezTo>
                <a:cubicBezTo>
                  <a:pt x="308472" y="1218188"/>
                  <a:pt x="335363" y="1217078"/>
                  <a:pt x="361489" y="1219981"/>
                </a:cubicBezTo>
                <a:cubicBezTo>
                  <a:pt x="541274" y="1279907"/>
                  <a:pt x="388772" y="1232298"/>
                  <a:pt x="875294" y="1219981"/>
                </a:cubicBezTo>
                <a:cubicBezTo>
                  <a:pt x="942102" y="1218290"/>
                  <a:pt x="1008826" y="1214175"/>
                  <a:pt x="1075592" y="1211272"/>
                </a:cubicBezTo>
                <a:cubicBezTo>
                  <a:pt x="1087203" y="1208369"/>
                  <a:pt x="1098918" y="1205852"/>
                  <a:pt x="1110426" y="1202564"/>
                </a:cubicBezTo>
                <a:cubicBezTo>
                  <a:pt x="1119253" y="1200042"/>
                  <a:pt x="1127520" y="1195497"/>
                  <a:pt x="1136552" y="1193855"/>
                </a:cubicBezTo>
                <a:cubicBezTo>
                  <a:pt x="1159578" y="1189668"/>
                  <a:pt x="1183052" y="1188456"/>
                  <a:pt x="1206220" y="1185146"/>
                </a:cubicBezTo>
                <a:cubicBezTo>
                  <a:pt x="1223700" y="1182649"/>
                  <a:pt x="1241055" y="1179341"/>
                  <a:pt x="1258472" y="1176438"/>
                </a:cubicBezTo>
                <a:cubicBezTo>
                  <a:pt x="1275889" y="1170632"/>
                  <a:pt x="1300539" y="1174297"/>
                  <a:pt x="1310723" y="1159021"/>
                </a:cubicBezTo>
                <a:cubicBezTo>
                  <a:pt x="1333232" y="1125257"/>
                  <a:pt x="1318211" y="1136205"/>
                  <a:pt x="1354266" y="1124186"/>
                </a:cubicBezTo>
                <a:cubicBezTo>
                  <a:pt x="1381868" y="1082784"/>
                  <a:pt x="1368372" y="1107992"/>
                  <a:pt x="1389100" y="1045809"/>
                </a:cubicBezTo>
                <a:lnTo>
                  <a:pt x="1397809" y="1019684"/>
                </a:lnTo>
                <a:cubicBezTo>
                  <a:pt x="1400712" y="1010975"/>
                  <a:pt x="1401425" y="1001196"/>
                  <a:pt x="1406517" y="993558"/>
                </a:cubicBezTo>
                <a:cubicBezTo>
                  <a:pt x="1412323" y="984849"/>
                  <a:pt x="1419683" y="976996"/>
                  <a:pt x="1423934" y="967432"/>
                </a:cubicBezTo>
                <a:cubicBezTo>
                  <a:pt x="1436054" y="940164"/>
                  <a:pt x="1442821" y="909303"/>
                  <a:pt x="1450060" y="880346"/>
                </a:cubicBezTo>
                <a:cubicBezTo>
                  <a:pt x="1447157" y="822289"/>
                  <a:pt x="1448015" y="763921"/>
                  <a:pt x="1441352" y="706175"/>
                </a:cubicBezTo>
                <a:cubicBezTo>
                  <a:pt x="1439248" y="687937"/>
                  <a:pt x="1429740" y="671341"/>
                  <a:pt x="1423934" y="653924"/>
                </a:cubicBezTo>
                <a:lnTo>
                  <a:pt x="1406517" y="601672"/>
                </a:lnTo>
                <a:cubicBezTo>
                  <a:pt x="1403614" y="592963"/>
                  <a:pt x="1399318" y="584601"/>
                  <a:pt x="1397809" y="575546"/>
                </a:cubicBezTo>
                <a:cubicBezTo>
                  <a:pt x="1382094" y="481263"/>
                  <a:pt x="1397541" y="557191"/>
                  <a:pt x="1380392" y="497169"/>
                </a:cubicBezTo>
                <a:cubicBezTo>
                  <a:pt x="1354078" y="405068"/>
                  <a:pt x="1395643" y="534212"/>
                  <a:pt x="1354266" y="410084"/>
                </a:cubicBezTo>
                <a:cubicBezTo>
                  <a:pt x="1351363" y="401375"/>
                  <a:pt x="1350649" y="391596"/>
                  <a:pt x="1345557" y="383958"/>
                </a:cubicBezTo>
                <a:lnTo>
                  <a:pt x="1328140" y="357832"/>
                </a:lnTo>
                <a:cubicBezTo>
                  <a:pt x="1322334" y="340415"/>
                  <a:pt x="1320907" y="320857"/>
                  <a:pt x="1310723" y="305581"/>
                </a:cubicBezTo>
                <a:cubicBezTo>
                  <a:pt x="1304917" y="296872"/>
                  <a:pt x="1297987" y="288816"/>
                  <a:pt x="1293306" y="279455"/>
                </a:cubicBezTo>
                <a:cubicBezTo>
                  <a:pt x="1271843" y="236530"/>
                  <a:pt x="1300456" y="268800"/>
                  <a:pt x="1267180" y="227204"/>
                </a:cubicBezTo>
                <a:cubicBezTo>
                  <a:pt x="1262051" y="220793"/>
                  <a:pt x="1254892" y="216197"/>
                  <a:pt x="1249763" y="209786"/>
                </a:cubicBezTo>
                <a:cubicBezTo>
                  <a:pt x="1243225" y="201613"/>
                  <a:pt x="1239747" y="191062"/>
                  <a:pt x="1232346" y="183661"/>
                </a:cubicBezTo>
                <a:cubicBezTo>
                  <a:pt x="1224945" y="176260"/>
                  <a:pt x="1214393" y="172782"/>
                  <a:pt x="1206220" y="166244"/>
                </a:cubicBezTo>
                <a:cubicBezTo>
                  <a:pt x="1199809" y="161115"/>
                  <a:pt x="1195372" y="153752"/>
                  <a:pt x="1188803" y="148826"/>
                </a:cubicBezTo>
                <a:cubicBezTo>
                  <a:pt x="1172057" y="136266"/>
                  <a:pt x="1151354" y="128793"/>
                  <a:pt x="1136552" y="113992"/>
                </a:cubicBezTo>
                <a:cubicBezTo>
                  <a:pt x="1112643" y="90084"/>
                  <a:pt x="1126923" y="99172"/>
                  <a:pt x="1093009" y="87866"/>
                </a:cubicBezTo>
                <a:cubicBezTo>
                  <a:pt x="1084300" y="79158"/>
                  <a:pt x="1077649" y="67722"/>
                  <a:pt x="1066883" y="61741"/>
                </a:cubicBezTo>
                <a:cubicBezTo>
                  <a:pt x="1050834" y="52825"/>
                  <a:pt x="1014632" y="44324"/>
                  <a:pt x="1014632" y="44324"/>
                </a:cubicBezTo>
                <a:cubicBezTo>
                  <a:pt x="1008826" y="38518"/>
                  <a:pt x="1004558" y="30578"/>
                  <a:pt x="997214" y="26906"/>
                </a:cubicBezTo>
                <a:cubicBezTo>
                  <a:pt x="980793" y="18695"/>
                  <a:pt x="962380" y="15295"/>
                  <a:pt x="944963" y="9489"/>
                </a:cubicBezTo>
                <a:cubicBezTo>
                  <a:pt x="899562" y="-5644"/>
                  <a:pt x="879649" y="2232"/>
                  <a:pt x="866586" y="78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Busca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pt-BR" dirty="0"/>
              <a:t>A busca de um elemento em uma ABB segue essa lógica: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pt-BR" sz="2000" dirty="0"/>
              <a:t>Se o nó tem o valor procurado então retorna o nó.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pt-BR" sz="2000" dirty="0"/>
              <a:t>Se o valor procurado é </a:t>
            </a:r>
            <a:r>
              <a:rPr lang="pt-BR" sz="2000" dirty="0">
                <a:solidFill>
                  <a:schemeClr val="accent2"/>
                </a:solidFill>
              </a:rPr>
              <a:t>menor</a:t>
            </a:r>
            <a:r>
              <a:rPr lang="pt-BR" sz="2000" dirty="0"/>
              <a:t> que a raiz então </a:t>
            </a:r>
            <a:r>
              <a:rPr lang="pt-BR" sz="2000" dirty="0">
                <a:solidFill>
                  <a:schemeClr val="accent2"/>
                </a:solidFill>
              </a:rPr>
              <a:t>busca na </a:t>
            </a:r>
            <a:r>
              <a:rPr lang="pt-BR" sz="2000" dirty="0" err="1">
                <a:solidFill>
                  <a:schemeClr val="accent2"/>
                </a:solidFill>
              </a:rPr>
              <a:t>subárvore</a:t>
            </a:r>
            <a:r>
              <a:rPr lang="pt-BR" sz="2000" dirty="0">
                <a:solidFill>
                  <a:schemeClr val="accent2"/>
                </a:solidFill>
              </a:rPr>
              <a:t> à esquerda</a:t>
            </a:r>
            <a:r>
              <a:rPr lang="pt-BR" sz="2000" dirty="0"/>
              <a:t>.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pt-BR" sz="2000" dirty="0"/>
              <a:t>Se o valor procurado é </a:t>
            </a:r>
            <a:r>
              <a:rPr lang="pt-BR" sz="2000" dirty="0">
                <a:solidFill>
                  <a:schemeClr val="accent2"/>
                </a:solidFill>
              </a:rPr>
              <a:t>maior</a:t>
            </a:r>
            <a:r>
              <a:rPr lang="pt-BR" sz="2000" dirty="0"/>
              <a:t> que a raiz então </a:t>
            </a:r>
            <a:r>
              <a:rPr lang="pt-BR" sz="2000" dirty="0">
                <a:solidFill>
                  <a:schemeClr val="accent2"/>
                </a:solidFill>
              </a:rPr>
              <a:t>busca na </a:t>
            </a:r>
            <a:r>
              <a:rPr lang="pt-BR" sz="2000" dirty="0" err="1">
                <a:solidFill>
                  <a:schemeClr val="accent2"/>
                </a:solidFill>
              </a:rPr>
              <a:t>subárvore</a:t>
            </a:r>
            <a:r>
              <a:rPr lang="pt-BR" sz="2000" dirty="0">
                <a:solidFill>
                  <a:schemeClr val="accent2"/>
                </a:solidFill>
              </a:rPr>
              <a:t> à direita</a:t>
            </a:r>
            <a:r>
              <a:rPr lang="pt-BR" sz="2000" dirty="0"/>
              <a:t>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E00B423-E73A-4CC8-8928-E30693CD6B9E}"/>
              </a:ext>
            </a:extLst>
          </p:cNvPr>
          <p:cNvSpPr/>
          <p:nvPr/>
        </p:nvSpPr>
        <p:spPr bwMode="auto">
          <a:xfrm>
            <a:off x="3912276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8D14442-FD8B-4DAF-BAE0-1803E27D58C8}"/>
              </a:ext>
            </a:extLst>
          </p:cNvPr>
          <p:cNvSpPr/>
          <p:nvPr/>
        </p:nvSpPr>
        <p:spPr bwMode="auto">
          <a:xfrm>
            <a:off x="4920388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9135747-A98E-4F48-97ED-8CF2C36DA40E}"/>
              </a:ext>
            </a:extLst>
          </p:cNvPr>
          <p:cNvSpPr/>
          <p:nvPr/>
        </p:nvSpPr>
        <p:spPr bwMode="auto">
          <a:xfrm>
            <a:off x="571522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9AF8DD4-A6E6-4692-96A8-7852C62132C8}"/>
              </a:ext>
            </a:extLst>
          </p:cNvPr>
          <p:cNvSpPr/>
          <p:nvPr/>
        </p:nvSpPr>
        <p:spPr bwMode="auto">
          <a:xfrm>
            <a:off x="608416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AEB3EB77-F074-4FAF-A411-100DDB8822CE}"/>
              </a:ext>
            </a:extLst>
          </p:cNvPr>
          <p:cNvCxnSpPr>
            <a:cxnSpLocks/>
            <a:stCxn id="29" idx="3"/>
            <a:endCxn id="30" idx="0"/>
          </p:cNvCxnSpPr>
          <p:nvPr/>
        </p:nvCxnSpPr>
        <p:spPr bwMode="auto">
          <a:xfrm>
            <a:off x="4272316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22212AC5-BF6D-4B2A-947F-954F94AEB396}"/>
              </a:ext>
            </a:extLst>
          </p:cNvPr>
          <p:cNvCxnSpPr>
            <a:stCxn id="30" idx="3"/>
            <a:endCxn id="31" idx="0"/>
          </p:cNvCxnSpPr>
          <p:nvPr/>
        </p:nvCxnSpPr>
        <p:spPr bwMode="auto">
          <a:xfrm>
            <a:off x="5280428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BEFCA643-F445-4945-86DA-B0D8DBE9D75B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6075261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CA078D53-8060-4303-83CA-D92AA92F8618}"/>
              </a:ext>
            </a:extLst>
          </p:cNvPr>
          <p:cNvSpPr/>
          <p:nvPr/>
        </p:nvSpPr>
        <p:spPr bwMode="auto">
          <a:xfrm>
            <a:off x="3449938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E3C223A-AB2A-4CE6-8A7D-CE2FFE03A549}"/>
              </a:ext>
            </a:extLst>
          </p:cNvPr>
          <p:cNvSpPr txBox="1"/>
          <p:nvPr/>
        </p:nvSpPr>
        <p:spPr>
          <a:xfrm>
            <a:off x="2987824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4E8E10E-760B-4347-8E09-E92C76952A88}"/>
              </a:ext>
            </a:extLst>
          </p:cNvPr>
          <p:cNvSpPr/>
          <p:nvPr/>
        </p:nvSpPr>
        <p:spPr bwMode="auto">
          <a:xfrm>
            <a:off x="2844759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1166DC4-BD19-445E-AE9F-9AF3D1FEE1A9}"/>
              </a:ext>
            </a:extLst>
          </p:cNvPr>
          <p:cNvSpPr/>
          <p:nvPr/>
        </p:nvSpPr>
        <p:spPr bwMode="auto">
          <a:xfrm>
            <a:off x="408848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B9F50C7F-094B-4F91-AF09-387F56B39E53}"/>
              </a:ext>
            </a:extLst>
          </p:cNvPr>
          <p:cNvSpPr/>
          <p:nvPr/>
        </p:nvSpPr>
        <p:spPr bwMode="auto">
          <a:xfrm>
            <a:off x="3203848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21715DA2-AE15-4C71-8F4A-F52C5BE43F6A}"/>
              </a:ext>
            </a:extLst>
          </p:cNvPr>
          <p:cNvSpPr/>
          <p:nvPr/>
        </p:nvSpPr>
        <p:spPr bwMode="auto">
          <a:xfrm>
            <a:off x="2483768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3B301D5B-11D3-4497-9083-80A6B5CCC5B0}"/>
              </a:ext>
            </a:extLst>
          </p:cNvPr>
          <p:cNvCxnSpPr>
            <a:stCxn id="38" idx="3"/>
            <a:endCxn id="40" idx="0"/>
          </p:cNvCxnSpPr>
          <p:nvPr/>
        </p:nvCxnSpPr>
        <p:spPr bwMode="auto">
          <a:xfrm>
            <a:off x="3204799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4D99142-2099-415C-858C-25883EC865A3}"/>
              </a:ext>
            </a:extLst>
          </p:cNvPr>
          <p:cNvCxnSpPr>
            <a:stCxn id="38" idx="1"/>
            <a:endCxn id="41" idx="0"/>
          </p:cNvCxnSpPr>
          <p:nvPr/>
        </p:nvCxnSpPr>
        <p:spPr bwMode="auto">
          <a:xfrm rot="10800000" flipV="1">
            <a:off x="2663789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A3672BA5-F2F8-4D10-B3ED-CC7A3772461A}"/>
              </a:ext>
            </a:extLst>
          </p:cNvPr>
          <p:cNvCxnSpPr>
            <a:stCxn id="29" idx="1"/>
            <a:endCxn id="38" idx="0"/>
          </p:cNvCxnSpPr>
          <p:nvPr/>
        </p:nvCxnSpPr>
        <p:spPr bwMode="auto">
          <a:xfrm rot="10800000" flipV="1">
            <a:off x="3024780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036FBCA5-84DD-487F-8A1A-2871FDBFD449}"/>
              </a:ext>
            </a:extLst>
          </p:cNvPr>
          <p:cNvSpPr/>
          <p:nvPr/>
        </p:nvSpPr>
        <p:spPr bwMode="auto">
          <a:xfrm>
            <a:off x="4499992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878C5D6E-AF7D-4399-A636-03CBD1784F3B}"/>
              </a:ext>
            </a:extLst>
          </p:cNvPr>
          <p:cNvSpPr/>
          <p:nvPr/>
        </p:nvSpPr>
        <p:spPr bwMode="auto">
          <a:xfrm>
            <a:off x="3707904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AFE3EA0C-E299-4BE2-9F10-D3A6D938A2F4}"/>
              </a:ext>
            </a:extLst>
          </p:cNvPr>
          <p:cNvCxnSpPr>
            <a:stCxn id="39" idx="1"/>
            <a:endCxn id="46" idx="0"/>
          </p:cNvCxnSpPr>
          <p:nvPr/>
        </p:nvCxnSpPr>
        <p:spPr bwMode="auto">
          <a:xfrm rot="10800000" flipV="1">
            <a:off x="3887925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53DFD57F-3D09-4BCC-B427-D8534F93407C}"/>
              </a:ext>
            </a:extLst>
          </p:cNvPr>
          <p:cNvCxnSpPr>
            <a:stCxn id="39" idx="3"/>
            <a:endCxn id="45" idx="0"/>
          </p:cNvCxnSpPr>
          <p:nvPr/>
        </p:nvCxnSpPr>
        <p:spPr bwMode="auto">
          <a:xfrm>
            <a:off x="4448523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9" name="Retângulo 48">
            <a:extLst>
              <a:ext uri="{FF2B5EF4-FFF2-40B4-BE49-F238E27FC236}">
                <a16:creationId xmlns:a16="http://schemas.microsoft.com/office/drawing/2014/main" id="{CFFEBC30-644A-4A3A-9D29-B2B43395138D}"/>
              </a:ext>
            </a:extLst>
          </p:cNvPr>
          <p:cNvSpPr/>
          <p:nvPr/>
        </p:nvSpPr>
        <p:spPr bwMode="auto">
          <a:xfrm>
            <a:off x="4932040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E22BF0B1-648D-4083-88D9-622577C15040}"/>
              </a:ext>
            </a:extLst>
          </p:cNvPr>
          <p:cNvCxnSpPr>
            <a:stCxn id="45" idx="3"/>
            <a:endCxn id="49" idx="0"/>
          </p:cNvCxnSpPr>
          <p:nvPr/>
        </p:nvCxnSpPr>
        <p:spPr bwMode="auto">
          <a:xfrm>
            <a:off x="4860032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Retângulo 50">
            <a:extLst>
              <a:ext uri="{FF2B5EF4-FFF2-40B4-BE49-F238E27FC236}">
                <a16:creationId xmlns:a16="http://schemas.microsoft.com/office/drawing/2014/main" id="{37452CE2-2E71-486C-818D-5ECBB7BC0DC5}"/>
              </a:ext>
            </a:extLst>
          </p:cNvPr>
          <p:cNvSpPr/>
          <p:nvPr/>
        </p:nvSpPr>
        <p:spPr bwMode="auto">
          <a:xfrm>
            <a:off x="536408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32F654B1-177B-44EB-82A7-8F05F39D2B32}"/>
              </a:ext>
            </a:extLst>
          </p:cNvPr>
          <p:cNvCxnSpPr>
            <a:stCxn id="31" idx="1"/>
            <a:endCxn id="51" idx="0"/>
          </p:cNvCxnSpPr>
          <p:nvPr/>
        </p:nvCxnSpPr>
        <p:spPr bwMode="auto">
          <a:xfrm rot="10800000" flipV="1">
            <a:off x="5544109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26A7650D-2B31-4C9A-8B58-E3999522B2FE}"/>
              </a:ext>
            </a:extLst>
          </p:cNvPr>
          <p:cNvCxnSpPr>
            <a:cxnSpLocks/>
            <a:stCxn id="30" idx="1"/>
            <a:endCxn id="39" idx="0"/>
          </p:cNvCxnSpPr>
          <p:nvPr/>
        </p:nvCxnSpPr>
        <p:spPr bwMode="auto">
          <a:xfrm rot="10800000" flipV="1">
            <a:off x="4268504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42926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Busca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*busca(Arvore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NULL;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(r-&gt;valor == valor)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(r-&gt;valor &gt; valor)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busca(r-&gt;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busca(r-&gt;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1417C01-549A-4305-BC35-40A86A85C86F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D6A0D78-C727-4F76-9B5B-57F003953078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8BBAA2-2E1F-4957-8632-99A2A70BE2C0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CC36DD5-8CD5-4F84-8D70-3814D8E8E498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209C5A5-B1BF-4B9F-9514-BC8D7F15610A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8938B933-E206-4371-910D-F7B98C930CB4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61543E28-35BB-4C21-97CC-C23022215124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1D8BC97E-81E5-4429-85F2-89E49FFE021E}"/>
              </a:ext>
            </a:extLst>
          </p:cNvPr>
          <p:cNvSpPr/>
          <p:nvPr/>
        </p:nvSpPr>
        <p:spPr bwMode="auto">
          <a:xfrm>
            <a:off x="6042226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504FEF2-8124-42EF-B932-D6A97407AC59}"/>
              </a:ext>
            </a:extLst>
          </p:cNvPr>
          <p:cNvSpPr txBox="1"/>
          <p:nvPr/>
        </p:nvSpPr>
        <p:spPr>
          <a:xfrm>
            <a:off x="5580112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B60EFB0-896E-4AC8-ACBF-59DDAF2EBCBC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095FB5A-3E1C-4BC2-A7FE-601B4326F400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0804218-3066-493A-83B6-3A9E3EC61051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1D5EA10-CF92-4764-A918-6DD33E785720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7B70F44C-B7D7-4F4B-A3C7-6A12512B996D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7934DD49-C411-4691-A335-C048AE57FD26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B71A955A-F00E-4E2E-A854-77874EE68307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5A124764-E8CC-4170-BEF6-E1E1AE4747D0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EF69BF9-2318-43AA-A138-A2935D59FB45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87507FA0-C2B8-42FD-A20F-363A074C32B5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370B43CF-C989-4CA0-BE60-C55B38373FF5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673C4A44-9922-4DAD-8262-F16D2E699339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2748A2A5-C16F-4DDA-8B61-0887F20158CA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5BD32404-7CD1-47F8-818F-83B8D4FCCBB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F1F13DD4-3E2E-48ED-9077-BAFD487EA19F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7447E851-5DEB-445C-9323-6467AD48D3D0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76087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Busca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pt-BR" dirty="0"/>
              <a:t>Outra propriedade interessante da ABB é o cálculo do menor e do maior elemento:</a:t>
            </a:r>
          </a:p>
          <a:p>
            <a:pPr lvl="1" algn="just">
              <a:spcBef>
                <a:spcPts val="600"/>
              </a:spcBef>
              <a:defRPr/>
            </a:pPr>
            <a:r>
              <a:rPr lang="pt-BR" sz="2000" dirty="0">
                <a:solidFill>
                  <a:schemeClr val="accent2"/>
                </a:solidFill>
              </a:rPr>
              <a:t>Menor elemento</a:t>
            </a:r>
            <a:r>
              <a:rPr lang="pt-BR" sz="2000" dirty="0"/>
              <a:t>: a partir da raiz, caminhar sempre para o nó </a:t>
            </a:r>
            <a:r>
              <a:rPr lang="pt-BR" sz="2000" dirty="0">
                <a:solidFill>
                  <a:schemeClr val="accent2"/>
                </a:solidFill>
              </a:rPr>
              <a:t>mais à esquerda</a:t>
            </a:r>
            <a:r>
              <a:rPr lang="pt-BR" sz="2000" dirty="0"/>
              <a:t>.  O último nó à esquerda é o que contém o menor elemento.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AB15A2-A9D4-4638-A34F-77D921E75A53}"/>
              </a:ext>
            </a:extLst>
          </p:cNvPr>
          <p:cNvSpPr/>
          <p:nvPr/>
        </p:nvSpPr>
        <p:spPr bwMode="auto">
          <a:xfrm>
            <a:off x="3912276" y="3383449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02220D-AF3B-4336-BE1D-DEE47CAB89F8}"/>
              </a:ext>
            </a:extLst>
          </p:cNvPr>
          <p:cNvSpPr/>
          <p:nvPr/>
        </p:nvSpPr>
        <p:spPr bwMode="auto">
          <a:xfrm>
            <a:off x="4920388" y="388750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4451EA9-3372-4E3A-942A-D85F61D9CF7D}"/>
              </a:ext>
            </a:extLst>
          </p:cNvPr>
          <p:cNvSpPr/>
          <p:nvPr/>
        </p:nvSpPr>
        <p:spPr bwMode="auto">
          <a:xfrm>
            <a:off x="5715221" y="439156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0C7FD37-868B-4D43-BB00-BC67E5AA272E}"/>
              </a:ext>
            </a:extLst>
          </p:cNvPr>
          <p:cNvSpPr/>
          <p:nvPr/>
        </p:nvSpPr>
        <p:spPr bwMode="auto">
          <a:xfrm>
            <a:off x="6084168" y="48956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2F86506A-679F-421D-AC18-3D5A01E4741F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4272316" y="3563469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DAE32855-DCB3-4FC4-8036-419C8261E69A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5280428" y="4067525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8AE0428B-6F13-4882-8D3D-0DF5F463B60A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6075261" y="4571581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F37653C6-EA3C-4E23-9C35-F2B60E337119}"/>
              </a:ext>
            </a:extLst>
          </p:cNvPr>
          <p:cNvSpPr/>
          <p:nvPr/>
        </p:nvSpPr>
        <p:spPr bwMode="auto">
          <a:xfrm>
            <a:off x="3449938" y="3096161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93031F4-6487-4938-806A-8A3005688193}"/>
              </a:ext>
            </a:extLst>
          </p:cNvPr>
          <p:cNvSpPr txBox="1"/>
          <p:nvPr/>
        </p:nvSpPr>
        <p:spPr>
          <a:xfrm>
            <a:off x="2987824" y="2924944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57A76E1-7E52-4F2A-9AE1-C4D2D6C84630}"/>
              </a:ext>
            </a:extLst>
          </p:cNvPr>
          <p:cNvSpPr/>
          <p:nvPr/>
        </p:nvSpPr>
        <p:spPr bwMode="auto">
          <a:xfrm>
            <a:off x="2844759" y="3887505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D05A09E-7846-495D-BADC-B39C4F11DF54}"/>
              </a:ext>
            </a:extLst>
          </p:cNvPr>
          <p:cNvSpPr/>
          <p:nvPr/>
        </p:nvSpPr>
        <p:spPr bwMode="auto">
          <a:xfrm>
            <a:off x="4088483" y="439156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B490E94-0681-4D07-9A8E-4DD54DA6E7E5}"/>
              </a:ext>
            </a:extLst>
          </p:cNvPr>
          <p:cNvSpPr/>
          <p:nvPr/>
        </p:nvSpPr>
        <p:spPr bwMode="auto">
          <a:xfrm>
            <a:off x="3203848" y="437355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E3E85D0-704A-4EE2-9BEB-17885C85B17F}"/>
              </a:ext>
            </a:extLst>
          </p:cNvPr>
          <p:cNvSpPr/>
          <p:nvPr/>
        </p:nvSpPr>
        <p:spPr bwMode="auto">
          <a:xfrm>
            <a:off x="2483768" y="4375603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B84FC8AB-65BF-4749-A4D1-E03FB1D20D6C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3204799" y="4067525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020F9E40-7558-432E-95B6-9CA3AE3D1E70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2663789" y="4067525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080258D5-3ED7-49D4-91F4-6C0D0CBCA36F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3024780" y="3563469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B5407105-1C4A-41B6-B67C-218B259DB548}"/>
              </a:ext>
            </a:extLst>
          </p:cNvPr>
          <p:cNvSpPr/>
          <p:nvPr/>
        </p:nvSpPr>
        <p:spPr bwMode="auto">
          <a:xfrm>
            <a:off x="4499992" y="489766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47AF5F4-D33A-4284-B749-5E6310D279B9}"/>
              </a:ext>
            </a:extLst>
          </p:cNvPr>
          <p:cNvSpPr/>
          <p:nvPr/>
        </p:nvSpPr>
        <p:spPr bwMode="auto">
          <a:xfrm>
            <a:off x="3707904" y="48956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CE4F46C1-FA19-464E-9591-EBFA36DC0F35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3887925" y="4571581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10D2EE28-59E0-4CD1-88FD-A1820CD68B8E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4448523" y="4571581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11FE9644-992D-4D2F-BC79-05978BDADCE6}"/>
              </a:ext>
            </a:extLst>
          </p:cNvPr>
          <p:cNvSpPr/>
          <p:nvPr/>
        </p:nvSpPr>
        <p:spPr bwMode="auto">
          <a:xfrm>
            <a:off x="4932040" y="540993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ABEFD754-D6A5-47EF-833B-F1D6280CEEA1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4860032" y="5077681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4B9F2451-4F12-44C3-8536-DBBE4C0FA85F}"/>
              </a:ext>
            </a:extLst>
          </p:cNvPr>
          <p:cNvSpPr/>
          <p:nvPr/>
        </p:nvSpPr>
        <p:spPr bwMode="auto">
          <a:xfrm>
            <a:off x="5364088" y="48956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7471261D-6950-40A3-82A4-AA0BE3CD02EB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5544109" y="4571581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731B5027-43FB-42BC-AA72-E767D0BFE551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4268504" y="4067525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931252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Busca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pt-BR" dirty="0"/>
              <a:t>Outra propriedade interessante da ABB é o cálculo do menor e do maior elemento:</a:t>
            </a:r>
          </a:p>
          <a:p>
            <a:pPr lvl="1" algn="just">
              <a:spcBef>
                <a:spcPts val="600"/>
              </a:spcBef>
              <a:defRPr/>
            </a:pPr>
            <a:r>
              <a:rPr lang="pt-BR" sz="2000" dirty="0">
                <a:solidFill>
                  <a:schemeClr val="accent2"/>
                </a:solidFill>
              </a:rPr>
              <a:t>Maior elemento</a:t>
            </a:r>
            <a:r>
              <a:rPr lang="pt-BR" sz="2000" dirty="0"/>
              <a:t>: a partir da raiz, caminhar sempre para o nó </a:t>
            </a:r>
            <a:r>
              <a:rPr lang="pt-BR" sz="2000" dirty="0">
                <a:solidFill>
                  <a:schemeClr val="accent2"/>
                </a:solidFill>
              </a:rPr>
              <a:t>mais à direita</a:t>
            </a:r>
            <a:r>
              <a:rPr lang="pt-BR" sz="2000" dirty="0"/>
              <a:t>.  O último nó à direita é o que contém o maior elemento.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AB15A2-A9D4-4638-A34F-77D921E75A53}"/>
              </a:ext>
            </a:extLst>
          </p:cNvPr>
          <p:cNvSpPr/>
          <p:nvPr/>
        </p:nvSpPr>
        <p:spPr bwMode="auto">
          <a:xfrm>
            <a:off x="3912276" y="3383449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02220D-AF3B-4336-BE1D-DEE47CAB89F8}"/>
              </a:ext>
            </a:extLst>
          </p:cNvPr>
          <p:cNvSpPr/>
          <p:nvPr/>
        </p:nvSpPr>
        <p:spPr bwMode="auto">
          <a:xfrm>
            <a:off x="4920388" y="3887505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4451EA9-3372-4E3A-942A-D85F61D9CF7D}"/>
              </a:ext>
            </a:extLst>
          </p:cNvPr>
          <p:cNvSpPr/>
          <p:nvPr/>
        </p:nvSpPr>
        <p:spPr bwMode="auto">
          <a:xfrm>
            <a:off x="5715221" y="4391561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0C7FD37-868B-4D43-BB00-BC67E5AA272E}"/>
              </a:ext>
            </a:extLst>
          </p:cNvPr>
          <p:cNvSpPr/>
          <p:nvPr/>
        </p:nvSpPr>
        <p:spPr bwMode="auto">
          <a:xfrm>
            <a:off x="6084168" y="4895617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2F86506A-679F-421D-AC18-3D5A01E4741F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4272316" y="3563469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DAE32855-DCB3-4FC4-8036-419C8261E69A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5280428" y="4067525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8AE0428B-6F13-4882-8D3D-0DF5F463B60A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6075261" y="4571581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F37653C6-EA3C-4E23-9C35-F2B60E337119}"/>
              </a:ext>
            </a:extLst>
          </p:cNvPr>
          <p:cNvSpPr/>
          <p:nvPr/>
        </p:nvSpPr>
        <p:spPr bwMode="auto">
          <a:xfrm>
            <a:off x="3449938" y="3096161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93031F4-6487-4938-806A-8A3005688193}"/>
              </a:ext>
            </a:extLst>
          </p:cNvPr>
          <p:cNvSpPr txBox="1"/>
          <p:nvPr/>
        </p:nvSpPr>
        <p:spPr>
          <a:xfrm>
            <a:off x="2987824" y="2924944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57A76E1-7E52-4F2A-9AE1-C4D2D6C84630}"/>
              </a:ext>
            </a:extLst>
          </p:cNvPr>
          <p:cNvSpPr/>
          <p:nvPr/>
        </p:nvSpPr>
        <p:spPr bwMode="auto">
          <a:xfrm>
            <a:off x="2844759" y="388750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D05A09E-7846-495D-BADC-B39C4F11DF54}"/>
              </a:ext>
            </a:extLst>
          </p:cNvPr>
          <p:cNvSpPr/>
          <p:nvPr/>
        </p:nvSpPr>
        <p:spPr bwMode="auto">
          <a:xfrm>
            <a:off x="4088483" y="439156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B490E94-0681-4D07-9A8E-4DD54DA6E7E5}"/>
              </a:ext>
            </a:extLst>
          </p:cNvPr>
          <p:cNvSpPr/>
          <p:nvPr/>
        </p:nvSpPr>
        <p:spPr bwMode="auto">
          <a:xfrm>
            <a:off x="3203848" y="437355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E3E85D0-704A-4EE2-9BEB-17885C85B17F}"/>
              </a:ext>
            </a:extLst>
          </p:cNvPr>
          <p:cNvSpPr/>
          <p:nvPr/>
        </p:nvSpPr>
        <p:spPr bwMode="auto">
          <a:xfrm>
            <a:off x="2483768" y="437560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B84FC8AB-65BF-4749-A4D1-E03FB1D20D6C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3204799" y="4067525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020F9E40-7558-432E-95B6-9CA3AE3D1E70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2663789" y="4067525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080258D5-3ED7-49D4-91F4-6C0D0CBCA36F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3024780" y="3563469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B5407105-1C4A-41B6-B67C-218B259DB548}"/>
              </a:ext>
            </a:extLst>
          </p:cNvPr>
          <p:cNvSpPr/>
          <p:nvPr/>
        </p:nvSpPr>
        <p:spPr bwMode="auto">
          <a:xfrm>
            <a:off x="4499992" y="489766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47AF5F4-D33A-4284-B749-5E6310D279B9}"/>
              </a:ext>
            </a:extLst>
          </p:cNvPr>
          <p:cNvSpPr/>
          <p:nvPr/>
        </p:nvSpPr>
        <p:spPr bwMode="auto">
          <a:xfrm>
            <a:off x="3707904" y="48956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CE4F46C1-FA19-464E-9591-EBFA36DC0F35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3887925" y="4571581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10D2EE28-59E0-4CD1-88FD-A1820CD68B8E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4448523" y="4571581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11FE9644-992D-4D2F-BC79-05978BDADCE6}"/>
              </a:ext>
            </a:extLst>
          </p:cNvPr>
          <p:cNvSpPr/>
          <p:nvPr/>
        </p:nvSpPr>
        <p:spPr bwMode="auto">
          <a:xfrm>
            <a:off x="4932040" y="540993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ABEFD754-D6A5-47EF-833B-F1D6280CEEA1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4860032" y="5077681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4B9F2451-4F12-44C3-8536-DBBE4C0FA85F}"/>
              </a:ext>
            </a:extLst>
          </p:cNvPr>
          <p:cNvSpPr/>
          <p:nvPr/>
        </p:nvSpPr>
        <p:spPr bwMode="auto">
          <a:xfrm>
            <a:off x="5364088" y="48956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7471261D-6950-40A3-82A4-AA0BE3CD02EB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5544109" y="4571581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731B5027-43FB-42BC-AA72-E767D0BFE551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4268504" y="4067525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77165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600"/>
              </a:spcBef>
              <a:defRPr/>
            </a:pPr>
            <a:r>
              <a:rPr lang="pt-BR" dirty="0"/>
              <a:t>A inserção de um novo elemento em uma ABB segue a mesma lógica da busca: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pt-BR" dirty="0"/>
              <a:t>Se já existe um nó com o valor a ser inserido então não insere de novo.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pt-BR" dirty="0"/>
              <a:t>Se o valor a ser inserido é </a:t>
            </a:r>
            <a:r>
              <a:rPr lang="pt-BR" dirty="0">
                <a:solidFill>
                  <a:schemeClr val="accent2"/>
                </a:solidFill>
              </a:rPr>
              <a:t>menor</a:t>
            </a:r>
            <a:r>
              <a:rPr lang="pt-BR" dirty="0"/>
              <a:t> que a raiz então </a:t>
            </a:r>
            <a:r>
              <a:rPr lang="pt-BR" dirty="0">
                <a:solidFill>
                  <a:schemeClr val="accent2"/>
                </a:solidFill>
              </a:rPr>
              <a:t>insere na </a:t>
            </a:r>
            <a:r>
              <a:rPr lang="pt-BR" dirty="0" err="1">
                <a:solidFill>
                  <a:schemeClr val="accent2"/>
                </a:solidFill>
              </a:rPr>
              <a:t>subárvore</a:t>
            </a:r>
            <a:r>
              <a:rPr lang="pt-BR" dirty="0">
                <a:solidFill>
                  <a:schemeClr val="accent2"/>
                </a:solidFill>
              </a:rPr>
              <a:t> à esquerda</a:t>
            </a:r>
            <a:r>
              <a:rPr lang="pt-BR" dirty="0"/>
              <a:t>.</a:t>
            </a:r>
          </a:p>
          <a:p>
            <a:pPr marL="800100" lvl="1" indent="-342900" algn="just">
              <a:spcBef>
                <a:spcPts val="600"/>
              </a:spcBef>
              <a:buFont typeface="+mj-lt"/>
              <a:buAutoNum type="arabicPeriod"/>
              <a:defRPr/>
            </a:pPr>
            <a:r>
              <a:rPr lang="pt-BR" dirty="0"/>
              <a:t>Se o valor a ser inserido é </a:t>
            </a:r>
            <a:r>
              <a:rPr lang="pt-BR" dirty="0">
                <a:solidFill>
                  <a:schemeClr val="accent2"/>
                </a:solidFill>
              </a:rPr>
              <a:t>maior</a:t>
            </a:r>
            <a:r>
              <a:rPr lang="pt-BR" dirty="0"/>
              <a:t> que a raiz então </a:t>
            </a:r>
            <a:r>
              <a:rPr lang="pt-BR" dirty="0">
                <a:solidFill>
                  <a:schemeClr val="accent2"/>
                </a:solidFill>
              </a:rPr>
              <a:t>insere na </a:t>
            </a:r>
            <a:r>
              <a:rPr lang="pt-BR" dirty="0" err="1">
                <a:solidFill>
                  <a:schemeClr val="accent2"/>
                </a:solidFill>
              </a:rPr>
              <a:t>subárvore</a:t>
            </a:r>
            <a:r>
              <a:rPr lang="pt-BR" dirty="0">
                <a:solidFill>
                  <a:schemeClr val="accent2"/>
                </a:solidFill>
              </a:rPr>
              <a:t> à direita</a:t>
            </a:r>
            <a:r>
              <a:rPr lang="pt-BR" dirty="0"/>
              <a:t>.</a:t>
            </a:r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AA28C77D-5928-467F-9CFF-EEC882320F39}"/>
              </a:ext>
            </a:extLst>
          </p:cNvPr>
          <p:cNvSpPr/>
          <p:nvPr/>
        </p:nvSpPr>
        <p:spPr bwMode="auto">
          <a:xfrm>
            <a:off x="3596640" y="4171406"/>
            <a:ext cx="2969623" cy="2178526"/>
          </a:xfrm>
          <a:custGeom>
            <a:avLst/>
            <a:gdLst>
              <a:gd name="connsiteX0" fmla="*/ 1393371 w 2969623"/>
              <a:gd name="connsiteY0" fmla="*/ 0 h 2178526"/>
              <a:gd name="connsiteX1" fmla="*/ 1393371 w 2969623"/>
              <a:gd name="connsiteY1" fmla="*/ 0 h 2178526"/>
              <a:gd name="connsiteX2" fmla="*/ 1314994 w 2969623"/>
              <a:gd name="connsiteY2" fmla="*/ 34834 h 2178526"/>
              <a:gd name="connsiteX3" fmla="*/ 1288869 w 2969623"/>
              <a:gd name="connsiteY3" fmla="*/ 43543 h 2178526"/>
              <a:gd name="connsiteX4" fmla="*/ 1254034 w 2969623"/>
              <a:gd name="connsiteY4" fmla="*/ 60960 h 2178526"/>
              <a:gd name="connsiteX5" fmla="*/ 1184366 w 2969623"/>
              <a:gd name="connsiteY5" fmla="*/ 78377 h 2178526"/>
              <a:gd name="connsiteX6" fmla="*/ 1158240 w 2969623"/>
              <a:gd name="connsiteY6" fmla="*/ 95794 h 2178526"/>
              <a:gd name="connsiteX7" fmla="*/ 1097280 w 2969623"/>
              <a:gd name="connsiteY7" fmla="*/ 113211 h 2178526"/>
              <a:gd name="connsiteX8" fmla="*/ 1071154 w 2969623"/>
              <a:gd name="connsiteY8" fmla="*/ 130628 h 2178526"/>
              <a:gd name="connsiteX9" fmla="*/ 1018903 w 2969623"/>
              <a:gd name="connsiteY9" fmla="*/ 148045 h 2178526"/>
              <a:gd name="connsiteX10" fmla="*/ 992777 w 2969623"/>
              <a:gd name="connsiteY10" fmla="*/ 156754 h 2178526"/>
              <a:gd name="connsiteX11" fmla="*/ 905691 w 2969623"/>
              <a:gd name="connsiteY11" fmla="*/ 182880 h 2178526"/>
              <a:gd name="connsiteX12" fmla="*/ 809897 w 2969623"/>
              <a:gd name="connsiteY12" fmla="*/ 235131 h 2178526"/>
              <a:gd name="connsiteX13" fmla="*/ 757646 w 2969623"/>
              <a:gd name="connsiteY13" fmla="*/ 269965 h 2178526"/>
              <a:gd name="connsiteX14" fmla="*/ 696686 w 2969623"/>
              <a:gd name="connsiteY14" fmla="*/ 322217 h 2178526"/>
              <a:gd name="connsiteX15" fmla="*/ 670560 w 2969623"/>
              <a:gd name="connsiteY15" fmla="*/ 330925 h 2178526"/>
              <a:gd name="connsiteX16" fmla="*/ 653143 w 2969623"/>
              <a:gd name="connsiteY16" fmla="*/ 348343 h 2178526"/>
              <a:gd name="connsiteX17" fmla="*/ 600891 w 2969623"/>
              <a:gd name="connsiteY17" fmla="*/ 383177 h 2178526"/>
              <a:gd name="connsiteX18" fmla="*/ 539931 w 2969623"/>
              <a:gd name="connsiteY18" fmla="*/ 452845 h 2178526"/>
              <a:gd name="connsiteX19" fmla="*/ 522514 w 2969623"/>
              <a:gd name="connsiteY19" fmla="*/ 470263 h 2178526"/>
              <a:gd name="connsiteX20" fmla="*/ 478971 w 2969623"/>
              <a:gd name="connsiteY20" fmla="*/ 531223 h 2178526"/>
              <a:gd name="connsiteX21" fmla="*/ 444137 w 2969623"/>
              <a:gd name="connsiteY21" fmla="*/ 583474 h 2178526"/>
              <a:gd name="connsiteX22" fmla="*/ 383177 w 2969623"/>
              <a:gd name="connsiteY22" fmla="*/ 644434 h 2178526"/>
              <a:gd name="connsiteX23" fmla="*/ 357051 w 2969623"/>
              <a:gd name="connsiteY23" fmla="*/ 670560 h 2178526"/>
              <a:gd name="connsiteX24" fmla="*/ 339634 w 2969623"/>
              <a:gd name="connsiteY24" fmla="*/ 696685 h 2178526"/>
              <a:gd name="connsiteX25" fmla="*/ 313509 w 2969623"/>
              <a:gd name="connsiteY25" fmla="*/ 705394 h 2178526"/>
              <a:gd name="connsiteX26" fmla="*/ 261257 w 2969623"/>
              <a:gd name="connsiteY26" fmla="*/ 775063 h 2178526"/>
              <a:gd name="connsiteX27" fmla="*/ 243840 w 2969623"/>
              <a:gd name="connsiteY27" fmla="*/ 801188 h 2178526"/>
              <a:gd name="connsiteX28" fmla="*/ 217714 w 2969623"/>
              <a:gd name="connsiteY28" fmla="*/ 827314 h 2178526"/>
              <a:gd name="connsiteX29" fmla="*/ 191589 w 2969623"/>
              <a:gd name="connsiteY29" fmla="*/ 905691 h 2178526"/>
              <a:gd name="connsiteX30" fmla="*/ 182880 w 2969623"/>
              <a:gd name="connsiteY30" fmla="*/ 931817 h 2178526"/>
              <a:gd name="connsiteX31" fmla="*/ 165463 w 2969623"/>
              <a:gd name="connsiteY31" fmla="*/ 966651 h 2178526"/>
              <a:gd name="connsiteX32" fmla="*/ 148046 w 2969623"/>
              <a:gd name="connsiteY32" fmla="*/ 1027611 h 2178526"/>
              <a:gd name="connsiteX33" fmla="*/ 130629 w 2969623"/>
              <a:gd name="connsiteY33" fmla="*/ 1053737 h 2178526"/>
              <a:gd name="connsiteX34" fmla="*/ 95794 w 2969623"/>
              <a:gd name="connsiteY34" fmla="*/ 1132114 h 2178526"/>
              <a:gd name="connsiteX35" fmla="*/ 69669 w 2969623"/>
              <a:gd name="connsiteY35" fmla="*/ 1219200 h 2178526"/>
              <a:gd name="connsiteX36" fmla="*/ 60960 w 2969623"/>
              <a:gd name="connsiteY36" fmla="*/ 1262743 h 2178526"/>
              <a:gd name="connsiteX37" fmla="*/ 34834 w 2969623"/>
              <a:gd name="connsiteY37" fmla="*/ 1341120 h 2178526"/>
              <a:gd name="connsiteX38" fmla="*/ 26126 w 2969623"/>
              <a:gd name="connsiteY38" fmla="*/ 1367245 h 2178526"/>
              <a:gd name="connsiteX39" fmla="*/ 17417 w 2969623"/>
              <a:gd name="connsiteY39" fmla="*/ 1428205 h 2178526"/>
              <a:gd name="connsiteX40" fmla="*/ 8709 w 2969623"/>
              <a:gd name="connsiteY40" fmla="*/ 1454331 h 2178526"/>
              <a:gd name="connsiteX41" fmla="*/ 0 w 2969623"/>
              <a:gd name="connsiteY41" fmla="*/ 1515291 h 2178526"/>
              <a:gd name="connsiteX42" fmla="*/ 34834 w 2969623"/>
              <a:gd name="connsiteY42" fmla="*/ 1602377 h 2178526"/>
              <a:gd name="connsiteX43" fmla="*/ 60960 w 2969623"/>
              <a:gd name="connsiteY43" fmla="*/ 1611085 h 2178526"/>
              <a:gd name="connsiteX44" fmla="*/ 87086 w 2969623"/>
              <a:gd name="connsiteY44" fmla="*/ 1654628 h 2178526"/>
              <a:gd name="connsiteX45" fmla="*/ 130629 w 2969623"/>
              <a:gd name="connsiteY45" fmla="*/ 1706880 h 2178526"/>
              <a:gd name="connsiteX46" fmla="*/ 148046 w 2969623"/>
              <a:gd name="connsiteY46" fmla="*/ 1733005 h 2178526"/>
              <a:gd name="connsiteX47" fmla="*/ 182880 w 2969623"/>
              <a:gd name="connsiteY47" fmla="*/ 1741714 h 2178526"/>
              <a:gd name="connsiteX48" fmla="*/ 243840 w 2969623"/>
              <a:gd name="connsiteY48" fmla="*/ 1785257 h 2178526"/>
              <a:gd name="connsiteX49" fmla="*/ 269966 w 2969623"/>
              <a:gd name="connsiteY49" fmla="*/ 1793965 h 2178526"/>
              <a:gd name="connsiteX50" fmla="*/ 313509 w 2969623"/>
              <a:gd name="connsiteY50" fmla="*/ 1820091 h 2178526"/>
              <a:gd name="connsiteX51" fmla="*/ 339634 w 2969623"/>
              <a:gd name="connsiteY51" fmla="*/ 1837508 h 2178526"/>
              <a:gd name="connsiteX52" fmla="*/ 365760 w 2969623"/>
              <a:gd name="connsiteY52" fmla="*/ 1846217 h 2178526"/>
              <a:gd name="connsiteX53" fmla="*/ 391886 w 2969623"/>
              <a:gd name="connsiteY53" fmla="*/ 1863634 h 2178526"/>
              <a:gd name="connsiteX54" fmla="*/ 418011 w 2969623"/>
              <a:gd name="connsiteY54" fmla="*/ 1872343 h 2178526"/>
              <a:gd name="connsiteX55" fmla="*/ 444137 w 2969623"/>
              <a:gd name="connsiteY55" fmla="*/ 1889760 h 2178526"/>
              <a:gd name="connsiteX56" fmla="*/ 496389 w 2969623"/>
              <a:gd name="connsiteY56" fmla="*/ 1907177 h 2178526"/>
              <a:gd name="connsiteX57" fmla="*/ 548640 w 2969623"/>
              <a:gd name="connsiteY57" fmla="*/ 1942011 h 2178526"/>
              <a:gd name="connsiteX58" fmla="*/ 574766 w 2969623"/>
              <a:gd name="connsiteY58" fmla="*/ 1950720 h 2178526"/>
              <a:gd name="connsiteX59" fmla="*/ 627017 w 2969623"/>
              <a:gd name="connsiteY59" fmla="*/ 1985554 h 2178526"/>
              <a:gd name="connsiteX60" fmla="*/ 687977 w 2969623"/>
              <a:gd name="connsiteY60" fmla="*/ 2002971 h 2178526"/>
              <a:gd name="connsiteX61" fmla="*/ 714103 w 2969623"/>
              <a:gd name="connsiteY61" fmla="*/ 2020388 h 2178526"/>
              <a:gd name="connsiteX62" fmla="*/ 801189 w 2969623"/>
              <a:gd name="connsiteY62" fmla="*/ 2037805 h 2178526"/>
              <a:gd name="connsiteX63" fmla="*/ 853440 w 2969623"/>
              <a:gd name="connsiteY63" fmla="*/ 2055223 h 2178526"/>
              <a:gd name="connsiteX64" fmla="*/ 879566 w 2969623"/>
              <a:gd name="connsiteY64" fmla="*/ 2063931 h 2178526"/>
              <a:gd name="connsiteX65" fmla="*/ 940526 w 2969623"/>
              <a:gd name="connsiteY65" fmla="*/ 2081348 h 2178526"/>
              <a:gd name="connsiteX66" fmla="*/ 975360 w 2969623"/>
              <a:gd name="connsiteY66" fmla="*/ 2090057 h 2178526"/>
              <a:gd name="connsiteX67" fmla="*/ 1036320 w 2969623"/>
              <a:gd name="connsiteY67" fmla="*/ 2107474 h 2178526"/>
              <a:gd name="connsiteX68" fmla="*/ 1097280 w 2969623"/>
              <a:gd name="connsiteY68" fmla="*/ 2116183 h 2178526"/>
              <a:gd name="connsiteX69" fmla="*/ 1184366 w 2969623"/>
              <a:gd name="connsiteY69" fmla="*/ 2133600 h 2178526"/>
              <a:gd name="connsiteX70" fmla="*/ 1280160 w 2969623"/>
              <a:gd name="connsiteY70" fmla="*/ 2142308 h 2178526"/>
              <a:gd name="connsiteX71" fmla="*/ 1837509 w 2969623"/>
              <a:gd name="connsiteY71" fmla="*/ 2151017 h 2178526"/>
              <a:gd name="connsiteX72" fmla="*/ 1889760 w 2969623"/>
              <a:gd name="connsiteY72" fmla="*/ 2133600 h 2178526"/>
              <a:gd name="connsiteX73" fmla="*/ 1924594 w 2969623"/>
              <a:gd name="connsiteY73" fmla="*/ 2124891 h 2178526"/>
              <a:gd name="connsiteX74" fmla="*/ 1976846 w 2969623"/>
              <a:gd name="connsiteY74" fmla="*/ 2107474 h 2178526"/>
              <a:gd name="connsiteX75" fmla="*/ 2011680 w 2969623"/>
              <a:gd name="connsiteY75" fmla="*/ 2098765 h 2178526"/>
              <a:gd name="connsiteX76" fmla="*/ 2081349 w 2969623"/>
              <a:gd name="connsiteY76" fmla="*/ 2072640 h 2178526"/>
              <a:gd name="connsiteX77" fmla="*/ 2177143 w 2969623"/>
              <a:gd name="connsiteY77" fmla="*/ 2063931 h 2178526"/>
              <a:gd name="connsiteX78" fmla="*/ 2246811 w 2969623"/>
              <a:gd name="connsiteY78" fmla="*/ 2037805 h 2178526"/>
              <a:gd name="connsiteX79" fmla="*/ 2368731 w 2969623"/>
              <a:gd name="connsiteY79" fmla="*/ 1994263 h 2178526"/>
              <a:gd name="connsiteX80" fmla="*/ 2394857 w 2969623"/>
              <a:gd name="connsiteY80" fmla="*/ 1976845 h 2178526"/>
              <a:gd name="connsiteX81" fmla="*/ 2429691 w 2969623"/>
              <a:gd name="connsiteY81" fmla="*/ 1959428 h 2178526"/>
              <a:gd name="connsiteX82" fmla="*/ 2516777 w 2969623"/>
              <a:gd name="connsiteY82" fmla="*/ 1907177 h 2178526"/>
              <a:gd name="connsiteX83" fmla="*/ 2551611 w 2969623"/>
              <a:gd name="connsiteY83" fmla="*/ 1898468 h 2178526"/>
              <a:gd name="connsiteX84" fmla="*/ 2603863 w 2969623"/>
              <a:gd name="connsiteY84" fmla="*/ 1872343 h 2178526"/>
              <a:gd name="connsiteX85" fmla="*/ 2664823 w 2969623"/>
              <a:gd name="connsiteY85" fmla="*/ 1846217 h 2178526"/>
              <a:gd name="connsiteX86" fmla="*/ 2690949 w 2969623"/>
              <a:gd name="connsiteY86" fmla="*/ 1828800 h 2178526"/>
              <a:gd name="connsiteX87" fmla="*/ 2778034 w 2969623"/>
              <a:gd name="connsiteY87" fmla="*/ 1802674 h 2178526"/>
              <a:gd name="connsiteX88" fmla="*/ 2838994 w 2969623"/>
              <a:gd name="connsiteY88" fmla="*/ 1776548 h 2178526"/>
              <a:gd name="connsiteX89" fmla="*/ 2882537 w 2969623"/>
              <a:gd name="connsiteY89" fmla="*/ 1733005 h 2178526"/>
              <a:gd name="connsiteX90" fmla="*/ 2908663 w 2969623"/>
              <a:gd name="connsiteY90" fmla="*/ 1628503 h 2178526"/>
              <a:gd name="connsiteX91" fmla="*/ 2926080 w 2969623"/>
              <a:gd name="connsiteY91" fmla="*/ 1611085 h 2178526"/>
              <a:gd name="connsiteX92" fmla="*/ 2960914 w 2969623"/>
              <a:gd name="connsiteY92" fmla="*/ 1558834 h 2178526"/>
              <a:gd name="connsiteX93" fmla="*/ 2969623 w 2969623"/>
              <a:gd name="connsiteY93" fmla="*/ 1471748 h 2178526"/>
              <a:gd name="connsiteX94" fmla="*/ 2960914 w 2969623"/>
              <a:gd name="connsiteY94" fmla="*/ 1062445 h 2178526"/>
              <a:gd name="connsiteX95" fmla="*/ 2952206 w 2969623"/>
              <a:gd name="connsiteY95" fmla="*/ 1036320 h 2178526"/>
              <a:gd name="connsiteX96" fmla="*/ 2943497 w 2969623"/>
              <a:gd name="connsiteY96" fmla="*/ 992777 h 2178526"/>
              <a:gd name="connsiteX97" fmla="*/ 2926080 w 2969623"/>
              <a:gd name="connsiteY97" fmla="*/ 931817 h 2178526"/>
              <a:gd name="connsiteX98" fmla="*/ 2917371 w 2969623"/>
              <a:gd name="connsiteY98" fmla="*/ 870857 h 2178526"/>
              <a:gd name="connsiteX99" fmla="*/ 2899954 w 2969623"/>
              <a:gd name="connsiteY99" fmla="*/ 844731 h 2178526"/>
              <a:gd name="connsiteX100" fmla="*/ 2873829 w 2969623"/>
              <a:gd name="connsiteY100" fmla="*/ 783771 h 2178526"/>
              <a:gd name="connsiteX101" fmla="*/ 2830286 w 2969623"/>
              <a:gd name="connsiteY101" fmla="*/ 731520 h 2178526"/>
              <a:gd name="connsiteX102" fmla="*/ 2812869 w 2969623"/>
              <a:gd name="connsiteY102" fmla="*/ 661851 h 2178526"/>
              <a:gd name="connsiteX103" fmla="*/ 2795451 w 2969623"/>
              <a:gd name="connsiteY103" fmla="*/ 644434 h 2178526"/>
              <a:gd name="connsiteX104" fmla="*/ 2751909 w 2969623"/>
              <a:gd name="connsiteY104" fmla="*/ 583474 h 2178526"/>
              <a:gd name="connsiteX105" fmla="*/ 2717074 w 2969623"/>
              <a:gd name="connsiteY105" fmla="*/ 513805 h 2178526"/>
              <a:gd name="connsiteX106" fmla="*/ 2699657 w 2969623"/>
              <a:gd name="connsiteY106" fmla="*/ 487680 h 2178526"/>
              <a:gd name="connsiteX107" fmla="*/ 2673531 w 2969623"/>
              <a:gd name="connsiteY107" fmla="*/ 478971 h 2178526"/>
              <a:gd name="connsiteX108" fmla="*/ 2647406 w 2969623"/>
              <a:gd name="connsiteY108" fmla="*/ 452845 h 2178526"/>
              <a:gd name="connsiteX109" fmla="*/ 2629989 w 2969623"/>
              <a:gd name="connsiteY109" fmla="*/ 426720 h 2178526"/>
              <a:gd name="connsiteX110" fmla="*/ 2603863 w 2969623"/>
              <a:gd name="connsiteY110" fmla="*/ 418011 h 2178526"/>
              <a:gd name="connsiteX111" fmla="*/ 2525486 w 2969623"/>
              <a:gd name="connsiteY111" fmla="*/ 348343 h 2178526"/>
              <a:gd name="connsiteX112" fmla="*/ 2490651 w 2969623"/>
              <a:gd name="connsiteY112" fmla="*/ 313508 h 2178526"/>
              <a:gd name="connsiteX113" fmla="*/ 2464526 w 2969623"/>
              <a:gd name="connsiteY113" fmla="*/ 304800 h 2178526"/>
              <a:gd name="connsiteX114" fmla="*/ 2412274 w 2969623"/>
              <a:gd name="connsiteY114" fmla="*/ 261257 h 2178526"/>
              <a:gd name="connsiteX115" fmla="*/ 2368731 w 2969623"/>
              <a:gd name="connsiteY115" fmla="*/ 226423 h 2178526"/>
              <a:gd name="connsiteX116" fmla="*/ 2325189 w 2969623"/>
              <a:gd name="connsiteY116" fmla="*/ 191588 h 2178526"/>
              <a:gd name="connsiteX117" fmla="*/ 2255520 w 2969623"/>
              <a:gd name="connsiteY117" fmla="*/ 139337 h 2178526"/>
              <a:gd name="connsiteX118" fmla="*/ 2203269 w 2969623"/>
              <a:gd name="connsiteY118" fmla="*/ 121920 h 2178526"/>
              <a:gd name="connsiteX119" fmla="*/ 2142309 w 2969623"/>
              <a:gd name="connsiteY119" fmla="*/ 104503 h 2178526"/>
              <a:gd name="connsiteX120" fmla="*/ 2098766 w 2969623"/>
              <a:gd name="connsiteY120" fmla="*/ 78377 h 2178526"/>
              <a:gd name="connsiteX121" fmla="*/ 2029097 w 2969623"/>
              <a:gd name="connsiteY121" fmla="*/ 52251 h 2178526"/>
              <a:gd name="connsiteX122" fmla="*/ 1942011 w 2969623"/>
              <a:gd name="connsiteY122" fmla="*/ 34834 h 2178526"/>
              <a:gd name="connsiteX123" fmla="*/ 1889760 w 2969623"/>
              <a:gd name="connsiteY123" fmla="*/ 17417 h 2178526"/>
              <a:gd name="connsiteX124" fmla="*/ 1724297 w 2969623"/>
              <a:gd name="connsiteY124" fmla="*/ 8708 h 2178526"/>
              <a:gd name="connsiteX125" fmla="*/ 1393371 w 2969623"/>
              <a:gd name="connsiteY125" fmla="*/ 0 h 217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2969623" h="2178526">
                <a:moveTo>
                  <a:pt x="1393371" y="0"/>
                </a:moveTo>
                <a:lnTo>
                  <a:pt x="1393371" y="0"/>
                </a:lnTo>
                <a:cubicBezTo>
                  <a:pt x="1367245" y="11611"/>
                  <a:pt x="1341384" y="23838"/>
                  <a:pt x="1314994" y="34834"/>
                </a:cubicBezTo>
                <a:cubicBezTo>
                  <a:pt x="1306521" y="38365"/>
                  <a:pt x="1297306" y="39927"/>
                  <a:pt x="1288869" y="43543"/>
                </a:cubicBezTo>
                <a:cubicBezTo>
                  <a:pt x="1276937" y="48657"/>
                  <a:pt x="1266350" y="56855"/>
                  <a:pt x="1254034" y="60960"/>
                </a:cubicBezTo>
                <a:cubicBezTo>
                  <a:pt x="1231325" y="68530"/>
                  <a:pt x="1184366" y="78377"/>
                  <a:pt x="1184366" y="78377"/>
                </a:cubicBezTo>
                <a:cubicBezTo>
                  <a:pt x="1175657" y="84183"/>
                  <a:pt x="1167601" y="91113"/>
                  <a:pt x="1158240" y="95794"/>
                </a:cubicBezTo>
                <a:cubicBezTo>
                  <a:pt x="1145743" y="102042"/>
                  <a:pt x="1108446" y="110420"/>
                  <a:pt x="1097280" y="113211"/>
                </a:cubicBezTo>
                <a:cubicBezTo>
                  <a:pt x="1088571" y="119017"/>
                  <a:pt x="1080718" y="126377"/>
                  <a:pt x="1071154" y="130628"/>
                </a:cubicBezTo>
                <a:cubicBezTo>
                  <a:pt x="1054377" y="138084"/>
                  <a:pt x="1036320" y="142239"/>
                  <a:pt x="1018903" y="148045"/>
                </a:cubicBezTo>
                <a:cubicBezTo>
                  <a:pt x="1010194" y="150948"/>
                  <a:pt x="1001683" y="154527"/>
                  <a:pt x="992777" y="156754"/>
                </a:cubicBezTo>
                <a:cubicBezTo>
                  <a:pt x="967778" y="163004"/>
                  <a:pt x="926889" y="172281"/>
                  <a:pt x="905691" y="182880"/>
                </a:cubicBezTo>
                <a:cubicBezTo>
                  <a:pt x="885865" y="192793"/>
                  <a:pt x="833760" y="215245"/>
                  <a:pt x="809897" y="235131"/>
                </a:cubicBezTo>
                <a:cubicBezTo>
                  <a:pt x="766408" y="271372"/>
                  <a:pt x="803559" y="254661"/>
                  <a:pt x="757646" y="269965"/>
                </a:cubicBezTo>
                <a:cubicBezTo>
                  <a:pt x="736222" y="291389"/>
                  <a:pt x="723210" y="308955"/>
                  <a:pt x="696686" y="322217"/>
                </a:cubicBezTo>
                <a:cubicBezTo>
                  <a:pt x="688475" y="326322"/>
                  <a:pt x="679269" y="328022"/>
                  <a:pt x="670560" y="330925"/>
                </a:cubicBezTo>
                <a:cubicBezTo>
                  <a:pt x="664754" y="336731"/>
                  <a:pt x="659712" y="343417"/>
                  <a:pt x="653143" y="348343"/>
                </a:cubicBezTo>
                <a:cubicBezTo>
                  <a:pt x="636397" y="360903"/>
                  <a:pt x="600891" y="383177"/>
                  <a:pt x="600891" y="383177"/>
                </a:cubicBezTo>
                <a:cubicBezTo>
                  <a:pt x="572087" y="426384"/>
                  <a:pt x="590877" y="401899"/>
                  <a:pt x="539931" y="452845"/>
                </a:cubicBezTo>
                <a:cubicBezTo>
                  <a:pt x="534125" y="458651"/>
                  <a:pt x="526186" y="462919"/>
                  <a:pt x="522514" y="470263"/>
                </a:cubicBezTo>
                <a:cubicBezTo>
                  <a:pt x="499589" y="516113"/>
                  <a:pt x="514277" y="495917"/>
                  <a:pt x="478971" y="531223"/>
                </a:cubicBezTo>
                <a:cubicBezTo>
                  <a:pt x="462317" y="581187"/>
                  <a:pt x="482189" y="534549"/>
                  <a:pt x="444137" y="583474"/>
                </a:cubicBezTo>
                <a:cubicBezTo>
                  <a:pt x="395227" y="646358"/>
                  <a:pt x="433101" y="627792"/>
                  <a:pt x="383177" y="644434"/>
                </a:cubicBezTo>
                <a:cubicBezTo>
                  <a:pt x="374468" y="653143"/>
                  <a:pt x="364936" y="661099"/>
                  <a:pt x="357051" y="670560"/>
                </a:cubicBezTo>
                <a:cubicBezTo>
                  <a:pt x="350351" y="678600"/>
                  <a:pt x="347807" y="690147"/>
                  <a:pt x="339634" y="696685"/>
                </a:cubicBezTo>
                <a:cubicBezTo>
                  <a:pt x="332466" y="702419"/>
                  <a:pt x="322217" y="702491"/>
                  <a:pt x="313509" y="705394"/>
                </a:cubicBezTo>
                <a:cubicBezTo>
                  <a:pt x="281288" y="737613"/>
                  <a:pt x="300647" y="715978"/>
                  <a:pt x="261257" y="775063"/>
                </a:cubicBezTo>
                <a:cubicBezTo>
                  <a:pt x="255451" y="783771"/>
                  <a:pt x="251241" y="793787"/>
                  <a:pt x="243840" y="801188"/>
                </a:cubicBezTo>
                <a:lnTo>
                  <a:pt x="217714" y="827314"/>
                </a:lnTo>
                <a:lnTo>
                  <a:pt x="191589" y="905691"/>
                </a:lnTo>
                <a:cubicBezTo>
                  <a:pt x="188686" y="914400"/>
                  <a:pt x="186985" y="923606"/>
                  <a:pt x="182880" y="931817"/>
                </a:cubicBezTo>
                <a:cubicBezTo>
                  <a:pt x="177074" y="943428"/>
                  <a:pt x="170021" y="954496"/>
                  <a:pt x="165463" y="966651"/>
                </a:cubicBezTo>
                <a:cubicBezTo>
                  <a:pt x="157096" y="988963"/>
                  <a:pt x="158569" y="1006565"/>
                  <a:pt x="148046" y="1027611"/>
                </a:cubicBezTo>
                <a:cubicBezTo>
                  <a:pt x="143365" y="1036973"/>
                  <a:pt x="134880" y="1044173"/>
                  <a:pt x="130629" y="1053737"/>
                </a:cubicBezTo>
                <a:cubicBezTo>
                  <a:pt x="89174" y="1147008"/>
                  <a:pt x="135211" y="1072988"/>
                  <a:pt x="95794" y="1132114"/>
                </a:cubicBezTo>
                <a:cubicBezTo>
                  <a:pt x="81317" y="1175545"/>
                  <a:pt x="78445" y="1179707"/>
                  <a:pt x="69669" y="1219200"/>
                </a:cubicBezTo>
                <a:cubicBezTo>
                  <a:pt x="66458" y="1233649"/>
                  <a:pt x="64855" y="1248463"/>
                  <a:pt x="60960" y="1262743"/>
                </a:cubicBezTo>
                <a:cubicBezTo>
                  <a:pt x="60955" y="1262761"/>
                  <a:pt x="39191" y="1328048"/>
                  <a:pt x="34834" y="1341120"/>
                </a:cubicBezTo>
                <a:lnTo>
                  <a:pt x="26126" y="1367245"/>
                </a:lnTo>
                <a:cubicBezTo>
                  <a:pt x="23223" y="1387565"/>
                  <a:pt x="21442" y="1408077"/>
                  <a:pt x="17417" y="1428205"/>
                </a:cubicBezTo>
                <a:cubicBezTo>
                  <a:pt x="15617" y="1437206"/>
                  <a:pt x="10509" y="1445330"/>
                  <a:pt x="8709" y="1454331"/>
                </a:cubicBezTo>
                <a:cubicBezTo>
                  <a:pt x="4684" y="1474459"/>
                  <a:pt x="2903" y="1494971"/>
                  <a:pt x="0" y="1515291"/>
                </a:cubicBezTo>
                <a:cubicBezTo>
                  <a:pt x="7741" y="1577216"/>
                  <a:pt x="-9751" y="1580085"/>
                  <a:pt x="34834" y="1602377"/>
                </a:cubicBezTo>
                <a:cubicBezTo>
                  <a:pt x="43045" y="1606482"/>
                  <a:pt x="52251" y="1608182"/>
                  <a:pt x="60960" y="1611085"/>
                </a:cubicBezTo>
                <a:cubicBezTo>
                  <a:pt x="94979" y="1645106"/>
                  <a:pt x="64476" y="1609409"/>
                  <a:pt x="87086" y="1654628"/>
                </a:cubicBezTo>
                <a:cubicBezTo>
                  <a:pt x="103304" y="1687062"/>
                  <a:pt x="106552" y="1677988"/>
                  <a:pt x="130629" y="1706880"/>
                </a:cubicBezTo>
                <a:cubicBezTo>
                  <a:pt x="137329" y="1714920"/>
                  <a:pt x="139338" y="1727199"/>
                  <a:pt x="148046" y="1733005"/>
                </a:cubicBezTo>
                <a:cubicBezTo>
                  <a:pt x="158005" y="1739644"/>
                  <a:pt x="171269" y="1738811"/>
                  <a:pt x="182880" y="1741714"/>
                </a:cubicBezTo>
                <a:cubicBezTo>
                  <a:pt x="190772" y="1747633"/>
                  <a:pt x="231103" y="1778889"/>
                  <a:pt x="243840" y="1785257"/>
                </a:cubicBezTo>
                <a:cubicBezTo>
                  <a:pt x="252051" y="1789362"/>
                  <a:pt x="261257" y="1791062"/>
                  <a:pt x="269966" y="1793965"/>
                </a:cubicBezTo>
                <a:cubicBezTo>
                  <a:pt x="303985" y="1827986"/>
                  <a:pt x="268289" y="1797481"/>
                  <a:pt x="313509" y="1820091"/>
                </a:cubicBezTo>
                <a:cubicBezTo>
                  <a:pt x="322870" y="1824772"/>
                  <a:pt x="330273" y="1832827"/>
                  <a:pt x="339634" y="1837508"/>
                </a:cubicBezTo>
                <a:cubicBezTo>
                  <a:pt x="347845" y="1841613"/>
                  <a:pt x="357549" y="1842112"/>
                  <a:pt x="365760" y="1846217"/>
                </a:cubicBezTo>
                <a:cubicBezTo>
                  <a:pt x="375121" y="1850898"/>
                  <a:pt x="382525" y="1858953"/>
                  <a:pt x="391886" y="1863634"/>
                </a:cubicBezTo>
                <a:cubicBezTo>
                  <a:pt x="400096" y="1867739"/>
                  <a:pt x="409801" y="1868238"/>
                  <a:pt x="418011" y="1872343"/>
                </a:cubicBezTo>
                <a:cubicBezTo>
                  <a:pt x="427372" y="1877024"/>
                  <a:pt x="434573" y="1885509"/>
                  <a:pt x="444137" y="1889760"/>
                </a:cubicBezTo>
                <a:cubicBezTo>
                  <a:pt x="460914" y="1897216"/>
                  <a:pt x="481113" y="1896993"/>
                  <a:pt x="496389" y="1907177"/>
                </a:cubicBezTo>
                <a:cubicBezTo>
                  <a:pt x="513806" y="1918788"/>
                  <a:pt x="528782" y="1935391"/>
                  <a:pt x="548640" y="1942011"/>
                </a:cubicBezTo>
                <a:cubicBezTo>
                  <a:pt x="557349" y="1944914"/>
                  <a:pt x="566741" y="1946262"/>
                  <a:pt x="574766" y="1950720"/>
                </a:cubicBezTo>
                <a:cubicBezTo>
                  <a:pt x="593064" y="1960886"/>
                  <a:pt x="607159" y="1978934"/>
                  <a:pt x="627017" y="1985554"/>
                </a:cubicBezTo>
                <a:cubicBezTo>
                  <a:pt x="664497" y="1998048"/>
                  <a:pt x="644237" y="1992037"/>
                  <a:pt x="687977" y="2002971"/>
                </a:cubicBezTo>
                <a:cubicBezTo>
                  <a:pt x="696686" y="2008777"/>
                  <a:pt x="704483" y="2016265"/>
                  <a:pt x="714103" y="2020388"/>
                </a:cubicBezTo>
                <a:cubicBezTo>
                  <a:pt x="730641" y="2027476"/>
                  <a:pt x="789395" y="2035840"/>
                  <a:pt x="801189" y="2037805"/>
                </a:cubicBezTo>
                <a:lnTo>
                  <a:pt x="853440" y="2055223"/>
                </a:lnTo>
                <a:cubicBezTo>
                  <a:pt x="862149" y="2058126"/>
                  <a:pt x="870660" y="2061704"/>
                  <a:pt x="879566" y="2063931"/>
                </a:cubicBezTo>
                <a:cubicBezTo>
                  <a:pt x="988462" y="2091157"/>
                  <a:pt x="853072" y="2056361"/>
                  <a:pt x="940526" y="2081348"/>
                </a:cubicBezTo>
                <a:cubicBezTo>
                  <a:pt x="952034" y="2084636"/>
                  <a:pt x="963852" y="2086769"/>
                  <a:pt x="975360" y="2090057"/>
                </a:cubicBezTo>
                <a:cubicBezTo>
                  <a:pt x="1007994" y="2099381"/>
                  <a:pt x="998900" y="2100670"/>
                  <a:pt x="1036320" y="2107474"/>
                </a:cubicBezTo>
                <a:cubicBezTo>
                  <a:pt x="1056515" y="2111146"/>
                  <a:pt x="1077085" y="2112511"/>
                  <a:pt x="1097280" y="2116183"/>
                </a:cubicBezTo>
                <a:cubicBezTo>
                  <a:pt x="1171273" y="2129636"/>
                  <a:pt x="1087809" y="2122240"/>
                  <a:pt x="1184366" y="2133600"/>
                </a:cubicBezTo>
                <a:cubicBezTo>
                  <a:pt x="1216209" y="2137346"/>
                  <a:pt x="1248229" y="2139405"/>
                  <a:pt x="1280160" y="2142308"/>
                </a:cubicBezTo>
                <a:cubicBezTo>
                  <a:pt x="1492161" y="2212975"/>
                  <a:pt x="1314055" y="2160041"/>
                  <a:pt x="1837509" y="2151017"/>
                </a:cubicBezTo>
                <a:cubicBezTo>
                  <a:pt x="1854926" y="2145211"/>
                  <a:pt x="1871949" y="2138053"/>
                  <a:pt x="1889760" y="2133600"/>
                </a:cubicBezTo>
                <a:cubicBezTo>
                  <a:pt x="1901371" y="2130697"/>
                  <a:pt x="1913130" y="2128330"/>
                  <a:pt x="1924594" y="2124891"/>
                </a:cubicBezTo>
                <a:cubicBezTo>
                  <a:pt x="1942179" y="2119615"/>
                  <a:pt x="1959261" y="2112750"/>
                  <a:pt x="1976846" y="2107474"/>
                </a:cubicBezTo>
                <a:cubicBezTo>
                  <a:pt x="1988310" y="2104035"/>
                  <a:pt x="2000325" y="2102550"/>
                  <a:pt x="2011680" y="2098765"/>
                </a:cubicBezTo>
                <a:cubicBezTo>
                  <a:pt x="2012231" y="2098581"/>
                  <a:pt x="2070643" y="2074169"/>
                  <a:pt x="2081349" y="2072640"/>
                </a:cubicBezTo>
                <a:cubicBezTo>
                  <a:pt x="2113090" y="2068106"/>
                  <a:pt x="2145212" y="2066834"/>
                  <a:pt x="2177143" y="2063931"/>
                </a:cubicBezTo>
                <a:cubicBezTo>
                  <a:pt x="2260563" y="2043077"/>
                  <a:pt x="2162233" y="2070335"/>
                  <a:pt x="2246811" y="2037805"/>
                </a:cubicBezTo>
                <a:cubicBezTo>
                  <a:pt x="2275932" y="2026604"/>
                  <a:pt x="2335997" y="2010630"/>
                  <a:pt x="2368731" y="1994263"/>
                </a:cubicBezTo>
                <a:cubicBezTo>
                  <a:pt x="2378093" y="1989582"/>
                  <a:pt x="2385769" y="1982038"/>
                  <a:pt x="2394857" y="1976845"/>
                </a:cubicBezTo>
                <a:cubicBezTo>
                  <a:pt x="2406128" y="1970404"/>
                  <a:pt x="2418559" y="1966107"/>
                  <a:pt x="2429691" y="1959428"/>
                </a:cubicBezTo>
                <a:cubicBezTo>
                  <a:pt x="2463449" y="1939173"/>
                  <a:pt x="2481388" y="1920448"/>
                  <a:pt x="2516777" y="1907177"/>
                </a:cubicBezTo>
                <a:cubicBezTo>
                  <a:pt x="2527984" y="1902974"/>
                  <a:pt x="2540000" y="1901371"/>
                  <a:pt x="2551611" y="1898468"/>
                </a:cubicBezTo>
                <a:cubicBezTo>
                  <a:pt x="2626494" y="1848547"/>
                  <a:pt x="2531744" y="1908403"/>
                  <a:pt x="2603863" y="1872343"/>
                </a:cubicBezTo>
                <a:cubicBezTo>
                  <a:pt x="2664006" y="1842272"/>
                  <a:pt x="2592324" y="1864341"/>
                  <a:pt x="2664823" y="1846217"/>
                </a:cubicBezTo>
                <a:cubicBezTo>
                  <a:pt x="2673532" y="1840411"/>
                  <a:pt x="2681329" y="1832923"/>
                  <a:pt x="2690949" y="1828800"/>
                </a:cubicBezTo>
                <a:cubicBezTo>
                  <a:pt x="2725024" y="1814196"/>
                  <a:pt x="2742913" y="1826087"/>
                  <a:pt x="2778034" y="1802674"/>
                </a:cubicBezTo>
                <a:cubicBezTo>
                  <a:pt x="2814119" y="1778618"/>
                  <a:pt x="2794006" y="1787796"/>
                  <a:pt x="2838994" y="1776548"/>
                </a:cubicBezTo>
                <a:cubicBezTo>
                  <a:pt x="2858900" y="1763277"/>
                  <a:pt x="2874243" y="1757888"/>
                  <a:pt x="2882537" y="1733005"/>
                </a:cubicBezTo>
                <a:cubicBezTo>
                  <a:pt x="2889733" y="1711418"/>
                  <a:pt x="2890374" y="1646793"/>
                  <a:pt x="2908663" y="1628503"/>
                </a:cubicBezTo>
                <a:cubicBezTo>
                  <a:pt x="2914469" y="1622697"/>
                  <a:pt x="2921154" y="1617654"/>
                  <a:pt x="2926080" y="1611085"/>
                </a:cubicBezTo>
                <a:cubicBezTo>
                  <a:pt x="2938639" y="1594339"/>
                  <a:pt x="2960914" y="1558834"/>
                  <a:pt x="2960914" y="1558834"/>
                </a:cubicBezTo>
                <a:cubicBezTo>
                  <a:pt x="2963817" y="1529805"/>
                  <a:pt x="2969623" y="1500921"/>
                  <a:pt x="2969623" y="1471748"/>
                </a:cubicBezTo>
                <a:cubicBezTo>
                  <a:pt x="2969623" y="1335283"/>
                  <a:pt x="2966368" y="1198801"/>
                  <a:pt x="2960914" y="1062445"/>
                </a:cubicBezTo>
                <a:cubicBezTo>
                  <a:pt x="2960547" y="1053273"/>
                  <a:pt x="2954432" y="1045225"/>
                  <a:pt x="2952206" y="1036320"/>
                </a:cubicBezTo>
                <a:cubicBezTo>
                  <a:pt x="2948616" y="1021960"/>
                  <a:pt x="2947087" y="1007137"/>
                  <a:pt x="2943497" y="992777"/>
                </a:cubicBezTo>
                <a:cubicBezTo>
                  <a:pt x="2931064" y="943046"/>
                  <a:pt x="2936937" y="991529"/>
                  <a:pt x="2926080" y="931817"/>
                </a:cubicBezTo>
                <a:cubicBezTo>
                  <a:pt x="2922408" y="911622"/>
                  <a:pt x="2923269" y="890518"/>
                  <a:pt x="2917371" y="870857"/>
                </a:cubicBezTo>
                <a:cubicBezTo>
                  <a:pt x="2914363" y="860832"/>
                  <a:pt x="2905147" y="853818"/>
                  <a:pt x="2899954" y="844731"/>
                </a:cubicBezTo>
                <a:cubicBezTo>
                  <a:pt x="2827453" y="717853"/>
                  <a:pt x="2922690" y="881492"/>
                  <a:pt x="2873829" y="783771"/>
                </a:cubicBezTo>
                <a:cubicBezTo>
                  <a:pt x="2861706" y="759524"/>
                  <a:pt x="2849544" y="750778"/>
                  <a:pt x="2830286" y="731520"/>
                </a:cubicBezTo>
                <a:cubicBezTo>
                  <a:pt x="2824480" y="708297"/>
                  <a:pt x="2829796" y="678777"/>
                  <a:pt x="2812869" y="661851"/>
                </a:cubicBezTo>
                <a:cubicBezTo>
                  <a:pt x="2807063" y="656045"/>
                  <a:pt x="2800707" y="650742"/>
                  <a:pt x="2795451" y="644434"/>
                </a:cubicBezTo>
                <a:cubicBezTo>
                  <a:pt x="2777451" y="622834"/>
                  <a:pt x="2766990" y="606095"/>
                  <a:pt x="2751909" y="583474"/>
                </a:cubicBezTo>
                <a:cubicBezTo>
                  <a:pt x="2738975" y="531743"/>
                  <a:pt x="2751235" y="561630"/>
                  <a:pt x="2717074" y="513805"/>
                </a:cubicBezTo>
                <a:cubicBezTo>
                  <a:pt x="2710991" y="505288"/>
                  <a:pt x="2707830" y="494218"/>
                  <a:pt x="2699657" y="487680"/>
                </a:cubicBezTo>
                <a:cubicBezTo>
                  <a:pt x="2692489" y="481945"/>
                  <a:pt x="2682240" y="481874"/>
                  <a:pt x="2673531" y="478971"/>
                </a:cubicBezTo>
                <a:cubicBezTo>
                  <a:pt x="2664823" y="470262"/>
                  <a:pt x="2655290" y="462306"/>
                  <a:pt x="2647406" y="452845"/>
                </a:cubicBezTo>
                <a:cubicBezTo>
                  <a:pt x="2640706" y="444805"/>
                  <a:pt x="2638162" y="433258"/>
                  <a:pt x="2629989" y="426720"/>
                </a:cubicBezTo>
                <a:cubicBezTo>
                  <a:pt x="2622821" y="420985"/>
                  <a:pt x="2612572" y="420914"/>
                  <a:pt x="2603863" y="418011"/>
                </a:cubicBezTo>
                <a:cubicBezTo>
                  <a:pt x="2552612" y="379572"/>
                  <a:pt x="2579287" y="402144"/>
                  <a:pt x="2525486" y="348343"/>
                </a:cubicBezTo>
                <a:lnTo>
                  <a:pt x="2490651" y="313508"/>
                </a:lnTo>
                <a:lnTo>
                  <a:pt x="2464526" y="304800"/>
                </a:lnTo>
                <a:cubicBezTo>
                  <a:pt x="2422092" y="241148"/>
                  <a:pt x="2478568" y="316502"/>
                  <a:pt x="2412274" y="261257"/>
                </a:cubicBezTo>
                <a:cubicBezTo>
                  <a:pt x="2359753" y="217490"/>
                  <a:pt x="2431109" y="247214"/>
                  <a:pt x="2368731" y="226423"/>
                </a:cubicBezTo>
                <a:cubicBezTo>
                  <a:pt x="2334043" y="174390"/>
                  <a:pt x="2371925" y="219630"/>
                  <a:pt x="2325189" y="191588"/>
                </a:cubicBezTo>
                <a:cubicBezTo>
                  <a:pt x="2273615" y="160644"/>
                  <a:pt x="2363944" y="175478"/>
                  <a:pt x="2255520" y="139337"/>
                </a:cubicBezTo>
                <a:cubicBezTo>
                  <a:pt x="2238103" y="133531"/>
                  <a:pt x="2221080" y="126373"/>
                  <a:pt x="2203269" y="121920"/>
                </a:cubicBezTo>
                <a:cubicBezTo>
                  <a:pt x="2159529" y="110985"/>
                  <a:pt x="2179789" y="116996"/>
                  <a:pt x="2142309" y="104503"/>
                </a:cubicBezTo>
                <a:cubicBezTo>
                  <a:pt x="2113344" y="75538"/>
                  <a:pt x="2138333" y="95334"/>
                  <a:pt x="2098766" y="78377"/>
                </a:cubicBezTo>
                <a:cubicBezTo>
                  <a:pt x="2046623" y="56031"/>
                  <a:pt x="2082613" y="63719"/>
                  <a:pt x="2029097" y="52251"/>
                </a:cubicBezTo>
                <a:cubicBezTo>
                  <a:pt x="2000151" y="46048"/>
                  <a:pt x="1970095" y="44195"/>
                  <a:pt x="1942011" y="34834"/>
                </a:cubicBezTo>
                <a:cubicBezTo>
                  <a:pt x="1924594" y="29028"/>
                  <a:pt x="1908094" y="18382"/>
                  <a:pt x="1889760" y="17417"/>
                </a:cubicBezTo>
                <a:cubicBezTo>
                  <a:pt x="1834606" y="14514"/>
                  <a:pt x="1779519" y="9694"/>
                  <a:pt x="1724297" y="8708"/>
                </a:cubicBezTo>
                <a:lnTo>
                  <a:pt x="1393371" y="0"/>
                </a:ln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CEA67512-0AE1-456A-8778-A9307363BCD6}"/>
              </a:ext>
            </a:extLst>
          </p:cNvPr>
          <p:cNvSpPr/>
          <p:nvPr/>
        </p:nvSpPr>
        <p:spPr bwMode="auto">
          <a:xfrm>
            <a:off x="2224957" y="4170625"/>
            <a:ext cx="1450060" cy="1249568"/>
          </a:xfrm>
          <a:custGeom>
            <a:avLst/>
            <a:gdLst>
              <a:gd name="connsiteX0" fmla="*/ 866586 w 1450060"/>
              <a:gd name="connsiteY0" fmla="*/ 781 h 1249568"/>
              <a:gd name="connsiteX1" fmla="*/ 866586 w 1450060"/>
              <a:gd name="connsiteY1" fmla="*/ 781 h 1249568"/>
              <a:gd name="connsiteX2" fmla="*/ 735957 w 1450060"/>
              <a:gd name="connsiteY2" fmla="*/ 26906 h 1249568"/>
              <a:gd name="connsiteX3" fmla="*/ 683706 w 1450060"/>
              <a:gd name="connsiteY3" fmla="*/ 44324 h 1249568"/>
              <a:gd name="connsiteX4" fmla="*/ 640163 w 1450060"/>
              <a:gd name="connsiteY4" fmla="*/ 53032 h 1249568"/>
              <a:gd name="connsiteX5" fmla="*/ 587912 w 1450060"/>
              <a:gd name="connsiteY5" fmla="*/ 70449 h 1249568"/>
              <a:gd name="connsiteX6" fmla="*/ 553077 w 1450060"/>
              <a:gd name="connsiteY6" fmla="*/ 87866 h 1249568"/>
              <a:gd name="connsiteX7" fmla="*/ 509534 w 1450060"/>
              <a:gd name="connsiteY7" fmla="*/ 96575 h 1249568"/>
              <a:gd name="connsiteX8" fmla="*/ 439866 w 1450060"/>
              <a:gd name="connsiteY8" fmla="*/ 131409 h 1249568"/>
              <a:gd name="connsiteX9" fmla="*/ 387614 w 1450060"/>
              <a:gd name="connsiteY9" fmla="*/ 148826 h 1249568"/>
              <a:gd name="connsiteX10" fmla="*/ 335363 w 1450060"/>
              <a:gd name="connsiteY10" fmla="*/ 183661 h 1249568"/>
              <a:gd name="connsiteX11" fmla="*/ 283112 w 1450060"/>
              <a:gd name="connsiteY11" fmla="*/ 201078 h 1249568"/>
              <a:gd name="connsiteX12" fmla="*/ 204734 w 1450060"/>
              <a:gd name="connsiteY12" fmla="*/ 262038 h 1249568"/>
              <a:gd name="connsiteX13" fmla="*/ 196026 w 1450060"/>
              <a:gd name="connsiteY13" fmla="*/ 288164 h 1249568"/>
              <a:gd name="connsiteX14" fmla="*/ 143774 w 1450060"/>
              <a:gd name="connsiteY14" fmla="*/ 331706 h 1249568"/>
              <a:gd name="connsiteX15" fmla="*/ 135066 w 1450060"/>
              <a:gd name="connsiteY15" fmla="*/ 357832 h 1249568"/>
              <a:gd name="connsiteX16" fmla="*/ 117649 w 1450060"/>
              <a:gd name="connsiteY16" fmla="*/ 383958 h 1249568"/>
              <a:gd name="connsiteX17" fmla="*/ 108940 w 1450060"/>
              <a:gd name="connsiteY17" fmla="*/ 418792 h 1249568"/>
              <a:gd name="connsiteX18" fmla="*/ 100232 w 1450060"/>
              <a:gd name="connsiteY18" fmla="*/ 444918 h 1249568"/>
              <a:gd name="connsiteX19" fmla="*/ 82814 w 1450060"/>
              <a:gd name="connsiteY19" fmla="*/ 514586 h 1249568"/>
              <a:gd name="connsiteX20" fmla="*/ 65397 w 1450060"/>
              <a:gd name="connsiteY20" fmla="*/ 540712 h 1249568"/>
              <a:gd name="connsiteX21" fmla="*/ 47980 w 1450060"/>
              <a:gd name="connsiteY21" fmla="*/ 610381 h 1249568"/>
              <a:gd name="connsiteX22" fmla="*/ 39272 w 1450060"/>
              <a:gd name="connsiteY22" fmla="*/ 645215 h 1249568"/>
              <a:gd name="connsiteX23" fmla="*/ 21854 w 1450060"/>
              <a:gd name="connsiteY23" fmla="*/ 662632 h 1249568"/>
              <a:gd name="connsiteX24" fmla="*/ 21854 w 1450060"/>
              <a:gd name="connsiteY24" fmla="*/ 993558 h 1249568"/>
              <a:gd name="connsiteX25" fmla="*/ 30563 w 1450060"/>
              <a:gd name="connsiteY25" fmla="*/ 1019684 h 1249568"/>
              <a:gd name="connsiteX26" fmla="*/ 91523 w 1450060"/>
              <a:gd name="connsiteY26" fmla="*/ 1089352 h 1249568"/>
              <a:gd name="connsiteX27" fmla="*/ 126357 w 1450060"/>
              <a:gd name="connsiteY27" fmla="*/ 1132895 h 1249568"/>
              <a:gd name="connsiteX28" fmla="*/ 178609 w 1450060"/>
              <a:gd name="connsiteY28" fmla="*/ 1150312 h 1249568"/>
              <a:gd name="connsiteX29" fmla="*/ 204734 w 1450060"/>
              <a:gd name="connsiteY29" fmla="*/ 1167729 h 1249568"/>
              <a:gd name="connsiteX30" fmla="*/ 265694 w 1450060"/>
              <a:gd name="connsiteY30" fmla="*/ 1193855 h 1249568"/>
              <a:gd name="connsiteX31" fmla="*/ 283112 w 1450060"/>
              <a:gd name="connsiteY31" fmla="*/ 1211272 h 1249568"/>
              <a:gd name="connsiteX32" fmla="*/ 361489 w 1450060"/>
              <a:gd name="connsiteY32" fmla="*/ 1219981 h 1249568"/>
              <a:gd name="connsiteX33" fmla="*/ 875294 w 1450060"/>
              <a:gd name="connsiteY33" fmla="*/ 1219981 h 1249568"/>
              <a:gd name="connsiteX34" fmla="*/ 1075592 w 1450060"/>
              <a:gd name="connsiteY34" fmla="*/ 1211272 h 1249568"/>
              <a:gd name="connsiteX35" fmla="*/ 1110426 w 1450060"/>
              <a:gd name="connsiteY35" fmla="*/ 1202564 h 1249568"/>
              <a:gd name="connsiteX36" fmla="*/ 1136552 w 1450060"/>
              <a:gd name="connsiteY36" fmla="*/ 1193855 h 1249568"/>
              <a:gd name="connsiteX37" fmla="*/ 1206220 w 1450060"/>
              <a:gd name="connsiteY37" fmla="*/ 1185146 h 1249568"/>
              <a:gd name="connsiteX38" fmla="*/ 1258472 w 1450060"/>
              <a:gd name="connsiteY38" fmla="*/ 1176438 h 1249568"/>
              <a:gd name="connsiteX39" fmla="*/ 1310723 w 1450060"/>
              <a:gd name="connsiteY39" fmla="*/ 1159021 h 1249568"/>
              <a:gd name="connsiteX40" fmla="*/ 1354266 w 1450060"/>
              <a:gd name="connsiteY40" fmla="*/ 1124186 h 1249568"/>
              <a:gd name="connsiteX41" fmla="*/ 1389100 w 1450060"/>
              <a:gd name="connsiteY41" fmla="*/ 1045809 h 1249568"/>
              <a:gd name="connsiteX42" fmla="*/ 1397809 w 1450060"/>
              <a:gd name="connsiteY42" fmla="*/ 1019684 h 1249568"/>
              <a:gd name="connsiteX43" fmla="*/ 1406517 w 1450060"/>
              <a:gd name="connsiteY43" fmla="*/ 993558 h 1249568"/>
              <a:gd name="connsiteX44" fmla="*/ 1423934 w 1450060"/>
              <a:gd name="connsiteY44" fmla="*/ 967432 h 1249568"/>
              <a:gd name="connsiteX45" fmla="*/ 1450060 w 1450060"/>
              <a:gd name="connsiteY45" fmla="*/ 880346 h 1249568"/>
              <a:gd name="connsiteX46" fmla="*/ 1441352 w 1450060"/>
              <a:gd name="connsiteY46" fmla="*/ 706175 h 1249568"/>
              <a:gd name="connsiteX47" fmla="*/ 1423934 w 1450060"/>
              <a:gd name="connsiteY47" fmla="*/ 653924 h 1249568"/>
              <a:gd name="connsiteX48" fmla="*/ 1406517 w 1450060"/>
              <a:gd name="connsiteY48" fmla="*/ 601672 h 1249568"/>
              <a:gd name="connsiteX49" fmla="*/ 1397809 w 1450060"/>
              <a:gd name="connsiteY49" fmla="*/ 575546 h 1249568"/>
              <a:gd name="connsiteX50" fmla="*/ 1380392 w 1450060"/>
              <a:gd name="connsiteY50" fmla="*/ 497169 h 1249568"/>
              <a:gd name="connsiteX51" fmla="*/ 1354266 w 1450060"/>
              <a:gd name="connsiteY51" fmla="*/ 410084 h 1249568"/>
              <a:gd name="connsiteX52" fmla="*/ 1345557 w 1450060"/>
              <a:gd name="connsiteY52" fmla="*/ 383958 h 1249568"/>
              <a:gd name="connsiteX53" fmla="*/ 1328140 w 1450060"/>
              <a:gd name="connsiteY53" fmla="*/ 357832 h 1249568"/>
              <a:gd name="connsiteX54" fmla="*/ 1310723 w 1450060"/>
              <a:gd name="connsiteY54" fmla="*/ 305581 h 1249568"/>
              <a:gd name="connsiteX55" fmla="*/ 1293306 w 1450060"/>
              <a:gd name="connsiteY55" fmla="*/ 279455 h 1249568"/>
              <a:gd name="connsiteX56" fmla="*/ 1267180 w 1450060"/>
              <a:gd name="connsiteY56" fmla="*/ 227204 h 1249568"/>
              <a:gd name="connsiteX57" fmla="*/ 1249763 w 1450060"/>
              <a:gd name="connsiteY57" fmla="*/ 209786 h 1249568"/>
              <a:gd name="connsiteX58" fmla="*/ 1232346 w 1450060"/>
              <a:gd name="connsiteY58" fmla="*/ 183661 h 1249568"/>
              <a:gd name="connsiteX59" fmla="*/ 1206220 w 1450060"/>
              <a:gd name="connsiteY59" fmla="*/ 166244 h 1249568"/>
              <a:gd name="connsiteX60" fmla="*/ 1188803 w 1450060"/>
              <a:gd name="connsiteY60" fmla="*/ 148826 h 1249568"/>
              <a:gd name="connsiteX61" fmla="*/ 1136552 w 1450060"/>
              <a:gd name="connsiteY61" fmla="*/ 113992 h 1249568"/>
              <a:gd name="connsiteX62" fmla="*/ 1093009 w 1450060"/>
              <a:gd name="connsiteY62" fmla="*/ 87866 h 1249568"/>
              <a:gd name="connsiteX63" fmla="*/ 1066883 w 1450060"/>
              <a:gd name="connsiteY63" fmla="*/ 61741 h 1249568"/>
              <a:gd name="connsiteX64" fmla="*/ 1014632 w 1450060"/>
              <a:gd name="connsiteY64" fmla="*/ 44324 h 1249568"/>
              <a:gd name="connsiteX65" fmla="*/ 997214 w 1450060"/>
              <a:gd name="connsiteY65" fmla="*/ 26906 h 1249568"/>
              <a:gd name="connsiteX66" fmla="*/ 944963 w 1450060"/>
              <a:gd name="connsiteY66" fmla="*/ 9489 h 1249568"/>
              <a:gd name="connsiteX67" fmla="*/ 866586 w 1450060"/>
              <a:gd name="connsiteY67" fmla="*/ 781 h 124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450060" h="1249568">
                <a:moveTo>
                  <a:pt x="866586" y="781"/>
                </a:moveTo>
                <a:lnTo>
                  <a:pt x="866586" y="781"/>
                </a:lnTo>
                <a:cubicBezTo>
                  <a:pt x="823043" y="9489"/>
                  <a:pt x="778083" y="12863"/>
                  <a:pt x="735957" y="26906"/>
                </a:cubicBezTo>
                <a:cubicBezTo>
                  <a:pt x="718540" y="32712"/>
                  <a:pt x="701709" y="40724"/>
                  <a:pt x="683706" y="44324"/>
                </a:cubicBezTo>
                <a:cubicBezTo>
                  <a:pt x="669192" y="47227"/>
                  <a:pt x="654443" y="49137"/>
                  <a:pt x="640163" y="53032"/>
                </a:cubicBezTo>
                <a:cubicBezTo>
                  <a:pt x="622451" y="57862"/>
                  <a:pt x="604333" y="62239"/>
                  <a:pt x="587912" y="70449"/>
                </a:cubicBezTo>
                <a:cubicBezTo>
                  <a:pt x="576300" y="76255"/>
                  <a:pt x="565393" y="83761"/>
                  <a:pt x="553077" y="87866"/>
                </a:cubicBezTo>
                <a:cubicBezTo>
                  <a:pt x="539035" y="92547"/>
                  <a:pt x="523712" y="92322"/>
                  <a:pt x="509534" y="96575"/>
                </a:cubicBezTo>
                <a:cubicBezTo>
                  <a:pt x="403225" y="128468"/>
                  <a:pt x="514518" y="98231"/>
                  <a:pt x="439866" y="131409"/>
                </a:cubicBezTo>
                <a:cubicBezTo>
                  <a:pt x="423089" y="138865"/>
                  <a:pt x="387614" y="148826"/>
                  <a:pt x="387614" y="148826"/>
                </a:cubicBezTo>
                <a:cubicBezTo>
                  <a:pt x="370197" y="160438"/>
                  <a:pt x="355222" y="177041"/>
                  <a:pt x="335363" y="183661"/>
                </a:cubicBezTo>
                <a:cubicBezTo>
                  <a:pt x="317946" y="189467"/>
                  <a:pt x="298388" y="190894"/>
                  <a:pt x="283112" y="201078"/>
                </a:cubicBezTo>
                <a:cubicBezTo>
                  <a:pt x="220612" y="242744"/>
                  <a:pt x="245662" y="221110"/>
                  <a:pt x="204734" y="262038"/>
                </a:cubicBezTo>
                <a:cubicBezTo>
                  <a:pt x="201831" y="270747"/>
                  <a:pt x="201118" y="280526"/>
                  <a:pt x="196026" y="288164"/>
                </a:cubicBezTo>
                <a:cubicBezTo>
                  <a:pt x="182616" y="308278"/>
                  <a:pt x="163051" y="318855"/>
                  <a:pt x="143774" y="331706"/>
                </a:cubicBezTo>
                <a:cubicBezTo>
                  <a:pt x="140871" y="340415"/>
                  <a:pt x="139171" y="349621"/>
                  <a:pt x="135066" y="357832"/>
                </a:cubicBezTo>
                <a:cubicBezTo>
                  <a:pt x="130385" y="367194"/>
                  <a:pt x="121772" y="374338"/>
                  <a:pt x="117649" y="383958"/>
                </a:cubicBezTo>
                <a:cubicBezTo>
                  <a:pt x="112934" y="394959"/>
                  <a:pt x="112228" y="407284"/>
                  <a:pt x="108940" y="418792"/>
                </a:cubicBezTo>
                <a:cubicBezTo>
                  <a:pt x="106418" y="427618"/>
                  <a:pt x="102647" y="436062"/>
                  <a:pt x="100232" y="444918"/>
                </a:cubicBezTo>
                <a:cubicBezTo>
                  <a:pt x="93934" y="468012"/>
                  <a:pt x="96092" y="494669"/>
                  <a:pt x="82814" y="514586"/>
                </a:cubicBezTo>
                <a:lnTo>
                  <a:pt x="65397" y="540712"/>
                </a:lnTo>
                <a:cubicBezTo>
                  <a:pt x="47692" y="629245"/>
                  <a:pt x="65834" y="547893"/>
                  <a:pt x="47980" y="610381"/>
                </a:cubicBezTo>
                <a:cubicBezTo>
                  <a:pt x="44692" y="621889"/>
                  <a:pt x="44625" y="634510"/>
                  <a:pt x="39272" y="645215"/>
                </a:cubicBezTo>
                <a:cubicBezTo>
                  <a:pt x="35600" y="652559"/>
                  <a:pt x="27660" y="656826"/>
                  <a:pt x="21854" y="662632"/>
                </a:cubicBezTo>
                <a:cubicBezTo>
                  <a:pt x="-18404" y="783416"/>
                  <a:pt x="6359" y="699157"/>
                  <a:pt x="21854" y="993558"/>
                </a:cubicBezTo>
                <a:cubicBezTo>
                  <a:pt x="22336" y="1002725"/>
                  <a:pt x="26105" y="1011659"/>
                  <a:pt x="30563" y="1019684"/>
                </a:cubicBezTo>
                <a:cubicBezTo>
                  <a:pt x="60446" y="1073472"/>
                  <a:pt x="53359" y="1063910"/>
                  <a:pt x="91523" y="1089352"/>
                </a:cubicBezTo>
                <a:cubicBezTo>
                  <a:pt x="100966" y="1117681"/>
                  <a:pt x="95530" y="1119194"/>
                  <a:pt x="126357" y="1132895"/>
                </a:cubicBezTo>
                <a:cubicBezTo>
                  <a:pt x="143134" y="1140351"/>
                  <a:pt x="178609" y="1150312"/>
                  <a:pt x="178609" y="1150312"/>
                </a:cubicBezTo>
                <a:cubicBezTo>
                  <a:pt x="187317" y="1156118"/>
                  <a:pt x="195373" y="1163048"/>
                  <a:pt x="204734" y="1167729"/>
                </a:cubicBezTo>
                <a:cubicBezTo>
                  <a:pt x="251182" y="1190953"/>
                  <a:pt x="211327" y="1157611"/>
                  <a:pt x="265694" y="1193855"/>
                </a:cubicBezTo>
                <a:cubicBezTo>
                  <a:pt x="272526" y="1198409"/>
                  <a:pt x="275191" y="1209112"/>
                  <a:pt x="283112" y="1211272"/>
                </a:cubicBezTo>
                <a:cubicBezTo>
                  <a:pt x="308472" y="1218188"/>
                  <a:pt x="335363" y="1217078"/>
                  <a:pt x="361489" y="1219981"/>
                </a:cubicBezTo>
                <a:cubicBezTo>
                  <a:pt x="541274" y="1279907"/>
                  <a:pt x="388772" y="1232298"/>
                  <a:pt x="875294" y="1219981"/>
                </a:cubicBezTo>
                <a:cubicBezTo>
                  <a:pt x="942102" y="1218290"/>
                  <a:pt x="1008826" y="1214175"/>
                  <a:pt x="1075592" y="1211272"/>
                </a:cubicBezTo>
                <a:cubicBezTo>
                  <a:pt x="1087203" y="1208369"/>
                  <a:pt x="1098918" y="1205852"/>
                  <a:pt x="1110426" y="1202564"/>
                </a:cubicBezTo>
                <a:cubicBezTo>
                  <a:pt x="1119253" y="1200042"/>
                  <a:pt x="1127520" y="1195497"/>
                  <a:pt x="1136552" y="1193855"/>
                </a:cubicBezTo>
                <a:cubicBezTo>
                  <a:pt x="1159578" y="1189668"/>
                  <a:pt x="1183052" y="1188456"/>
                  <a:pt x="1206220" y="1185146"/>
                </a:cubicBezTo>
                <a:cubicBezTo>
                  <a:pt x="1223700" y="1182649"/>
                  <a:pt x="1241055" y="1179341"/>
                  <a:pt x="1258472" y="1176438"/>
                </a:cubicBezTo>
                <a:cubicBezTo>
                  <a:pt x="1275889" y="1170632"/>
                  <a:pt x="1300539" y="1174297"/>
                  <a:pt x="1310723" y="1159021"/>
                </a:cubicBezTo>
                <a:cubicBezTo>
                  <a:pt x="1333232" y="1125257"/>
                  <a:pt x="1318211" y="1136205"/>
                  <a:pt x="1354266" y="1124186"/>
                </a:cubicBezTo>
                <a:cubicBezTo>
                  <a:pt x="1381868" y="1082784"/>
                  <a:pt x="1368372" y="1107992"/>
                  <a:pt x="1389100" y="1045809"/>
                </a:cubicBezTo>
                <a:lnTo>
                  <a:pt x="1397809" y="1019684"/>
                </a:lnTo>
                <a:cubicBezTo>
                  <a:pt x="1400712" y="1010975"/>
                  <a:pt x="1401425" y="1001196"/>
                  <a:pt x="1406517" y="993558"/>
                </a:cubicBezTo>
                <a:cubicBezTo>
                  <a:pt x="1412323" y="984849"/>
                  <a:pt x="1419683" y="976996"/>
                  <a:pt x="1423934" y="967432"/>
                </a:cubicBezTo>
                <a:cubicBezTo>
                  <a:pt x="1436054" y="940164"/>
                  <a:pt x="1442821" y="909303"/>
                  <a:pt x="1450060" y="880346"/>
                </a:cubicBezTo>
                <a:cubicBezTo>
                  <a:pt x="1447157" y="822289"/>
                  <a:pt x="1448015" y="763921"/>
                  <a:pt x="1441352" y="706175"/>
                </a:cubicBezTo>
                <a:cubicBezTo>
                  <a:pt x="1439248" y="687937"/>
                  <a:pt x="1429740" y="671341"/>
                  <a:pt x="1423934" y="653924"/>
                </a:cubicBezTo>
                <a:lnTo>
                  <a:pt x="1406517" y="601672"/>
                </a:lnTo>
                <a:cubicBezTo>
                  <a:pt x="1403614" y="592963"/>
                  <a:pt x="1399318" y="584601"/>
                  <a:pt x="1397809" y="575546"/>
                </a:cubicBezTo>
                <a:cubicBezTo>
                  <a:pt x="1382094" y="481263"/>
                  <a:pt x="1397541" y="557191"/>
                  <a:pt x="1380392" y="497169"/>
                </a:cubicBezTo>
                <a:cubicBezTo>
                  <a:pt x="1354078" y="405068"/>
                  <a:pt x="1395643" y="534212"/>
                  <a:pt x="1354266" y="410084"/>
                </a:cubicBezTo>
                <a:cubicBezTo>
                  <a:pt x="1351363" y="401375"/>
                  <a:pt x="1350649" y="391596"/>
                  <a:pt x="1345557" y="383958"/>
                </a:cubicBezTo>
                <a:lnTo>
                  <a:pt x="1328140" y="357832"/>
                </a:lnTo>
                <a:cubicBezTo>
                  <a:pt x="1322334" y="340415"/>
                  <a:pt x="1320907" y="320857"/>
                  <a:pt x="1310723" y="305581"/>
                </a:cubicBezTo>
                <a:cubicBezTo>
                  <a:pt x="1304917" y="296872"/>
                  <a:pt x="1297987" y="288816"/>
                  <a:pt x="1293306" y="279455"/>
                </a:cubicBezTo>
                <a:cubicBezTo>
                  <a:pt x="1271843" y="236530"/>
                  <a:pt x="1300456" y="268800"/>
                  <a:pt x="1267180" y="227204"/>
                </a:cubicBezTo>
                <a:cubicBezTo>
                  <a:pt x="1262051" y="220793"/>
                  <a:pt x="1254892" y="216197"/>
                  <a:pt x="1249763" y="209786"/>
                </a:cubicBezTo>
                <a:cubicBezTo>
                  <a:pt x="1243225" y="201613"/>
                  <a:pt x="1239747" y="191062"/>
                  <a:pt x="1232346" y="183661"/>
                </a:cubicBezTo>
                <a:cubicBezTo>
                  <a:pt x="1224945" y="176260"/>
                  <a:pt x="1214393" y="172782"/>
                  <a:pt x="1206220" y="166244"/>
                </a:cubicBezTo>
                <a:cubicBezTo>
                  <a:pt x="1199809" y="161115"/>
                  <a:pt x="1195372" y="153752"/>
                  <a:pt x="1188803" y="148826"/>
                </a:cubicBezTo>
                <a:cubicBezTo>
                  <a:pt x="1172057" y="136266"/>
                  <a:pt x="1151354" y="128793"/>
                  <a:pt x="1136552" y="113992"/>
                </a:cubicBezTo>
                <a:cubicBezTo>
                  <a:pt x="1112643" y="90084"/>
                  <a:pt x="1126923" y="99172"/>
                  <a:pt x="1093009" y="87866"/>
                </a:cubicBezTo>
                <a:cubicBezTo>
                  <a:pt x="1084300" y="79158"/>
                  <a:pt x="1077649" y="67722"/>
                  <a:pt x="1066883" y="61741"/>
                </a:cubicBezTo>
                <a:cubicBezTo>
                  <a:pt x="1050834" y="52825"/>
                  <a:pt x="1014632" y="44324"/>
                  <a:pt x="1014632" y="44324"/>
                </a:cubicBezTo>
                <a:cubicBezTo>
                  <a:pt x="1008826" y="38518"/>
                  <a:pt x="1004558" y="30578"/>
                  <a:pt x="997214" y="26906"/>
                </a:cubicBezTo>
                <a:cubicBezTo>
                  <a:pt x="980793" y="18695"/>
                  <a:pt x="962380" y="15295"/>
                  <a:pt x="944963" y="9489"/>
                </a:cubicBezTo>
                <a:cubicBezTo>
                  <a:pt x="899562" y="-5644"/>
                  <a:pt x="879649" y="2232"/>
                  <a:pt x="866586" y="78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BFF461D3-0F0E-4D1A-AB6E-0C800DCE745E}"/>
              </a:ext>
            </a:extLst>
          </p:cNvPr>
          <p:cNvSpPr/>
          <p:nvPr/>
        </p:nvSpPr>
        <p:spPr bwMode="auto">
          <a:xfrm>
            <a:off x="3912276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00699B90-429F-443F-A4EF-CBC7DAF6FBD9}"/>
              </a:ext>
            </a:extLst>
          </p:cNvPr>
          <p:cNvSpPr/>
          <p:nvPr/>
        </p:nvSpPr>
        <p:spPr bwMode="auto">
          <a:xfrm>
            <a:off x="4920388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9D91E93E-007C-492B-A753-70E3BEF17B3C}"/>
              </a:ext>
            </a:extLst>
          </p:cNvPr>
          <p:cNvSpPr/>
          <p:nvPr/>
        </p:nvSpPr>
        <p:spPr bwMode="auto">
          <a:xfrm>
            <a:off x="571522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EB45BC24-43AB-4755-B3D2-6F3BFF0942FF}"/>
              </a:ext>
            </a:extLst>
          </p:cNvPr>
          <p:cNvSpPr/>
          <p:nvPr/>
        </p:nvSpPr>
        <p:spPr bwMode="auto">
          <a:xfrm>
            <a:off x="608416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1E2150CF-56CE-4558-BB22-3EA0F0F45833}"/>
              </a:ext>
            </a:extLst>
          </p:cNvPr>
          <p:cNvCxnSpPr>
            <a:cxnSpLocks/>
            <a:stCxn id="57" idx="3"/>
            <a:endCxn id="58" idx="0"/>
          </p:cNvCxnSpPr>
          <p:nvPr/>
        </p:nvCxnSpPr>
        <p:spPr bwMode="auto">
          <a:xfrm>
            <a:off x="4272316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0B099BE3-2CE5-4D10-B2C8-EB3248B0A092}"/>
              </a:ext>
            </a:extLst>
          </p:cNvPr>
          <p:cNvCxnSpPr>
            <a:stCxn id="58" idx="3"/>
            <a:endCxn id="59" idx="0"/>
          </p:cNvCxnSpPr>
          <p:nvPr/>
        </p:nvCxnSpPr>
        <p:spPr bwMode="auto">
          <a:xfrm>
            <a:off x="5280428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Conector: Angulado 62">
            <a:extLst>
              <a:ext uri="{FF2B5EF4-FFF2-40B4-BE49-F238E27FC236}">
                <a16:creationId xmlns:a16="http://schemas.microsoft.com/office/drawing/2014/main" id="{983CE31B-B0A9-4640-91E7-4B1D698D2A14}"/>
              </a:ext>
            </a:extLst>
          </p:cNvPr>
          <p:cNvCxnSpPr>
            <a:stCxn id="59" idx="3"/>
            <a:endCxn id="60" idx="0"/>
          </p:cNvCxnSpPr>
          <p:nvPr/>
        </p:nvCxnSpPr>
        <p:spPr bwMode="auto">
          <a:xfrm>
            <a:off x="6075261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8E70A493-CE50-4B85-9118-35C071B2E9DB}"/>
              </a:ext>
            </a:extLst>
          </p:cNvPr>
          <p:cNvSpPr/>
          <p:nvPr/>
        </p:nvSpPr>
        <p:spPr bwMode="auto">
          <a:xfrm>
            <a:off x="3449938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5BF7B939-C42D-4681-8E40-FD964CB209CA}"/>
              </a:ext>
            </a:extLst>
          </p:cNvPr>
          <p:cNvSpPr txBox="1"/>
          <p:nvPr/>
        </p:nvSpPr>
        <p:spPr>
          <a:xfrm>
            <a:off x="2987824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15DE480E-B872-4C9E-A1F8-754A1DA69AAC}"/>
              </a:ext>
            </a:extLst>
          </p:cNvPr>
          <p:cNvSpPr/>
          <p:nvPr/>
        </p:nvSpPr>
        <p:spPr bwMode="auto">
          <a:xfrm>
            <a:off x="2844759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32438B49-E739-44FC-B72B-5ABC44A9C5B2}"/>
              </a:ext>
            </a:extLst>
          </p:cNvPr>
          <p:cNvSpPr/>
          <p:nvPr/>
        </p:nvSpPr>
        <p:spPr bwMode="auto">
          <a:xfrm>
            <a:off x="408848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33BEF04A-9777-4E1A-83A9-C66D8DAC1A29}"/>
              </a:ext>
            </a:extLst>
          </p:cNvPr>
          <p:cNvSpPr/>
          <p:nvPr/>
        </p:nvSpPr>
        <p:spPr bwMode="auto">
          <a:xfrm>
            <a:off x="3203848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B92782DA-DBA7-461F-B60F-3C867B1068A5}"/>
              </a:ext>
            </a:extLst>
          </p:cNvPr>
          <p:cNvSpPr/>
          <p:nvPr/>
        </p:nvSpPr>
        <p:spPr bwMode="auto">
          <a:xfrm>
            <a:off x="2483768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5D9A3F3E-645E-4938-99A7-99588066818C}"/>
              </a:ext>
            </a:extLst>
          </p:cNvPr>
          <p:cNvCxnSpPr>
            <a:stCxn id="66" idx="3"/>
            <a:endCxn id="68" idx="0"/>
          </p:cNvCxnSpPr>
          <p:nvPr/>
        </p:nvCxnSpPr>
        <p:spPr bwMode="auto">
          <a:xfrm>
            <a:off x="3204799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60B318DC-3DAD-4F33-9F84-F3DDF287A4FA}"/>
              </a:ext>
            </a:extLst>
          </p:cNvPr>
          <p:cNvCxnSpPr>
            <a:stCxn id="66" idx="1"/>
            <a:endCxn id="69" idx="0"/>
          </p:cNvCxnSpPr>
          <p:nvPr/>
        </p:nvCxnSpPr>
        <p:spPr bwMode="auto">
          <a:xfrm rot="10800000" flipV="1">
            <a:off x="2663789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Conector: Angulado 71">
            <a:extLst>
              <a:ext uri="{FF2B5EF4-FFF2-40B4-BE49-F238E27FC236}">
                <a16:creationId xmlns:a16="http://schemas.microsoft.com/office/drawing/2014/main" id="{5AB481C5-33E2-424A-8BBD-253E747363A6}"/>
              </a:ext>
            </a:extLst>
          </p:cNvPr>
          <p:cNvCxnSpPr>
            <a:stCxn id="57" idx="1"/>
            <a:endCxn id="66" idx="0"/>
          </p:cNvCxnSpPr>
          <p:nvPr/>
        </p:nvCxnSpPr>
        <p:spPr bwMode="auto">
          <a:xfrm rot="10800000" flipV="1">
            <a:off x="3024780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3" name="Retângulo 72">
            <a:extLst>
              <a:ext uri="{FF2B5EF4-FFF2-40B4-BE49-F238E27FC236}">
                <a16:creationId xmlns:a16="http://schemas.microsoft.com/office/drawing/2014/main" id="{90401827-E9D7-49FA-831F-62B8D3B65B33}"/>
              </a:ext>
            </a:extLst>
          </p:cNvPr>
          <p:cNvSpPr/>
          <p:nvPr/>
        </p:nvSpPr>
        <p:spPr bwMode="auto">
          <a:xfrm>
            <a:off x="4499992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81DA16E1-CAAF-4607-B04F-B5AA7EA1C759}"/>
              </a:ext>
            </a:extLst>
          </p:cNvPr>
          <p:cNvSpPr/>
          <p:nvPr/>
        </p:nvSpPr>
        <p:spPr bwMode="auto">
          <a:xfrm>
            <a:off x="3707904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8643ED2C-82B0-4464-AA58-AA5A01BB072D}"/>
              </a:ext>
            </a:extLst>
          </p:cNvPr>
          <p:cNvCxnSpPr>
            <a:stCxn id="67" idx="1"/>
            <a:endCxn id="74" idx="0"/>
          </p:cNvCxnSpPr>
          <p:nvPr/>
        </p:nvCxnSpPr>
        <p:spPr bwMode="auto">
          <a:xfrm rot="10800000" flipV="1">
            <a:off x="3887925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E668D395-32DB-46FA-B93E-3C01CE8126A4}"/>
              </a:ext>
            </a:extLst>
          </p:cNvPr>
          <p:cNvCxnSpPr>
            <a:stCxn id="67" idx="3"/>
            <a:endCxn id="73" idx="0"/>
          </p:cNvCxnSpPr>
          <p:nvPr/>
        </p:nvCxnSpPr>
        <p:spPr bwMode="auto">
          <a:xfrm>
            <a:off x="4448523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Retângulo 76">
            <a:extLst>
              <a:ext uri="{FF2B5EF4-FFF2-40B4-BE49-F238E27FC236}">
                <a16:creationId xmlns:a16="http://schemas.microsoft.com/office/drawing/2014/main" id="{41778C6A-6EB7-4B78-97BE-4C118EE09AFB}"/>
              </a:ext>
            </a:extLst>
          </p:cNvPr>
          <p:cNvSpPr/>
          <p:nvPr/>
        </p:nvSpPr>
        <p:spPr bwMode="auto">
          <a:xfrm>
            <a:off x="4932040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401DEA59-9D89-426A-B6E3-9710347FEF13}"/>
              </a:ext>
            </a:extLst>
          </p:cNvPr>
          <p:cNvCxnSpPr>
            <a:stCxn id="73" idx="3"/>
            <a:endCxn id="77" idx="0"/>
          </p:cNvCxnSpPr>
          <p:nvPr/>
        </p:nvCxnSpPr>
        <p:spPr bwMode="auto">
          <a:xfrm>
            <a:off x="4860032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9" name="Retângulo 78">
            <a:extLst>
              <a:ext uri="{FF2B5EF4-FFF2-40B4-BE49-F238E27FC236}">
                <a16:creationId xmlns:a16="http://schemas.microsoft.com/office/drawing/2014/main" id="{489167D1-D7E6-43E1-9974-31D5FF8EFD6A}"/>
              </a:ext>
            </a:extLst>
          </p:cNvPr>
          <p:cNvSpPr/>
          <p:nvPr/>
        </p:nvSpPr>
        <p:spPr bwMode="auto">
          <a:xfrm>
            <a:off x="5364088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678610F2-CE74-4CE2-AEC7-8D5A8FD7C389}"/>
              </a:ext>
            </a:extLst>
          </p:cNvPr>
          <p:cNvCxnSpPr>
            <a:stCxn id="59" idx="1"/>
            <a:endCxn id="79" idx="0"/>
          </p:cNvCxnSpPr>
          <p:nvPr/>
        </p:nvCxnSpPr>
        <p:spPr bwMode="auto">
          <a:xfrm rot="10800000" flipV="1">
            <a:off x="5544109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Conector: Angulado 80">
            <a:extLst>
              <a:ext uri="{FF2B5EF4-FFF2-40B4-BE49-F238E27FC236}">
                <a16:creationId xmlns:a16="http://schemas.microsoft.com/office/drawing/2014/main" id="{6EE831B6-9354-4BB4-82E2-5C8654D4D971}"/>
              </a:ext>
            </a:extLst>
          </p:cNvPr>
          <p:cNvCxnSpPr>
            <a:cxnSpLocks/>
            <a:stCxn id="58" idx="1"/>
            <a:endCxn id="67" idx="0"/>
          </p:cNvCxnSpPr>
          <p:nvPr/>
        </p:nvCxnSpPr>
        <p:spPr bwMode="auto">
          <a:xfrm rot="10800000" flipV="1">
            <a:off x="4268504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886927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400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39200C21-4888-465F-9932-4F21FD910088}"/>
              </a:ext>
            </a:extLst>
          </p:cNvPr>
          <p:cNvSpPr/>
          <p:nvPr/>
        </p:nvSpPr>
        <p:spPr bwMode="auto">
          <a:xfrm>
            <a:off x="6042226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1DA2DEF-E413-47E3-B602-6A7E1BB7A473}"/>
              </a:ext>
            </a:extLst>
          </p:cNvPr>
          <p:cNvSpPr txBox="1"/>
          <p:nvPr/>
        </p:nvSpPr>
        <p:spPr>
          <a:xfrm>
            <a:off x="5763374" y="3392278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8479636-7C1F-458D-9A8D-64B5402040E4}"/>
              </a:ext>
            </a:extLst>
          </p:cNvPr>
          <p:cNvSpPr txBox="1"/>
          <p:nvPr/>
        </p:nvSpPr>
        <p:spPr>
          <a:xfrm>
            <a:off x="432000" y="4860000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</p:txBody>
      </p:sp>
    </p:spTree>
    <p:extLst>
      <p:ext uri="{BB962C8B-B14F-4D97-AF65-F5344CB8AC3E}">
        <p14:creationId xmlns:p14="http://schemas.microsoft.com/office/powerpoint/2010/main" val="1397398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1DA2DEF-E413-47E3-B602-6A7E1BB7A473}"/>
              </a:ext>
            </a:extLst>
          </p:cNvPr>
          <p:cNvSpPr txBox="1"/>
          <p:nvPr/>
        </p:nvSpPr>
        <p:spPr>
          <a:xfrm>
            <a:off x="4827270" y="3868918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D85EAD99-4A95-4535-A495-5D3EC1E6383A}"/>
              </a:ext>
            </a:extLst>
          </p:cNvPr>
          <p:cNvSpPr/>
          <p:nvPr/>
        </p:nvSpPr>
        <p:spPr bwMode="auto">
          <a:xfrm>
            <a:off x="5085806" y="4040777"/>
            <a:ext cx="400594" cy="296092"/>
          </a:xfrm>
          <a:custGeom>
            <a:avLst/>
            <a:gdLst>
              <a:gd name="connsiteX0" fmla="*/ 0 w 400594"/>
              <a:gd name="connsiteY0" fmla="*/ 0 h 296092"/>
              <a:gd name="connsiteX1" fmla="*/ 296091 w 400594"/>
              <a:gd name="connsiteY1" fmla="*/ 69669 h 296092"/>
              <a:gd name="connsiteX2" fmla="*/ 400594 w 400594"/>
              <a:gd name="connsiteY2" fmla="*/ 296092 h 29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594" h="296092">
                <a:moveTo>
                  <a:pt x="0" y="0"/>
                </a:moveTo>
                <a:cubicBezTo>
                  <a:pt x="114662" y="10160"/>
                  <a:pt x="229325" y="20320"/>
                  <a:pt x="296091" y="69669"/>
                </a:cubicBezTo>
                <a:cubicBezTo>
                  <a:pt x="362857" y="119018"/>
                  <a:pt x="381725" y="207555"/>
                  <a:pt x="400594" y="29609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C15810B-6B94-4171-8072-70B3287B88C3}"/>
              </a:ext>
            </a:extLst>
          </p:cNvPr>
          <p:cNvSpPr txBox="1"/>
          <p:nvPr/>
        </p:nvSpPr>
        <p:spPr>
          <a:xfrm>
            <a:off x="432000" y="4860000"/>
            <a:ext cx="3191899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</p:txBody>
      </p:sp>
    </p:spTree>
    <p:extLst>
      <p:ext uri="{BB962C8B-B14F-4D97-AF65-F5344CB8AC3E}">
        <p14:creationId xmlns:p14="http://schemas.microsoft.com/office/powerpoint/2010/main" val="318006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dirty="0"/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1DA2DEF-E413-47E3-B602-6A7E1BB7A473}"/>
              </a:ext>
            </a:extLst>
          </p:cNvPr>
          <p:cNvSpPr txBox="1"/>
          <p:nvPr/>
        </p:nvSpPr>
        <p:spPr>
          <a:xfrm>
            <a:off x="6325571" y="4328049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FDABD2D6-4A9F-4CA7-B770-1FCD39781862}"/>
              </a:ext>
            </a:extLst>
          </p:cNvPr>
          <p:cNvSpPr/>
          <p:nvPr/>
        </p:nvSpPr>
        <p:spPr bwMode="auto">
          <a:xfrm>
            <a:off x="6113417" y="4493623"/>
            <a:ext cx="226423" cy="296091"/>
          </a:xfrm>
          <a:custGeom>
            <a:avLst/>
            <a:gdLst>
              <a:gd name="connsiteX0" fmla="*/ 226423 w 226423"/>
              <a:gd name="connsiteY0" fmla="*/ 0 h 296091"/>
              <a:gd name="connsiteX1" fmla="*/ 60960 w 226423"/>
              <a:gd name="connsiteY1" fmla="*/ 69668 h 296091"/>
              <a:gd name="connsiteX2" fmla="*/ 0 w 226423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423" h="296091">
                <a:moveTo>
                  <a:pt x="226423" y="0"/>
                </a:moveTo>
                <a:cubicBezTo>
                  <a:pt x="162560" y="10160"/>
                  <a:pt x="98697" y="20320"/>
                  <a:pt x="60960" y="69668"/>
                </a:cubicBezTo>
                <a:cubicBezTo>
                  <a:pt x="23223" y="119016"/>
                  <a:pt x="11611" y="207553"/>
                  <a:pt x="0" y="296091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4C42A57-CE78-4B3F-8B1C-EC89F6D3BFCF}"/>
              </a:ext>
            </a:extLst>
          </p:cNvPr>
          <p:cNvSpPr txBox="1"/>
          <p:nvPr/>
        </p:nvSpPr>
        <p:spPr>
          <a:xfrm>
            <a:off x="432000" y="4860000"/>
            <a:ext cx="3406702" cy="82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</p:txBody>
      </p:sp>
    </p:spTree>
    <p:extLst>
      <p:ext uri="{BB962C8B-B14F-4D97-AF65-F5344CB8AC3E}">
        <p14:creationId xmlns:p14="http://schemas.microsoft.com/office/powerpoint/2010/main" val="3247973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100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1DA2DEF-E413-47E3-B602-6A7E1BB7A473}"/>
              </a:ext>
            </a:extLst>
          </p:cNvPr>
          <p:cNvSpPr txBox="1"/>
          <p:nvPr/>
        </p:nvSpPr>
        <p:spPr>
          <a:xfrm>
            <a:off x="5043294" y="5747588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177EC99-6E6F-4451-B6C1-6C0CE2AAE7EC}"/>
              </a:ext>
            </a:extLst>
          </p:cNvPr>
          <p:cNvSpPr txBox="1"/>
          <p:nvPr/>
        </p:nvSpPr>
        <p:spPr>
          <a:xfrm>
            <a:off x="432000" y="4860000"/>
            <a:ext cx="3621504" cy="1083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30D2F25-9651-4578-AD61-363172BB27CA}"/>
              </a:ext>
            </a:extLst>
          </p:cNvPr>
          <p:cNvSpPr/>
          <p:nvPr/>
        </p:nvSpPr>
        <p:spPr bwMode="auto">
          <a:xfrm>
            <a:off x="5312229" y="5904411"/>
            <a:ext cx="269965" cy="269966"/>
          </a:xfrm>
          <a:custGeom>
            <a:avLst/>
            <a:gdLst>
              <a:gd name="connsiteX0" fmla="*/ 0 w 269965"/>
              <a:gd name="connsiteY0" fmla="*/ 0 h 269966"/>
              <a:gd name="connsiteX1" fmla="*/ 217714 w 269965"/>
              <a:gd name="connsiteY1" fmla="*/ 60960 h 269966"/>
              <a:gd name="connsiteX2" fmla="*/ 269965 w 269965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965" h="269966">
                <a:moveTo>
                  <a:pt x="0" y="0"/>
                </a:moveTo>
                <a:cubicBezTo>
                  <a:pt x="86360" y="7983"/>
                  <a:pt x="172720" y="15966"/>
                  <a:pt x="217714" y="60960"/>
                </a:cubicBezTo>
                <a:cubicBezTo>
                  <a:pt x="262708" y="105954"/>
                  <a:pt x="266336" y="187960"/>
                  <a:pt x="269965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589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dirty="0"/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1DA2DEF-E413-47E3-B602-6A7E1BB7A473}"/>
              </a:ext>
            </a:extLst>
          </p:cNvPr>
          <p:cNvSpPr txBox="1"/>
          <p:nvPr/>
        </p:nvSpPr>
        <p:spPr>
          <a:xfrm>
            <a:off x="4988704" y="5747588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0" name="Retângulo 29">
            <a:extLst>
              <a:ext uri="{FF2B5EF4-FFF2-40B4-BE49-F238E27FC236}">
                <a16:creationId xmlns:a16="http://schemas.microsoft.com/office/drawing/2014/main" id="{F77A9AD1-D90E-4BA0-B27B-5CD527711F3C}"/>
              </a:ext>
            </a:extLst>
          </p:cNvPr>
          <p:cNvSpPr/>
          <p:nvPr/>
        </p:nvSpPr>
        <p:spPr bwMode="auto">
          <a:xfrm>
            <a:off x="5493823" y="5387548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6</a:t>
            </a: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A54DF9B0-0EDF-49F3-9932-221363CEA0E3}"/>
              </a:ext>
            </a:extLst>
          </p:cNvPr>
          <p:cNvSpPr/>
          <p:nvPr/>
        </p:nvSpPr>
        <p:spPr bwMode="auto">
          <a:xfrm>
            <a:off x="5103223" y="5556069"/>
            <a:ext cx="374468" cy="243840"/>
          </a:xfrm>
          <a:custGeom>
            <a:avLst/>
            <a:gdLst>
              <a:gd name="connsiteX0" fmla="*/ 0 w 374468"/>
              <a:gd name="connsiteY0" fmla="*/ 243840 h 243840"/>
              <a:gd name="connsiteX1" fmla="*/ 121920 w 374468"/>
              <a:gd name="connsiteY1" fmla="*/ 60960 h 243840"/>
              <a:gd name="connsiteX2" fmla="*/ 374468 w 374468"/>
              <a:gd name="connsiteY2" fmla="*/ 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468" h="243840">
                <a:moveTo>
                  <a:pt x="0" y="243840"/>
                </a:moveTo>
                <a:cubicBezTo>
                  <a:pt x="29754" y="172720"/>
                  <a:pt x="59509" y="101600"/>
                  <a:pt x="121920" y="60960"/>
                </a:cubicBezTo>
                <a:cubicBezTo>
                  <a:pt x="184331" y="20320"/>
                  <a:pt x="279399" y="10160"/>
                  <a:pt x="374468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177EC99-6E6F-4451-B6C1-6C0CE2AAE7EC}"/>
              </a:ext>
            </a:extLst>
          </p:cNvPr>
          <p:cNvSpPr txBox="1"/>
          <p:nvPr/>
        </p:nvSpPr>
        <p:spPr>
          <a:xfrm>
            <a:off x="432000" y="4860000"/>
            <a:ext cx="3621504" cy="1341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cria(6)</a:t>
            </a:r>
          </a:p>
        </p:txBody>
      </p:sp>
    </p:spTree>
    <p:extLst>
      <p:ext uri="{BB962C8B-B14F-4D97-AF65-F5344CB8AC3E}">
        <p14:creationId xmlns:p14="http://schemas.microsoft.com/office/powerpoint/2010/main" val="1358769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dirty="0"/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1DA2DEF-E413-47E3-B602-6A7E1BB7A473}"/>
              </a:ext>
            </a:extLst>
          </p:cNvPr>
          <p:cNvSpPr txBox="1"/>
          <p:nvPr/>
        </p:nvSpPr>
        <p:spPr>
          <a:xfrm>
            <a:off x="6325571" y="4328049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08C5E8-98E4-4067-A4B8-EFC9CEC88A1D}"/>
              </a:ext>
            </a:extLst>
          </p:cNvPr>
          <p:cNvSpPr txBox="1"/>
          <p:nvPr/>
        </p:nvSpPr>
        <p:spPr>
          <a:xfrm>
            <a:off x="432000" y="4860000"/>
            <a:ext cx="3621504" cy="1083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FDABD2D6-4A9F-4CA7-B770-1FCD39781862}"/>
              </a:ext>
            </a:extLst>
          </p:cNvPr>
          <p:cNvSpPr/>
          <p:nvPr/>
        </p:nvSpPr>
        <p:spPr bwMode="auto">
          <a:xfrm>
            <a:off x="6113417" y="4493623"/>
            <a:ext cx="226423" cy="296091"/>
          </a:xfrm>
          <a:custGeom>
            <a:avLst/>
            <a:gdLst>
              <a:gd name="connsiteX0" fmla="*/ 226423 w 226423"/>
              <a:gd name="connsiteY0" fmla="*/ 0 h 296091"/>
              <a:gd name="connsiteX1" fmla="*/ 60960 w 226423"/>
              <a:gd name="connsiteY1" fmla="*/ 69668 h 296091"/>
              <a:gd name="connsiteX2" fmla="*/ 0 w 226423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423" h="296091">
                <a:moveTo>
                  <a:pt x="226423" y="0"/>
                </a:moveTo>
                <a:cubicBezTo>
                  <a:pt x="162560" y="10160"/>
                  <a:pt x="98697" y="20320"/>
                  <a:pt x="60960" y="69668"/>
                </a:cubicBezTo>
                <a:cubicBezTo>
                  <a:pt x="23223" y="119016"/>
                  <a:pt x="11611" y="207553"/>
                  <a:pt x="0" y="296091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56F9517-7C21-4BB2-AA4C-4DED9778140B}"/>
              </a:ext>
            </a:extLst>
          </p:cNvPr>
          <p:cNvSpPr/>
          <p:nvPr/>
        </p:nvSpPr>
        <p:spPr bwMode="auto">
          <a:xfrm>
            <a:off x="5493823" y="5387548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6</a:t>
            </a:r>
          </a:p>
        </p:txBody>
      </p:sp>
      <p:cxnSp>
        <p:nvCxnSpPr>
          <p:cNvPr id="5" name="Conector: Angulado 4">
            <a:extLst>
              <a:ext uri="{FF2B5EF4-FFF2-40B4-BE49-F238E27FC236}">
                <a16:creationId xmlns:a16="http://schemas.microsoft.com/office/drawing/2014/main" id="{D4B6E8F9-5980-4F25-BE32-9D5F95DFD7FB}"/>
              </a:ext>
            </a:extLst>
          </p:cNvPr>
          <p:cNvCxnSpPr>
            <a:stCxn id="48" idx="1"/>
            <a:endCxn id="30" idx="0"/>
          </p:cNvCxnSpPr>
          <p:nvPr/>
        </p:nvCxnSpPr>
        <p:spPr bwMode="auto">
          <a:xfrm rot="10800000" flipV="1">
            <a:off x="5673844" y="5020912"/>
            <a:ext cx="122293" cy="366635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668403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dirty="0"/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4C42A57-CE78-4B3F-8B1C-EC89F6D3BFCF}"/>
              </a:ext>
            </a:extLst>
          </p:cNvPr>
          <p:cNvSpPr txBox="1"/>
          <p:nvPr/>
        </p:nvSpPr>
        <p:spPr>
          <a:xfrm>
            <a:off x="432000" y="4860000"/>
            <a:ext cx="3406702" cy="824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F68C171-7B8F-41C2-8E81-C0B60AA0B7F4}"/>
              </a:ext>
            </a:extLst>
          </p:cNvPr>
          <p:cNvSpPr/>
          <p:nvPr/>
        </p:nvSpPr>
        <p:spPr bwMode="auto">
          <a:xfrm>
            <a:off x="5493823" y="5387548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6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8F6F25AA-AC56-4E01-9989-1E6B5252F9BE}"/>
              </a:ext>
            </a:extLst>
          </p:cNvPr>
          <p:cNvCxnSpPr>
            <a:cxnSpLocks/>
            <a:stCxn id="48" idx="1"/>
            <a:endCxn id="30" idx="0"/>
          </p:cNvCxnSpPr>
          <p:nvPr/>
        </p:nvCxnSpPr>
        <p:spPr bwMode="auto">
          <a:xfrm rot="10800000" flipV="1">
            <a:off x="5673844" y="5020912"/>
            <a:ext cx="122293" cy="3666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3F15610-DC86-4F71-B115-5D43DA752256}"/>
              </a:ext>
            </a:extLst>
          </p:cNvPr>
          <p:cNvSpPr txBox="1"/>
          <p:nvPr/>
        </p:nvSpPr>
        <p:spPr>
          <a:xfrm>
            <a:off x="4807516" y="3895045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4134B4A3-3422-4721-BEE9-4138AB917681}"/>
              </a:ext>
            </a:extLst>
          </p:cNvPr>
          <p:cNvSpPr/>
          <p:nvPr/>
        </p:nvSpPr>
        <p:spPr bwMode="auto">
          <a:xfrm>
            <a:off x="5085806" y="4040777"/>
            <a:ext cx="400594" cy="296092"/>
          </a:xfrm>
          <a:custGeom>
            <a:avLst/>
            <a:gdLst>
              <a:gd name="connsiteX0" fmla="*/ 0 w 400594"/>
              <a:gd name="connsiteY0" fmla="*/ 0 h 296092"/>
              <a:gd name="connsiteX1" fmla="*/ 296091 w 400594"/>
              <a:gd name="connsiteY1" fmla="*/ 69669 h 296092"/>
              <a:gd name="connsiteX2" fmla="*/ 400594 w 400594"/>
              <a:gd name="connsiteY2" fmla="*/ 296092 h 29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594" h="296092">
                <a:moveTo>
                  <a:pt x="0" y="0"/>
                </a:moveTo>
                <a:cubicBezTo>
                  <a:pt x="114662" y="10160"/>
                  <a:pt x="229325" y="20320"/>
                  <a:pt x="296091" y="69669"/>
                </a:cubicBezTo>
                <a:cubicBezTo>
                  <a:pt x="362857" y="119018"/>
                  <a:pt x="381725" y="207555"/>
                  <a:pt x="400594" y="29609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25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Em C/C++: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(r == NULL)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 = cria(valor);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r-&gt;valor)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valor);</a:t>
            </a:r>
          </a:p>
          <a:p>
            <a:pPr marL="0" indent="0">
              <a:spcBef>
                <a:spcPts val="300"/>
              </a:spcBef>
              <a:buNone/>
            </a:pPr>
            <a:endParaRPr lang="pt-BR" altLang="pt-BR" sz="16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altLang="pt-BR" sz="16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pt-BR" altLang="pt-BR" sz="16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Inserção em Árvores Binárias de Busca</a:t>
            </a:r>
            <a:endParaRPr lang="en-US" sz="28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84A0F0A5-17D9-4433-96CF-32F0CC786A68}"/>
              </a:ext>
            </a:extLst>
          </p:cNvPr>
          <p:cNvSpPr/>
          <p:nvPr/>
        </p:nvSpPr>
        <p:spPr bwMode="auto">
          <a:xfrm>
            <a:off x="6504564" y="385078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45776EA-6EEC-489E-8A83-2A8EE09FA3F3}"/>
              </a:ext>
            </a:extLst>
          </p:cNvPr>
          <p:cNvSpPr/>
          <p:nvPr/>
        </p:nvSpPr>
        <p:spPr bwMode="auto">
          <a:xfrm>
            <a:off x="7512676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DFEAE34-5798-4FEF-B8E4-ADEF4D959183}"/>
              </a:ext>
            </a:extLst>
          </p:cNvPr>
          <p:cNvSpPr/>
          <p:nvPr/>
        </p:nvSpPr>
        <p:spPr bwMode="auto">
          <a:xfrm>
            <a:off x="8307509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1C8095-50C0-44A7-9333-EEE8A104F04A}"/>
              </a:ext>
            </a:extLst>
          </p:cNvPr>
          <p:cNvSpPr/>
          <p:nvPr/>
        </p:nvSpPr>
        <p:spPr bwMode="auto">
          <a:xfrm>
            <a:off x="867645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1566B0F-7261-4254-9D01-C01A77BB2B53}"/>
              </a:ext>
            </a:extLst>
          </p:cNvPr>
          <p:cNvCxnSpPr>
            <a:cxnSpLocks/>
            <a:stCxn id="37" idx="3"/>
            <a:endCxn id="38" idx="0"/>
          </p:cNvCxnSpPr>
          <p:nvPr/>
        </p:nvCxnSpPr>
        <p:spPr bwMode="auto">
          <a:xfrm>
            <a:off x="6864604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A7502C66-860D-4426-A225-54B0B5D6797E}"/>
              </a:ext>
            </a:extLst>
          </p:cNvPr>
          <p:cNvCxnSpPr>
            <a:stCxn id="38" idx="3"/>
            <a:endCxn id="39" idx="0"/>
          </p:cNvCxnSpPr>
          <p:nvPr/>
        </p:nvCxnSpPr>
        <p:spPr bwMode="auto">
          <a:xfrm>
            <a:off x="7872716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1506616-344A-44CC-9160-BF37F914C2EA}"/>
              </a:ext>
            </a:extLst>
          </p:cNvPr>
          <p:cNvCxnSpPr>
            <a:stCxn id="39" idx="3"/>
            <a:endCxn id="40" idx="0"/>
          </p:cNvCxnSpPr>
          <p:nvPr/>
        </p:nvCxnSpPr>
        <p:spPr bwMode="auto">
          <a:xfrm>
            <a:off x="8667549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A88D5AE9-3923-4AD8-8DCF-37E6AA54BF14}"/>
              </a:ext>
            </a:extLst>
          </p:cNvPr>
          <p:cNvSpPr/>
          <p:nvPr/>
        </p:nvSpPr>
        <p:spPr bwMode="auto">
          <a:xfrm>
            <a:off x="5437047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2806FC-09AE-46FF-92E6-A2CBBDE21F12}"/>
              </a:ext>
            </a:extLst>
          </p:cNvPr>
          <p:cNvSpPr/>
          <p:nvPr/>
        </p:nvSpPr>
        <p:spPr bwMode="auto">
          <a:xfrm>
            <a:off x="6680771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93D921D-84CE-4EDE-A971-7CAB93EA2F8C}"/>
              </a:ext>
            </a:extLst>
          </p:cNvPr>
          <p:cNvSpPr/>
          <p:nvPr/>
        </p:nvSpPr>
        <p:spPr bwMode="auto">
          <a:xfrm>
            <a:off x="5796136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992E44C-285A-4DD0-A9FC-6924DEB24F5B}"/>
              </a:ext>
            </a:extLst>
          </p:cNvPr>
          <p:cNvSpPr/>
          <p:nvPr/>
        </p:nvSpPr>
        <p:spPr bwMode="auto">
          <a:xfrm>
            <a:off x="5076056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08DE0-A098-47D5-BF34-BAB643234757}"/>
              </a:ext>
            </a:extLst>
          </p:cNvPr>
          <p:cNvCxnSpPr>
            <a:stCxn id="46" idx="3"/>
            <a:endCxn id="48" idx="0"/>
          </p:cNvCxnSpPr>
          <p:nvPr/>
        </p:nvCxnSpPr>
        <p:spPr bwMode="auto">
          <a:xfrm>
            <a:off x="5797087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04D7DE3-C4AF-470E-9C42-9D72B0266280}"/>
              </a:ext>
            </a:extLst>
          </p:cNvPr>
          <p:cNvCxnSpPr>
            <a:stCxn id="46" idx="1"/>
            <a:endCxn id="49" idx="0"/>
          </p:cNvCxnSpPr>
          <p:nvPr/>
        </p:nvCxnSpPr>
        <p:spPr bwMode="auto">
          <a:xfrm rot="10800000" flipV="1">
            <a:off x="5256077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C1FE889A-3A13-41BB-B1FA-E5948625CAED}"/>
              </a:ext>
            </a:extLst>
          </p:cNvPr>
          <p:cNvCxnSpPr>
            <a:stCxn id="37" idx="1"/>
            <a:endCxn id="46" idx="0"/>
          </p:cNvCxnSpPr>
          <p:nvPr/>
        </p:nvCxnSpPr>
        <p:spPr bwMode="auto">
          <a:xfrm rot="10800000" flipV="1">
            <a:off x="5617068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4395FA8-CD32-4D00-A37B-387E736D241A}"/>
              </a:ext>
            </a:extLst>
          </p:cNvPr>
          <p:cNvSpPr/>
          <p:nvPr/>
        </p:nvSpPr>
        <p:spPr bwMode="auto">
          <a:xfrm>
            <a:off x="7092280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8E3C9051-568B-42D0-9DA7-50662713D07C}"/>
              </a:ext>
            </a:extLst>
          </p:cNvPr>
          <p:cNvSpPr/>
          <p:nvPr/>
        </p:nvSpPr>
        <p:spPr bwMode="auto">
          <a:xfrm>
            <a:off x="6300192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C73BA13A-1BA0-4E30-AF11-307759AA72EC}"/>
              </a:ext>
            </a:extLst>
          </p:cNvPr>
          <p:cNvCxnSpPr>
            <a:stCxn id="47" idx="1"/>
            <a:endCxn id="54" idx="0"/>
          </p:cNvCxnSpPr>
          <p:nvPr/>
        </p:nvCxnSpPr>
        <p:spPr bwMode="auto">
          <a:xfrm rot="10800000" flipV="1">
            <a:off x="6480213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DEBEC41A-2EE3-4010-97EF-654DD2DAFE49}"/>
              </a:ext>
            </a:extLst>
          </p:cNvPr>
          <p:cNvCxnSpPr>
            <a:stCxn id="47" idx="3"/>
            <a:endCxn id="53" idx="0"/>
          </p:cNvCxnSpPr>
          <p:nvPr/>
        </p:nvCxnSpPr>
        <p:spPr bwMode="auto">
          <a:xfrm>
            <a:off x="7040811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7" name="Retângulo 56">
            <a:extLst>
              <a:ext uri="{FF2B5EF4-FFF2-40B4-BE49-F238E27FC236}">
                <a16:creationId xmlns:a16="http://schemas.microsoft.com/office/drawing/2014/main" id="{F0BBE8D9-D8D5-4675-A1CD-88D8F483B4B8}"/>
              </a:ext>
            </a:extLst>
          </p:cNvPr>
          <p:cNvSpPr/>
          <p:nvPr/>
        </p:nvSpPr>
        <p:spPr bwMode="auto">
          <a:xfrm>
            <a:off x="7524328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28DE63DE-2E04-4C28-B6C4-979F515E33C8}"/>
              </a:ext>
            </a:extLst>
          </p:cNvPr>
          <p:cNvCxnSpPr>
            <a:stCxn id="53" idx="3"/>
            <a:endCxn id="57" idx="0"/>
          </p:cNvCxnSpPr>
          <p:nvPr/>
        </p:nvCxnSpPr>
        <p:spPr bwMode="auto">
          <a:xfrm>
            <a:off x="7452320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31B412BB-E240-4733-85B8-12B10B83D943}"/>
              </a:ext>
            </a:extLst>
          </p:cNvPr>
          <p:cNvSpPr/>
          <p:nvPr/>
        </p:nvSpPr>
        <p:spPr bwMode="auto">
          <a:xfrm>
            <a:off x="79563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75A132AA-047B-49AC-BE84-12B831CD0985}"/>
              </a:ext>
            </a:extLst>
          </p:cNvPr>
          <p:cNvCxnSpPr>
            <a:stCxn id="39" idx="1"/>
            <a:endCxn id="59" idx="0"/>
          </p:cNvCxnSpPr>
          <p:nvPr/>
        </p:nvCxnSpPr>
        <p:spPr bwMode="auto">
          <a:xfrm rot="10800000" flipV="1">
            <a:off x="8136397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C21051FB-8F46-4568-A372-B57405A3D7AD}"/>
              </a:ext>
            </a:extLst>
          </p:cNvPr>
          <p:cNvCxnSpPr>
            <a:cxnSpLocks/>
            <a:stCxn id="38" idx="1"/>
            <a:endCxn id="47" idx="0"/>
          </p:cNvCxnSpPr>
          <p:nvPr/>
        </p:nvCxnSpPr>
        <p:spPr bwMode="auto">
          <a:xfrm rot="10800000" flipV="1">
            <a:off x="6860792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4C42A57-CE78-4B3F-8B1C-EC89F6D3BFCF}"/>
              </a:ext>
            </a:extLst>
          </p:cNvPr>
          <p:cNvSpPr txBox="1"/>
          <p:nvPr/>
        </p:nvSpPr>
        <p:spPr>
          <a:xfrm>
            <a:off x="432000" y="4860000"/>
            <a:ext cx="3191899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insere(r, 6)</a:t>
            </a:r>
          </a:p>
          <a:p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insere(r-&gt;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6)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F68C171-7B8F-41C2-8E81-C0B60AA0B7F4}"/>
              </a:ext>
            </a:extLst>
          </p:cNvPr>
          <p:cNvSpPr/>
          <p:nvPr/>
        </p:nvSpPr>
        <p:spPr bwMode="auto">
          <a:xfrm>
            <a:off x="5493823" y="5387548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6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8F6F25AA-AC56-4E01-9989-1E6B5252F9BE}"/>
              </a:ext>
            </a:extLst>
          </p:cNvPr>
          <p:cNvCxnSpPr>
            <a:cxnSpLocks/>
            <a:stCxn id="48" idx="1"/>
            <a:endCxn id="30" idx="0"/>
          </p:cNvCxnSpPr>
          <p:nvPr/>
        </p:nvCxnSpPr>
        <p:spPr bwMode="auto">
          <a:xfrm rot="10800000" flipV="1">
            <a:off x="5673844" y="5020912"/>
            <a:ext cx="122293" cy="3666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5AA59EA3-230C-4B59-8897-10C2C30BC093}"/>
              </a:ext>
            </a:extLst>
          </p:cNvPr>
          <p:cNvSpPr/>
          <p:nvPr/>
        </p:nvSpPr>
        <p:spPr bwMode="auto">
          <a:xfrm>
            <a:off x="6042226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E8BAEA9-D3FD-4293-B78E-9AF7FB4C42BF}"/>
              </a:ext>
            </a:extLst>
          </p:cNvPr>
          <p:cNvSpPr txBox="1"/>
          <p:nvPr/>
        </p:nvSpPr>
        <p:spPr>
          <a:xfrm>
            <a:off x="5826673" y="3409696"/>
            <a:ext cx="248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300548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Percursos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1800"/>
              </a:spcBef>
              <a:defRPr/>
            </a:pPr>
            <a:r>
              <a:rPr lang="pt-BR" dirty="0"/>
              <a:t>As 3 estratégias apresentadas anteriormente para árvores binárias, também se aplicam à árvores binárias de busca:</a:t>
            </a:r>
          </a:p>
          <a:p>
            <a:pPr lvl="1" algn="just">
              <a:spcBef>
                <a:spcPts val="1800"/>
              </a:spcBef>
            </a:pPr>
            <a:r>
              <a:rPr lang="pt-BR" altLang="pt-BR" sz="2000" dirty="0">
                <a:solidFill>
                  <a:schemeClr val="accent2"/>
                </a:solidFill>
              </a:rPr>
              <a:t>Em ordem</a:t>
            </a:r>
            <a:r>
              <a:rPr lang="pt-BR" altLang="pt-BR" sz="2000" dirty="0"/>
              <a:t>: percorre recursivamente a </a:t>
            </a:r>
            <a:r>
              <a:rPr lang="pt-BR" altLang="pt-BR" sz="2000" dirty="0" err="1"/>
              <a:t>subárvore</a:t>
            </a:r>
            <a:r>
              <a:rPr lang="pt-BR" altLang="pt-BR" sz="2000" dirty="0"/>
              <a:t> esquerda, visita a raiz e, por fim, percorre recursivamente a </a:t>
            </a:r>
            <a:r>
              <a:rPr lang="pt-BR" altLang="pt-BR" sz="2000" dirty="0" err="1"/>
              <a:t>subárvore</a:t>
            </a:r>
            <a:r>
              <a:rPr lang="pt-BR" altLang="pt-BR" sz="2000" dirty="0"/>
              <a:t> direita.</a:t>
            </a:r>
          </a:p>
          <a:p>
            <a:pPr lvl="1" algn="just">
              <a:spcBef>
                <a:spcPts val="1800"/>
              </a:spcBef>
            </a:pPr>
            <a:r>
              <a:rPr lang="pt-BR" altLang="pt-BR" sz="2000" dirty="0" err="1">
                <a:solidFill>
                  <a:schemeClr val="accent2"/>
                </a:solidFill>
              </a:rPr>
              <a:t>Pré</a:t>
            </a:r>
            <a:r>
              <a:rPr lang="pt-BR" altLang="pt-BR" sz="2000" dirty="0">
                <a:solidFill>
                  <a:schemeClr val="accent2"/>
                </a:solidFill>
              </a:rPr>
              <a:t>-ordem</a:t>
            </a:r>
            <a:r>
              <a:rPr lang="pt-BR" altLang="pt-BR" sz="2000" dirty="0"/>
              <a:t>: visita a raiz, percorre recursivamente a </a:t>
            </a:r>
            <a:r>
              <a:rPr lang="pt-BR" altLang="pt-BR" sz="2000" dirty="0" err="1"/>
              <a:t>subárvore</a:t>
            </a:r>
            <a:r>
              <a:rPr lang="pt-BR" altLang="pt-BR" sz="2000" dirty="0"/>
              <a:t> esquerda e, por fim, percorre recursivamente a </a:t>
            </a:r>
            <a:r>
              <a:rPr lang="pt-BR" altLang="pt-BR" sz="2000" dirty="0" err="1"/>
              <a:t>subárvore</a:t>
            </a:r>
            <a:r>
              <a:rPr lang="pt-BR" altLang="pt-BR" sz="2000" dirty="0"/>
              <a:t> direita.</a:t>
            </a:r>
          </a:p>
          <a:p>
            <a:pPr lvl="1" algn="just">
              <a:spcBef>
                <a:spcPts val="1800"/>
              </a:spcBef>
            </a:pPr>
            <a:r>
              <a:rPr lang="pt-BR" altLang="pt-BR" sz="2000" dirty="0">
                <a:solidFill>
                  <a:schemeClr val="accent2"/>
                </a:solidFill>
              </a:rPr>
              <a:t>Pós-ordem</a:t>
            </a:r>
            <a:r>
              <a:rPr lang="pt-BR" altLang="pt-BR" sz="2000" dirty="0"/>
              <a:t>: percorre recursivamente a </a:t>
            </a:r>
            <a:r>
              <a:rPr lang="pt-BR" altLang="pt-BR" sz="2000" dirty="0" err="1"/>
              <a:t>subárvore</a:t>
            </a:r>
            <a:r>
              <a:rPr lang="pt-BR" altLang="pt-BR" sz="2000" dirty="0"/>
              <a:t> esquerda, percorre recursivamente a </a:t>
            </a:r>
            <a:r>
              <a:rPr lang="pt-BR" altLang="pt-BR" sz="2000" dirty="0" err="1"/>
              <a:t>subárvore</a:t>
            </a:r>
            <a:r>
              <a:rPr lang="pt-BR" altLang="pt-BR" sz="2000" dirty="0"/>
              <a:t> direita e, por fim, visita a raiz.</a:t>
            </a:r>
          </a:p>
          <a:p>
            <a:pPr marL="342900" lvl="1" indent="-342900" algn="just">
              <a:spcBef>
                <a:spcPts val="1800"/>
              </a:spcBef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pt-BR" sz="2000" dirty="0">
                <a:ea typeface="+mn-ea"/>
                <a:cs typeface="+mn-cs"/>
              </a:rPr>
              <a:t>Para percorrer os nós de uma Árvore Binária de Busca em </a:t>
            </a:r>
            <a:r>
              <a:rPr lang="pt-BR" sz="2000" dirty="0">
                <a:solidFill>
                  <a:schemeClr val="accent2"/>
                </a:solidFill>
                <a:ea typeface="+mn-ea"/>
                <a:cs typeface="+mn-cs"/>
              </a:rPr>
              <a:t>ordem crescente </a:t>
            </a:r>
            <a:r>
              <a:rPr lang="pt-BR" sz="2000" dirty="0">
                <a:ea typeface="+mn-ea"/>
                <a:cs typeface="+mn-cs"/>
              </a:rPr>
              <a:t>use a estratégia </a:t>
            </a:r>
            <a:r>
              <a:rPr lang="pt-BR" sz="2000" dirty="0">
                <a:solidFill>
                  <a:schemeClr val="accent2"/>
                </a:solidFill>
                <a:ea typeface="+mn-ea"/>
                <a:cs typeface="+mn-cs"/>
              </a:rPr>
              <a:t>em ordem</a:t>
            </a:r>
            <a:r>
              <a:rPr lang="pt-BR" sz="2000" dirty="0">
                <a:ea typeface="+mn-ea"/>
                <a:cs typeface="+mn-cs"/>
              </a:rPr>
              <a:t>.</a:t>
            </a:r>
            <a:endParaRPr lang="pt-BR" dirty="0"/>
          </a:p>
          <a:p>
            <a:pPr algn="just">
              <a:spcBef>
                <a:spcPts val="1800"/>
              </a:spcBef>
              <a:defRPr/>
            </a:pPr>
            <a:endParaRPr lang="pt-BR" dirty="0"/>
          </a:p>
          <a:p>
            <a:pPr algn="just" eaLnBrk="1" hangingPunct="1">
              <a:spcBef>
                <a:spcPts val="1800"/>
              </a:spcBef>
              <a:buFont typeface="Wingdings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7312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TAD - Árvore Binária de Busca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595600" cy="5220000"/>
          </a:xfrm>
        </p:spPr>
        <p:txBody>
          <a:bodyPr/>
          <a:lstStyle/>
          <a:p>
            <a:pPr marL="0" indent="0">
              <a:buNone/>
            </a:pP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Arvore;</a:t>
            </a:r>
          </a:p>
          <a:p>
            <a:pPr marL="0" indent="0">
              <a:buNone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Cria um nó da árvore com o valor especificado.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e </a:t>
            </a:r>
            <a:r>
              <a:rPr lang="pt-BR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ficam NULOS.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*cria(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valor);</a:t>
            </a:r>
          </a:p>
          <a:p>
            <a:pPr marL="0" indent="0">
              <a:buNone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Localiza o nó da árvore com o valor especificado.</a:t>
            </a: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Se não achar retorna NULO.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*busca(Arvore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valor);</a:t>
            </a:r>
          </a:p>
          <a:p>
            <a:pPr marL="0" indent="0">
              <a:buNone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Insere um novo nó com o valor especificado e retorna o nó raiz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*insere(Arvore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valor);</a:t>
            </a:r>
          </a:p>
          <a:p>
            <a:pPr marL="0" indent="0">
              <a:buNone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Imprime os nós da árvore percorrendo em ordem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alt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alt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t-BR" alt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emOrdem</a:t>
            </a:r>
            <a:r>
              <a:rPr lang="pt-BR" alt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(Arvore *r);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Exclui o valor especificado da árvore (se existir) e retorna o nó raiz.</a:t>
            </a:r>
          </a:p>
          <a:p>
            <a:pPr marL="0" indent="0">
              <a:buNone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valor);</a:t>
            </a:r>
          </a:p>
          <a:p>
            <a:pPr marL="0" indent="0">
              <a:buNone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Exclui todos os nós da árvore, liberando a memória.</a:t>
            </a:r>
          </a:p>
          <a:p>
            <a:pPr marL="0" indent="0">
              <a:buNone/>
            </a:pP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libera(Arvore *r);</a:t>
            </a:r>
          </a:p>
        </p:txBody>
      </p:sp>
    </p:spTree>
    <p:extLst>
      <p:ext uri="{BB962C8B-B14F-4D97-AF65-F5344CB8AC3E}">
        <p14:creationId xmlns:p14="http://schemas.microsoft.com/office/powerpoint/2010/main" val="2641429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Exercícios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1800"/>
              </a:spcBef>
              <a:defRPr/>
            </a:pPr>
            <a:r>
              <a:rPr lang="pt-BR" dirty="0"/>
              <a:t>Exercício 4: crie um programa em C/C++ que lê números inteiros e os insere em uma ABB até que o usuário digite 0 (zero). Ao final, imprima os números da árvore em ordem crescente. </a:t>
            </a:r>
            <a:endParaRPr lang="pt-BR" sz="1800" dirty="0"/>
          </a:p>
          <a:p>
            <a:pPr algn="just">
              <a:spcBef>
                <a:spcPts val="1800"/>
              </a:spcBef>
              <a:defRPr/>
            </a:pPr>
            <a:endParaRPr lang="pt-BR" dirty="0"/>
          </a:p>
          <a:p>
            <a:pPr algn="just">
              <a:spcBef>
                <a:spcPts val="1800"/>
              </a:spcBef>
              <a:defRPr/>
            </a:pPr>
            <a:endParaRPr lang="pt-BR" dirty="0"/>
          </a:p>
          <a:p>
            <a:pPr algn="just" eaLnBrk="1" hangingPunct="1">
              <a:spcBef>
                <a:spcPts val="1800"/>
              </a:spcBef>
              <a:buFont typeface="Wingdings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8132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1200"/>
              </a:spcBef>
              <a:defRPr/>
            </a:pPr>
            <a:r>
              <a:rPr lang="pt-BR" dirty="0"/>
              <a:t>A exclusão em Árvores Binárias de Busca não são tão triviais quanto a inserção ou busca, pois é preciso preservar suas propriedades.</a:t>
            </a:r>
          </a:p>
          <a:p>
            <a:pPr algn="just">
              <a:spcBef>
                <a:spcPts val="1200"/>
              </a:spcBef>
            </a:pPr>
            <a:r>
              <a:rPr lang="pt-BR" dirty="0"/>
              <a:t>Para removermos um nó X de uma Árvore Binária de Busca preservando suas propriedades, precisamos considerar três casos: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pt-BR" sz="2000" dirty="0"/>
              <a:t>X não possui </a:t>
            </a:r>
            <a:r>
              <a:rPr lang="pt-BR" sz="2000" dirty="0">
                <a:solidFill>
                  <a:schemeClr val="accent2"/>
                </a:solidFill>
              </a:rPr>
              <a:t>nenhum filho</a:t>
            </a:r>
            <a:r>
              <a:rPr lang="pt-BR" sz="2000" dirty="0"/>
              <a:t> (X é uma </a:t>
            </a:r>
            <a:r>
              <a:rPr lang="pt-BR" sz="2000" dirty="0">
                <a:solidFill>
                  <a:schemeClr val="accent2"/>
                </a:solidFill>
              </a:rPr>
              <a:t>folha</a:t>
            </a:r>
            <a:r>
              <a:rPr lang="pt-BR" sz="2000" dirty="0"/>
              <a:t>).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pt-BR" sz="2000" dirty="0"/>
              <a:t>X possui </a:t>
            </a:r>
            <a:r>
              <a:rPr lang="pt-BR" sz="2000" dirty="0">
                <a:solidFill>
                  <a:schemeClr val="accent2"/>
                </a:solidFill>
              </a:rPr>
              <a:t>apenas um filho</a:t>
            </a:r>
            <a:r>
              <a:rPr lang="pt-BR" sz="2000" dirty="0"/>
              <a:t>.</a:t>
            </a:r>
          </a:p>
          <a:p>
            <a:pPr marL="914400" lvl="1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pt-BR" sz="2000" dirty="0"/>
              <a:t>X possui </a:t>
            </a:r>
            <a:r>
              <a:rPr lang="pt-BR" sz="2000" dirty="0">
                <a:solidFill>
                  <a:schemeClr val="accent2"/>
                </a:solidFill>
              </a:rPr>
              <a:t>dois filhos</a:t>
            </a:r>
            <a:r>
              <a:rPr lang="pt-BR" sz="2000" dirty="0"/>
              <a:t>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503723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marL="514350" indent="-457200" algn="just">
              <a:spcBef>
                <a:spcPts val="1200"/>
              </a:spcBef>
              <a:buFont typeface="+mj-lt"/>
              <a:buAutoNum type="arabicPeriod"/>
            </a:pPr>
            <a:r>
              <a:rPr lang="pt-BR" dirty="0"/>
              <a:t>X não possui </a:t>
            </a:r>
            <a:r>
              <a:rPr lang="pt-BR" dirty="0">
                <a:solidFill>
                  <a:schemeClr val="accent2"/>
                </a:solidFill>
              </a:rPr>
              <a:t>nenhum filho</a:t>
            </a:r>
            <a:r>
              <a:rPr lang="pt-BR" dirty="0"/>
              <a:t> (X é uma </a:t>
            </a:r>
            <a:r>
              <a:rPr lang="pt-BR" dirty="0">
                <a:solidFill>
                  <a:schemeClr val="accent2"/>
                </a:solidFill>
              </a:rPr>
              <a:t>folha</a:t>
            </a:r>
            <a:r>
              <a:rPr lang="pt-BR" dirty="0"/>
              <a:t>)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Solução: no nó </a:t>
            </a:r>
            <a:r>
              <a:rPr lang="pt-BR" sz="2000" dirty="0">
                <a:solidFill>
                  <a:schemeClr val="accent2"/>
                </a:solidFill>
              </a:rPr>
              <a:t>pai de X</a:t>
            </a:r>
            <a:r>
              <a:rPr lang="pt-BR" sz="2000" dirty="0"/>
              <a:t>, substituir a referência para X por </a:t>
            </a:r>
            <a:r>
              <a:rPr lang="pt-BR" sz="2000" dirty="0">
                <a:solidFill>
                  <a:schemeClr val="accent2"/>
                </a:solidFill>
              </a:rPr>
              <a:t>NULO </a:t>
            </a:r>
            <a:r>
              <a:rPr lang="pt-BR" sz="2000" dirty="0"/>
              <a:t>e depois excluir X.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Exemplo: exclusão de </a:t>
            </a:r>
            <a:r>
              <a:rPr lang="pt-BR" sz="2000" dirty="0">
                <a:solidFill>
                  <a:schemeClr val="accent2"/>
                </a:solidFill>
              </a:rPr>
              <a:t>7</a:t>
            </a:r>
            <a:r>
              <a:rPr lang="pt-BR" sz="2000" dirty="0"/>
              <a:t> e </a:t>
            </a:r>
            <a:r>
              <a:rPr lang="pt-BR" sz="2000" dirty="0">
                <a:solidFill>
                  <a:schemeClr val="accent2"/>
                </a:solidFill>
              </a:rPr>
              <a:t>25</a:t>
            </a:r>
            <a:r>
              <a:rPr lang="pt-BR" sz="2000" dirty="0"/>
              <a:t>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11611C-A711-48A0-A201-DD9EAE6314DD}"/>
              </a:ext>
            </a:extLst>
          </p:cNvPr>
          <p:cNvSpPr/>
          <p:nvPr/>
        </p:nvSpPr>
        <p:spPr bwMode="auto">
          <a:xfrm>
            <a:off x="1514557" y="331144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2707F0C-027E-43BF-877A-2EF38ADCE6D7}"/>
              </a:ext>
            </a:extLst>
          </p:cNvPr>
          <p:cNvSpPr/>
          <p:nvPr/>
        </p:nvSpPr>
        <p:spPr bwMode="auto">
          <a:xfrm>
            <a:off x="2522669" y="38154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89BC1A-0C42-4CC1-9B3F-5CD84FB1585A}"/>
              </a:ext>
            </a:extLst>
          </p:cNvPr>
          <p:cNvSpPr/>
          <p:nvPr/>
        </p:nvSpPr>
        <p:spPr bwMode="auto">
          <a:xfrm>
            <a:off x="3317502" y="431955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A5393A-CBF8-4B7D-8007-1FA37D98D216}"/>
              </a:ext>
            </a:extLst>
          </p:cNvPr>
          <p:cNvSpPr/>
          <p:nvPr/>
        </p:nvSpPr>
        <p:spPr bwMode="auto">
          <a:xfrm>
            <a:off x="3686449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58EDBACB-CC05-4534-BACE-14D14094B1EF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 bwMode="auto">
          <a:xfrm>
            <a:off x="1874597" y="3491461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1CA6FCFA-1390-4B34-84F0-D6706D3058FD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2882709" y="3995517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67ED4AA2-C531-49DD-8052-C276998782BC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3677542" y="4499573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CD0CFDB4-2088-4925-B404-9BA129CD2909}"/>
              </a:ext>
            </a:extLst>
          </p:cNvPr>
          <p:cNvSpPr/>
          <p:nvPr/>
        </p:nvSpPr>
        <p:spPr bwMode="auto">
          <a:xfrm>
            <a:off x="1052219" y="302415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26D839D-A783-4E20-8214-9D0A5B56992D}"/>
              </a:ext>
            </a:extLst>
          </p:cNvPr>
          <p:cNvSpPr txBox="1"/>
          <p:nvPr/>
        </p:nvSpPr>
        <p:spPr>
          <a:xfrm>
            <a:off x="590105" y="285293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AA54832-CDFA-4F36-AA3D-04B1EC6DC151}"/>
              </a:ext>
            </a:extLst>
          </p:cNvPr>
          <p:cNvSpPr/>
          <p:nvPr/>
        </p:nvSpPr>
        <p:spPr bwMode="auto">
          <a:xfrm>
            <a:off x="447040" y="3815497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EFD1D56-BF7B-4022-93D9-1F11EC08DEE0}"/>
              </a:ext>
            </a:extLst>
          </p:cNvPr>
          <p:cNvSpPr/>
          <p:nvPr/>
        </p:nvSpPr>
        <p:spPr bwMode="auto">
          <a:xfrm>
            <a:off x="1690764" y="43195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F4053A3-4F1C-415C-BF99-81F02391FA3B}"/>
              </a:ext>
            </a:extLst>
          </p:cNvPr>
          <p:cNvSpPr/>
          <p:nvPr/>
        </p:nvSpPr>
        <p:spPr bwMode="auto">
          <a:xfrm>
            <a:off x="806129" y="4301551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E67E4A8-C057-46F7-905E-5026D942C3F6}"/>
              </a:ext>
            </a:extLst>
          </p:cNvPr>
          <p:cNvSpPr/>
          <p:nvPr/>
        </p:nvSpPr>
        <p:spPr bwMode="auto">
          <a:xfrm>
            <a:off x="86049" y="43035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CD0E2424-D8CA-41EC-A28D-F08EEB4A22ED}"/>
              </a:ext>
            </a:extLst>
          </p:cNvPr>
          <p:cNvCxnSpPr>
            <a:stCxn id="28" idx="3"/>
            <a:endCxn id="30" idx="0"/>
          </p:cNvCxnSpPr>
          <p:nvPr/>
        </p:nvCxnSpPr>
        <p:spPr bwMode="auto">
          <a:xfrm>
            <a:off x="807080" y="3995517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25" name="Conector: Angulado 1024">
            <a:extLst>
              <a:ext uri="{FF2B5EF4-FFF2-40B4-BE49-F238E27FC236}">
                <a16:creationId xmlns:a16="http://schemas.microsoft.com/office/drawing/2014/main" id="{1A6036DB-8273-4E2E-A68E-8BAD42BB04BE}"/>
              </a:ext>
            </a:extLst>
          </p:cNvPr>
          <p:cNvCxnSpPr>
            <a:stCxn id="28" idx="1"/>
            <a:endCxn id="31" idx="0"/>
          </p:cNvCxnSpPr>
          <p:nvPr/>
        </p:nvCxnSpPr>
        <p:spPr bwMode="auto">
          <a:xfrm rot="10800000" flipV="1">
            <a:off x="266070" y="3995517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27" name="Conector: Angulado 1026">
            <a:extLst>
              <a:ext uri="{FF2B5EF4-FFF2-40B4-BE49-F238E27FC236}">
                <a16:creationId xmlns:a16="http://schemas.microsoft.com/office/drawing/2014/main" id="{BF2F7A1F-6878-4CD9-9917-5E485833C44A}"/>
              </a:ext>
            </a:extLst>
          </p:cNvPr>
          <p:cNvCxnSpPr>
            <a:stCxn id="5" idx="1"/>
            <a:endCxn id="28" idx="0"/>
          </p:cNvCxnSpPr>
          <p:nvPr/>
        </p:nvCxnSpPr>
        <p:spPr bwMode="auto">
          <a:xfrm rot="10800000" flipV="1">
            <a:off x="627061" y="3491461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8" name="Retângulo 37">
            <a:extLst>
              <a:ext uri="{FF2B5EF4-FFF2-40B4-BE49-F238E27FC236}">
                <a16:creationId xmlns:a16="http://schemas.microsoft.com/office/drawing/2014/main" id="{CCA5BBAB-A6A3-4456-BDB2-13ED49206A1D}"/>
              </a:ext>
            </a:extLst>
          </p:cNvPr>
          <p:cNvSpPr/>
          <p:nvPr/>
        </p:nvSpPr>
        <p:spPr bwMode="auto">
          <a:xfrm>
            <a:off x="2102273" y="48256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756A915-0206-4F49-9D4F-6D2C50E7A36B}"/>
              </a:ext>
            </a:extLst>
          </p:cNvPr>
          <p:cNvSpPr/>
          <p:nvPr/>
        </p:nvSpPr>
        <p:spPr bwMode="auto">
          <a:xfrm>
            <a:off x="1310185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1031" name="Conector: Angulado 1030">
            <a:extLst>
              <a:ext uri="{FF2B5EF4-FFF2-40B4-BE49-F238E27FC236}">
                <a16:creationId xmlns:a16="http://schemas.microsoft.com/office/drawing/2014/main" id="{650519B1-05F9-4CE0-ABE1-58449B03788E}"/>
              </a:ext>
            </a:extLst>
          </p:cNvPr>
          <p:cNvCxnSpPr>
            <a:stCxn id="29" idx="1"/>
            <a:endCxn id="39" idx="0"/>
          </p:cNvCxnSpPr>
          <p:nvPr/>
        </p:nvCxnSpPr>
        <p:spPr bwMode="auto">
          <a:xfrm rot="10800000" flipV="1">
            <a:off x="1490206" y="4499573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33" name="Conector: Angulado 1032">
            <a:extLst>
              <a:ext uri="{FF2B5EF4-FFF2-40B4-BE49-F238E27FC236}">
                <a16:creationId xmlns:a16="http://schemas.microsoft.com/office/drawing/2014/main" id="{89D28139-8FD6-43A8-B3E5-D1A3B965CCBE}"/>
              </a:ext>
            </a:extLst>
          </p:cNvPr>
          <p:cNvCxnSpPr>
            <a:stCxn id="29" idx="3"/>
            <a:endCxn id="38" idx="0"/>
          </p:cNvCxnSpPr>
          <p:nvPr/>
        </p:nvCxnSpPr>
        <p:spPr bwMode="auto">
          <a:xfrm>
            <a:off x="2050804" y="4499573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Retângulo 43">
            <a:extLst>
              <a:ext uri="{FF2B5EF4-FFF2-40B4-BE49-F238E27FC236}">
                <a16:creationId xmlns:a16="http://schemas.microsoft.com/office/drawing/2014/main" id="{1272737F-BB71-4168-AA05-786D95B9F800}"/>
              </a:ext>
            </a:extLst>
          </p:cNvPr>
          <p:cNvSpPr/>
          <p:nvPr/>
        </p:nvSpPr>
        <p:spPr bwMode="auto">
          <a:xfrm>
            <a:off x="2534321" y="53379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1035" name="Conector: Angulado 1034">
            <a:extLst>
              <a:ext uri="{FF2B5EF4-FFF2-40B4-BE49-F238E27FC236}">
                <a16:creationId xmlns:a16="http://schemas.microsoft.com/office/drawing/2014/main" id="{71CE2C97-A3F3-44CC-8BBA-120509216E0E}"/>
              </a:ext>
            </a:extLst>
          </p:cNvPr>
          <p:cNvCxnSpPr>
            <a:stCxn id="38" idx="3"/>
            <a:endCxn id="44" idx="0"/>
          </p:cNvCxnSpPr>
          <p:nvPr/>
        </p:nvCxnSpPr>
        <p:spPr bwMode="auto">
          <a:xfrm>
            <a:off x="2462313" y="5005673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Retângulo 47">
            <a:extLst>
              <a:ext uri="{FF2B5EF4-FFF2-40B4-BE49-F238E27FC236}">
                <a16:creationId xmlns:a16="http://schemas.microsoft.com/office/drawing/2014/main" id="{4DEF8C9F-C6DA-4D6D-B8B0-0F1CDB0387F7}"/>
              </a:ext>
            </a:extLst>
          </p:cNvPr>
          <p:cNvSpPr/>
          <p:nvPr/>
        </p:nvSpPr>
        <p:spPr bwMode="auto">
          <a:xfrm>
            <a:off x="2966369" y="482360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1038" name="Conector: Angulado 1037">
            <a:extLst>
              <a:ext uri="{FF2B5EF4-FFF2-40B4-BE49-F238E27FC236}">
                <a16:creationId xmlns:a16="http://schemas.microsoft.com/office/drawing/2014/main" id="{5AFC0286-DDD8-40E0-B2D2-BCE81345D93F}"/>
              </a:ext>
            </a:extLst>
          </p:cNvPr>
          <p:cNvCxnSpPr>
            <a:stCxn id="7" idx="1"/>
            <a:endCxn id="48" idx="0"/>
          </p:cNvCxnSpPr>
          <p:nvPr/>
        </p:nvCxnSpPr>
        <p:spPr bwMode="auto">
          <a:xfrm rot="10800000" flipV="1">
            <a:off x="3146390" y="4499573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40" name="Conector: Angulado 1039">
            <a:extLst>
              <a:ext uri="{FF2B5EF4-FFF2-40B4-BE49-F238E27FC236}">
                <a16:creationId xmlns:a16="http://schemas.microsoft.com/office/drawing/2014/main" id="{86D35CC8-9B14-474A-913B-DEE65A7E59B3}"/>
              </a:ext>
            </a:extLst>
          </p:cNvPr>
          <p:cNvCxnSpPr>
            <a:cxnSpLocks/>
            <a:stCxn id="6" idx="1"/>
            <a:endCxn id="29" idx="0"/>
          </p:cNvCxnSpPr>
          <p:nvPr/>
        </p:nvCxnSpPr>
        <p:spPr bwMode="auto">
          <a:xfrm rot="10800000" flipV="1">
            <a:off x="1870785" y="3995517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Retângulo 53">
            <a:extLst>
              <a:ext uri="{FF2B5EF4-FFF2-40B4-BE49-F238E27FC236}">
                <a16:creationId xmlns:a16="http://schemas.microsoft.com/office/drawing/2014/main" id="{B6F4F980-99C3-4F19-8FCF-8D17F0BA268B}"/>
              </a:ext>
            </a:extLst>
          </p:cNvPr>
          <p:cNvSpPr/>
          <p:nvPr/>
        </p:nvSpPr>
        <p:spPr bwMode="auto">
          <a:xfrm>
            <a:off x="6526014" y="331144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83D01456-314F-4961-BCE3-15C1330D7F60}"/>
              </a:ext>
            </a:extLst>
          </p:cNvPr>
          <p:cNvSpPr/>
          <p:nvPr/>
        </p:nvSpPr>
        <p:spPr bwMode="auto">
          <a:xfrm>
            <a:off x="7534126" y="38154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CCD94278-D254-48B3-84C1-E35D1765FD32}"/>
              </a:ext>
            </a:extLst>
          </p:cNvPr>
          <p:cNvSpPr/>
          <p:nvPr/>
        </p:nvSpPr>
        <p:spPr bwMode="auto">
          <a:xfrm>
            <a:off x="8328959" y="431955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477E214D-741A-42DF-9B83-0F79741A1E08}"/>
              </a:ext>
            </a:extLst>
          </p:cNvPr>
          <p:cNvSpPr/>
          <p:nvPr/>
        </p:nvSpPr>
        <p:spPr bwMode="auto">
          <a:xfrm>
            <a:off x="8697906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D5D7267B-86EB-4A6B-AF40-93EAD067D70C}"/>
              </a:ext>
            </a:extLst>
          </p:cNvPr>
          <p:cNvCxnSpPr>
            <a:cxnSpLocks/>
            <a:stCxn id="54" idx="3"/>
            <a:endCxn id="55" idx="0"/>
          </p:cNvCxnSpPr>
          <p:nvPr/>
        </p:nvCxnSpPr>
        <p:spPr bwMode="auto">
          <a:xfrm>
            <a:off x="6886054" y="3491461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7DF69232-96AB-47D2-B123-5568F3BEC3DC}"/>
              </a:ext>
            </a:extLst>
          </p:cNvPr>
          <p:cNvCxnSpPr>
            <a:stCxn id="55" idx="3"/>
            <a:endCxn id="56" idx="0"/>
          </p:cNvCxnSpPr>
          <p:nvPr/>
        </p:nvCxnSpPr>
        <p:spPr bwMode="auto">
          <a:xfrm>
            <a:off x="7894166" y="3995517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AAF6953C-710B-4B3B-AF98-9ED86EBC9CBC}"/>
              </a:ext>
            </a:extLst>
          </p:cNvPr>
          <p:cNvCxnSpPr>
            <a:stCxn id="56" idx="3"/>
            <a:endCxn id="57" idx="0"/>
          </p:cNvCxnSpPr>
          <p:nvPr/>
        </p:nvCxnSpPr>
        <p:spPr bwMode="auto">
          <a:xfrm>
            <a:off x="8688999" y="4499573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BD9DCD16-C467-40CC-903B-57452ACB581C}"/>
              </a:ext>
            </a:extLst>
          </p:cNvPr>
          <p:cNvSpPr/>
          <p:nvPr/>
        </p:nvSpPr>
        <p:spPr bwMode="auto">
          <a:xfrm>
            <a:off x="6063676" y="302415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47FD017-EB08-4891-AFAC-31137D0B4B1E}"/>
              </a:ext>
            </a:extLst>
          </p:cNvPr>
          <p:cNvSpPr txBox="1"/>
          <p:nvPr/>
        </p:nvSpPr>
        <p:spPr>
          <a:xfrm>
            <a:off x="5601562" y="285293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4A1211E1-9237-4C87-A6FB-6CD49BE91007}"/>
              </a:ext>
            </a:extLst>
          </p:cNvPr>
          <p:cNvSpPr/>
          <p:nvPr/>
        </p:nvSpPr>
        <p:spPr bwMode="auto">
          <a:xfrm>
            <a:off x="5458497" y="3815497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6BBF7243-DD67-4F29-9B62-3923F17A9817}"/>
              </a:ext>
            </a:extLst>
          </p:cNvPr>
          <p:cNvSpPr/>
          <p:nvPr/>
        </p:nvSpPr>
        <p:spPr bwMode="auto">
          <a:xfrm>
            <a:off x="6702221" y="43195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12362D0F-C6F8-469D-9DF4-F0ED86B84012}"/>
              </a:ext>
            </a:extLst>
          </p:cNvPr>
          <p:cNvSpPr/>
          <p:nvPr/>
        </p:nvSpPr>
        <p:spPr bwMode="auto">
          <a:xfrm>
            <a:off x="5097506" y="43035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67" name="Conector: Angulado 66">
            <a:extLst>
              <a:ext uri="{FF2B5EF4-FFF2-40B4-BE49-F238E27FC236}">
                <a16:creationId xmlns:a16="http://schemas.microsoft.com/office/drawing/2014/main" id="{C5B42DA3-0395-4DB8-8556-FC269DCFF334}"/>
              </a:ext>
            </a:extLst>
          </p:cNvPr>
          <p:cNvCxnSpPr>
            <a:cxnSpLocks/>
            <a:stCxn id="63" idx="3"/>
          </p:cNvCxnSpPr>
          <p:nvPr/>
        </p:nvCxnSpPr>
        <p:spPr bwMode="auto">
          <a:xfrm>
            <a:off x="5818537" y="3995517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68" name="Conector: Angulado 67">
            <a:extLst>
              <a:ext uri="{FF2B5EF4-FFF2-40B4-BE49-F238E27FC236}">
                <a16:creationId xmlns:a16="http://schemas.microsoft.com/office/drawing/2014/main" id="{C0BF5CA0-5376-412B-BA37-C473C64C9417}"/>
              </a:ext>
            </a:extLst>
          </p:cNvPr>
          <p:cNvCxnSpPr>
            <a:stCxn id="63" idx="1"/>
            <a:endCxn id="66" idx="0"/>
          </p:cNvCxnSpPr>
          <p:nvPr/>
        </p:nvCxnSpPr>
        <p:spPr bwMode="auto">
          <a:xfrm rot="10800000" flipV="1">
            <a:off x="5277527" y="3995517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Conector: Angulado 68">
            <a:extLst>
              <a:ext uri="{FF2B5EF4-FFF2-40B4-BE49-F238E27FC236}">
                <a16:creationId xmlns:a16="http://schemas.microsoft.com/office/drawing/2014/main" id="{DCF77C9D-6025-47E3-8B3D-D89EB3661E85}"/>
              </a:ext>
            </a:extLst>
          </p:cNvPr>
          <p:cNvCxnSpPr>
            <a:stCxn id="54" idx="1"/>
            <a:endCxn id="63" idx="0"/>
          </p:cNvCxnSpPr>
          <p:nvPr/>
        </p:nvCxnSpPr>
        <p:spPr bwMode="auto">
          <a:xfrm rot="10800000" flipV="1">
            <a:off x="5638518" y="3491461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0" name="Retângulo 69">
            <a:extLst>
              <a:ext uri="{FF2B5EF4-FFF2-40B4-BE49-F238E27FC236}">
                <a16:creationId xmlns:a16="http://schemas.microsoft.com/office/drawing/2014/main" id="{B3D66380-09D9-4F36-9A4A-DACFF55561E1}"/>
              </a:ext>
            </a:extLst>
          </p:cNvPr>
          <p:cNvSpPr/>
          <p:nvPr/>
        </p:nvSpPr>
        <p:spPr bwMode="auto">
          <a:xfrm>
            <a:off x="7113730" y="48256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F1019D3D-B016-4D1E-B442-84D2E2726651}"/>
              </a:ext>
            </a:extLst>
          </p:cNvPr>
          <p:cNvSpPr/>
          <p:nvPr/>
        </p:nvSpPr>
        <p:spPr bwMode="auto">
          <a:xfrm>
            <a:off x="6321642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72" name="Conector: Angulado 71">
            <a:extLst>
              <a:ext uri="{FF2B5EF4-FFF2-40B4-BE49-F238E27FC236}">
                <a16:creationId xmlns:a16="http://schemas.microsoft.com/office/drawing/2014/main" id="{6A7FE5AB-CBDF-4DC3-B671-0502363DE724}"/>
              </a:ext>
            </a:extLst>
          </p:cNvPr>
          <p:cNvCxnSpPr>
            <a:stCxn id="64" idx="1"/>
            <a:endCxn id="71" idx="0"/>
          </p:cNvCxnSpPr>
          <p:nvPr/>
        </p:nvCxnSpPr>
        <p:spPr bwMode="auto">
          <a:xfrm rot="10800000" flipV="1">
            <a:off x="6501663" y="4499573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Conector: Angulado 72">
            <a:extLst>
              <a:ext uri="{FF2B5EF4-FFF2-40B4-BE49-F238E27FC236}">
                <a16:creationId xmlns:a16="http://schemas.microsoft.com/office/drawing/2014/main" id="{26FB36CB-DFA7-484B-8695-8E6B02191509}"/>
              </a:ext>
            </a:extLst>
          </p:cNvPr>
          <p:cNvCxnSpPr>
            <a:stCxn id="64" idx="3"/>
            <a:endCxn id="70" idx="0"/>
          </p:cNvCxnSpPr>
          <p:nvPr/>
        </p:nvCxnSpPr>
        <p:spPr bwMode="auto">
          <a:xfrm>
            <a:off x="7062261" y="4499573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4" name="Retângulo 73">
            <a:extLst>
              <a:ext uri="{FF2B5EF4-FFF2-40B4-BE49-F238E27FC236}">
                <a16:creationId xmlns:a16="http://schemas.microsoft.com/office/drawing/2014/main" id="{1E9E38EE-3D05-4B2F-8F62-2BBAB37E4D3C}"/>
              </a:ext>
            </a:extLst>
          </p:cNvPr>
          <p:cNvSpPr/>
          <p:nvPr/>
        </p:nvSpPr>
        <p:spPr bwMode="auto">
          <a:xfrm>
            <a:off x="7545778" y="53379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B7E7F8B8-D006-4924-81C1-3917F352D945}"/>
              </a:ext>
            </a:extLst>
          </p:cNvPr>
          <p:cNvCxnSpPr>
            <a:stCxn id="70" idx="3"/>
            <a:endCxn id="74" idx="0"/>
          </p:cNvCxnSpPr>
          <p:nvPr/>
        </p:nvCxnSpPr>
        <p:spPr bwMode="auto">
          <a:xfrm>
            <a:off x="7473770" y="5005673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22A78E49-C08C-4271-8001-374DCA07F2B7}"/>
              </a:ext>
            </a:extLst>
          </p:cNvPr>
          <p:cNvCxnSpPr>
            <a:cxnSpLocks/>
            <a:stCxn id="56" idx="1"/>
          </p:cNvCxnSpPr>
          <p:nvPr/>
        </p:nvCxnSpPr>
        <p:spPr bwMode="auto">
          <a:xfrm rot="10800000" flipV="1">
            <a:off x="8157847" y="4499573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2953531D-037C-48B9-8682-3D39CF51838E}"/>
              </a:ext>
            </a:extLst>
          </p:cNvPr>
          <p:cNvCxnSpPr>
            <a:cxnSpLocks/>
            <a:stCxn id="55" idx="1"/>
            <a:endCxn id="64" idx="0"/>
          </p:cNvCxnSpPr>
          <p:nvPr/>
        </p:nvCxnSpPr>
        <p:spPr bwMode="auto">
          <a:xfrm rot="10800000" flipV="1">
            <a:off x="6882242" y="3995517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41" name="Seta: para a Direita 1040">
            <a:extLst>
              <a:ext uri="{FF2B5EF4-FFF2-40B4-BE49-F238E27FC236}">
                <a16:creationId xmlns:a16="http://schemas.microsoft.com/office/drawing/2014/main" id="{FEC9BC31-AFD0-4AEA-A063-9A044999AAEE}"/>
              </a:ext>
            </a:extLst>
          </p:cNvPr>
          <p:cNvSpPr/>
          <p:nvPr/>
        </p:nvSpPr>
        <p:spPr bwMode="auto">
          <a:xfrm>
            <a:off x="4190632" y="3969536"/>
            <a:ext cx="540061" cy="308078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4DD15344-DD82-4A9E-A211-D8AABA0B6357}"/>
              </a:ext>
            </a:extLst>
          </p:cNvPr>
          <p:cNvSpPr/>
          <p:nvPr/>
        </p:nvSpPr>
        <p:spPr bwMode="auto">
          <a:xfrm>
            <a:off x="5836499" y="4432410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E12D26D7-1129-46BF-87A1-B63F82A38946}"/>
              </a:ext>
            </a:extLst>
          </p:cNvPr>
          <p:cNvSpPr/>
          <p:nvPr/>
        </p:nvSpPr>
        <p:spPr bwMode="auto">
          <a:xfrm>
            <a:off x="8013005" y="4949736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sp>
        <p:nvSpPr>
          <p:cNvPr id="1042" name="CaixaDeTexto 1041">
            <a:extLst>
              <a:ext uri="{FF2B5EF4-FFF2-40B4-BE49-F238E27FC236}">
                <a16:creationId xmlns:a16="http://schemas.microsoft.com/office/drawing/2014/main" id="{9D7F42F1-0ECE-418E-B9B5-2E40816B2657}"/>
              </a:ext>
            </a:extLst>
          </p:cNvPr>
          <p:cNvSpPr txBox="1"/>
          <p:nvPr/>
        </p:nvSpPr>
        <p:spPr>
          <a:xfrm>
            <a:off x="7945732" y="4745035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BCCCD99E-241F-42F7-87F5-E24BB092BC6F}"/>
              </a:ext>
            </a:extLst>
          </p:cNvPr>
          <p:cNvSpPr txBox="1"/>
          <p:nvPr/>
        </p:nvSpPr>
        <p:spPr>
          <a:xfrm>
            <a:off x="5781582" y="4227709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3770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marL="514350" indent="-457200" algn="just">
              <a:spcBef>
                <a:spcPts val="1200"/>
              </a:spcBef>
              <a:buFont typeface="+mj-lt"/>
              <a:buAutoNum type="arabicPeriod" startAt="2"/>
            </a:pPr>
            <a:r>
              <a:rPr lang="pt-BR" dirty="0"/>
              <a:t>X possui </a:t>
            </a:r>
            <a:r>
              <a:rPr lang="pt-BR" dirty="0">
                <a:solidFill>
                  <a:schemeClr val="accent2"/>
                </a:solidFill>
              </a:rPr>
              <a:t>apenas um filho</a:t>
            </a:r>
            <a:r>
              <a:rPr lang="pt-BR" dirty="0"/>
              <a:t>.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Solução: no nó </a:t>
            </a:r>
            <a:r>
              <a:rPr lang="pt-BR" sz="2000" dirty="0">
                <a:solidFill>
                  <a:schemeClr val="accent2"/>
                </a:solidFill>
              </a:rPr>
              <a:t>pai de X</a:t>
            </a:r>
            <a:r>
              <a:rPr lang="pt-BR" sz="2000" dirty="0"/>
              <a:t>, substituir a referência para X pelo </a:t>
            </a:r>
            <a:r>
              <a:rPr lang="pt-BR" sz="2000" dirty="0">
                <a:solidFill>
                  <a:schemeClr val="accent2"/>
                </a:solidFill>
              </a:rPr>
              <a:t>filho de X</a:t>
            </a:r>
            <a:r>
              <a:rPr lang="pt-BR" sz="2000" dirty="0"/>
              <a:t> e depois excluir X.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Exemplo: exclusão de </a:t>
            </a:r>
            <a:r>
              <a:rPr lang="pt-BR" sz="2000" dirty="0">
                <a:solidFill>
                  <a:schemeClr val="accent2"/>
                </a:solidFill>
              </a:rPr>
              <a:t>16</a:t>
            </a:r>
            <a:r>
              <a:rPr lang="pt-BR" sz="2000" dirty="0"/>
              <a:t>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201B2FE-F14C-4D66-96CE-EA4FC12845CB}"/>
              </a:ext>
            </a:extLst>
          </p:cNvPr>
          <p:cNvSpPr/>
          <p:nvPr/>
        </p:nvSpPr>
        <p:spPr bwMode="auto">
          <a:xfrm>
            <a:off x="1514557" y="331144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6605A98-C707-48AA-926F-C4F513915775}"/>
              </a:ext>
            </a:extLst>
          </p:cNvPr>
          <p:cNvSpPr/>
          <p:nvPr/>
        </p:nvSpPr>
        <p:spPr bwMode="auto">
          <a:xfrm>
            <a:off x="2522669" y="38154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A9B2B12-8100-437D-8BE1-45A946990232}"/>
              </a:ext>
            </a:extLst>
          </p:cNvPr>
          <p:cNvSpPr/>
          <p:nvPr/>
        </p:nvSpPr>
        <p:spPr bwMode="auto">
          <a:xfrm>
            <a:off x="3317502" y="43195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DBFD371-3F33-4201-BA61-405313E26221}"/>
              </a:ext>
            </a:extLst>
          </p:cNvPr>
          <p:cNvSpPr/>
          <p:nvPr/>
        </p:nvSpPr>
        <p:spPr bwMode="auto">
          <a:xfrm>
            <a:off x="3686449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DD76F610-6E47-4F7A-B684-B1592BB4FA75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1874597" y="3491461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7D6D5992-BFC7-4FBC-86A1-3510B4A6043F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2882709" y="3995517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2A279DB1-6C92-4D51-9F35-332A5C2567D1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3677542" y="4499573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9D73C04A-E24B-4FC7-A227-362DF62E16BD}"/>
              </a:ext>
            </a:extLst>
          </p:cNvPr>
          <p:cNvSpPr/>
          <p:nvPr/>
        </p:nvSpPr>
        <p:spPr bwMode="auto">
          <a:xfrm>
            <a:off x="1052219" y="302415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7636030-710D-4517-A688-ADD000570DA3}"/>
              </a:ext>
            </a:extLst>
          </p:cNvPr>
          <p:cNvSpPr txBox="1"/>
          <p:nvPr/>
        </p:nvSpPr>
        <p:spPr>
          <a:xfrm>
            <a:off x="590105" y="285293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34B7620-FA9F-413F-ABFA-97E65D40E7C1}"/>
              </a:ext>
            </a:extLst>
          </p:cNvPr>
          <p:cNvSpPr/>
          <p:nvPr/>
        </p:nvSpPr>
        <p:spPr bwMode="auto">
          <a:xfrm>
            <a:off x="447040" y="38154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C6F5222-D142-4C27-8678-3EF322E85AB8}"/>
              </a:ext>
            </a:extLst>
          </p:cNvPr>
          <p:cNvSpPr/>
          <p:nvPr/>
        </p:nvSpPr>
        <p:spPr bwMode="auto">
          <a:xfrm>
            <a:off x="1690764" y="431955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B475697-FE8C-47D5-B8DC-5ABD57B36CA6}"/>
              </a:ext>
            </a:extLst>
          </p:cNvPr>
          <p:cNvSpPr/>
          <p:nvPr/>
        </p:nvSpPr>
        <p:spPr bwMode="auto">
          <a:xfrm>
            <a:off x="806129" y="43015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9C90665-0829-497D-BA8F-8C6C168C9B5F}"/>
              </a:ext>
            </a:extLst>
          </p:cNvPr>
          <p:cNvSpPr/>
          <p:nvPr/>
        </p:nvSpPr>
        <p:spPr bwMode="auto">
          <a:xfrm>
            <a:off x="86049" y="43035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7C831ED6-D22C-4879-95F3-AD165325B731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807080" y="3995517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A9EB795E-728D-40B5-80D7-4128BFFC5D0D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266070" y="3995517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A503D90E-B398-4D3D-ACD9-89A4D9A27CB0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627061" y="3491461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87D433B5-371D-4F03-9EF1-3E29163BE5D1}"/>
              </a:ext>
            </a:extLst>
          </p:cNvPr>
          <p:cNvSpPr/>
          <p:nvPr/>
        </p:nvSpPr>
        <p:spPr bwMode="auto">
          <a:xfrm>
            <a:off x="2102273" y="482565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33CC3FF-6FEB-495E-B2A6-9EBA7D830E42}"/>
              </a:ext>
            </a:extLst>
          </p:cNvPr>
          <p:cNvSpPr/>
          <p:nvPr/>
        </p:nvSpPr>
        <p:spPr bwMode="auto">
          <a:xfrm>
            <a:off x="1310185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28C6E2AA-4C39-4BA4-B7A8-EC0B40181ABA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1490206" y="4499573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90946388-83F3-4C2B-B383-27D049616C38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2050804" y="4499573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84FEFCB4-68CF-476C-BEF6-4D0F66ED506B}"/>
              </a:ext>
            </a:extLst>
          </p:cNvPr>
          <p:cNvSpPr/>
          <p:nvPr/>
        </p:nvSpPr>
        <p:spPr bwMode="auto">
          <a:xfrm>
            <a:off x="2534321" y="5337930"/>
            <a:ext cx="360040" cy="36004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940494F1-C0DB-42CE-8A01-8CDECFD31E35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2462313" y="5005673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DAB7C726-64E8-403E-A136-BE34D36F191D}"/>
              </a:ext>
            </a:extLst>
          </p:cNvPr>
          <p:cNvSpPr/>
          <p:nvPr/>
        </p:nvSpPr>
        <p:spPr bwMode="auto">
          <a:xfrm>
            <a:off x="2966369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7ADFAD16-6BD7-4EED-8E66-248B9FB7C1A0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3146390" y="4499573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09F933CC-6F61-4EF2-9FC2-F0BD6660AC32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1870785" y="3995517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0C3FF1F6-3122-4057-9DB3-572E5A0457E5}"/>
              </a:ext>
            </a:extLst>
          </p:cNvPr>
          <p:cNvSpPr/>
          <p:nvPr/>
        </p:nvSpPr>
        <p:spPr bwMode="auto">
          <a:xfrm>
            <a:off x="4190632" y="3969536"/>
            <a:ext cx="540061" cy="308078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F59901F-2BC8-401F-85E4-302D1E63C033}"/>
              </a:ext>
            </a:extLst>
          </p:cNvPr>
          <p:cNvSpPr/>
          <p:nvPr/>
        </p:nvSpPr>
        <p:spPr bwMode="auto">
          <a:xfrm>
            <a:off x="6504564" y="331144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F27AFA2-DE0E-40A3-A8C9-32918ADF6013}"/>
              </a:ext>
            </a:extLst>
          </p:cNvPr>
          <p:cNvSpPr/>
          <p:nvPr/>
        </p:nvSpPr>
        <p:spPr bwMode="auto">
          <a:xfrm>
            <a:off x="7512676" y="38154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18CC07F5-0957-4002-B2B0-E8546351AB87}"/>
              </a:ext>
            </a:extLst>
          </p:cNvPr>
          <p:cNvSpPr/>
          <p:nvPr/>
        </p:nvSpPr>
        <p:spPr bwMode="auto">
          <a:xfrm>
            <a:off x="8307509" y="43195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B4C8A45-2D9E-40B7-82F3-D99589D2B786}"/>
              </a:ext>
            </a:extLst>
          </p:cNvPr>
          <p:cNvSpPr/>
          <p:nvPr/>
        </p:nvSpPr>
        <p:spPr bwMode="auto">
          <a:xfrm>
            <a:off x="8676456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29002299-824B-47E4-A41C-76F58ABD9483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 bwMode="auto">
          <a:xfrm>
            <a:off x="6864604" y="3491461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845F3215-43E6-465E-A90C-CCBB60E7127C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7872716" y="3995517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B33188D4-2F9B-4FF5-915B-159C52E63CB2}"/>
              </a:ext>
            </a:extLst>
          </p:cNvPr>
          <p:cNvCxnSpPr>
            <a:stCxn id="32" idx="3"/>
            <a:endCxn id="33" idx="0"/>
          </p:cNvCxnSpPr>
          <p:nvPr/>
        </p:nvCxnSpPr>
        <p:spPr bwMode="auto">
          <a:xfrm>
            <a:off x="8667549" y="4499573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8A3892A6-E85B-45A2-B48E-AF5607C7AE3D}"/>
              </a:ext>
            </a:extLst>
          </p:cNvPr>
          <p:cNvSpPr/>
          <p:nvPr/>
        </p:nvSpPr>
        <p:spPr bwMode="auto">
          <a:xfrm>
            <a:off x="6042226" y="302415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BA78DE0-3A6D-4E41-B17B-652B37259090}"/>
              </a:ext>
            </a:extLst>
          </p:cNvPr>
          <p:cNvSpPr txBox="1"/>
          <p:nvPr/>
        </p:nvSpPr>
        <p:spPr>
          <a:xfrm>
            <a:off x="5580112" y="285293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B8C2E54-01D7-42B7-A771-89FD98226635}"/>
              </a:ext>
            </a:extLst>
          </p:cNvPr>
          <p:cNvSpPr/>
          <p:nvPr/>
        </p:nvSpPr>
        <p:spPr bwMode="auto">
          <a:xfrm>
            <a:off x="5437047" y="38154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CC241D5-400B-4740-B3B6-2F2981ADD2A2}"/>
              </a:ext>
            </a:extLst>
          </p:cNvPr>
          <p:cNvSpPr/>
          <p:nvPr/>
        </p:nvSpPr>
        <p:spPr bwMode="auto">
          <a:xfrm>
            <a:off x="6680771" y="431955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9E3145B-6C7B-4978-B831-2B9A09F2FF48}"/>
              </a:ext>
            </a:extLst>
          </p:cNvPr>
          <p:cNvSpPr/>
          <p:nvPr/>
        </p:nvSpPr>
        <p:spPr bwMode="auto">
          <a:xfrm>
            <a:off x="5796136" y="43015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349E8B9B-1732-40A2-A023-E4C990FE7F30}"/>
              </a:ext>
            </a:extLst>
          </p:cNvPr>
          <p:cNvSpPr/>
          <p:nvPr/>
        </p:nvSpPr>
        <p:spPr bwMode="auto">
          <a:xfrm>
            <a:off x="5076056" y="43035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D6AADDD5-D77F-4438-B606-4C21F64BAF15}"/>
              </a:ext>
            </a:extLst>
          </p:cNvPr>
          <p:cNvCxnSpPr>
            <a:stCxn id="39" idx="3"/>
            <a:endCxn id="41" idx="0"/>
          </p:cNvCxnSpPr>
          <p:nvPr/>
        </p:nvCxnSpPr>
        <p:spPr bwMode="auto">
          <a:xfrm>
            <a:off x="5797087" y="3995517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BD3C3289-BA64-466A-A05D-C85061D749AE}"/>
              </a:ext>
            </a:extLst>
          </p:cNvPr>
          <p:cNvCxnSpPr>
            <a:stCxn id="39" idx="1"/>
            <a:endCxn id="42" idx="0"/>
          </p:cNvCxnSpPr>
          <p:nvPr/>
        </p:nvCxnSpPr>
        <p:spPr bwMode="auto">
          <a:xfrm rot="10800000" flipV="1">
            <a:off x="5256077" y="3995517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276D79C1-A24B-45B9-AB77-E43F83785B92}"/>
              </a:ext>
            </a:extLst>
          </p:cNvPr>
          <p:cNvCxnSpPr>
            <a:stCxn id="30" idx="1"/>
            <a:endCxn id="39" idx="0"/>
          </p:cNvCxnSpPr>
          <p:nvPr/>
        </p:nvCxnSpPr>
        <p:spPr bwMode="auto">
          <a:xfrm rot="10800000" flipV="1">
            <a:off x="5617068" y="3491461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CD5F848B-2564-40B9-A502-F156F73E2FF7}"/>
              </a:ext>
            </a:extLst>
          </p:cNvPr>
          <p:cNvSpPr/>
          <p:nvPr/>
        </p:nvSpPr>
        <p:spPr bwMode="auto">
          <a:xfrm>
            <a:off x="7092280" y="482565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00340C1C-BB64-46A3-B805-D8B2B2A2AC0F}"/>
              </a:ext>
            </a:extLst>
          </p:cNvPr>
          <p:cNvSpPr/>
          <p:nvPr/>
        </p:nvSpPr>
        <p:spPr bwMode="auto">
          <a:xfrm>
            <a:off x="6300192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FBF52347-56FC-425A-A764-28AB82D52CC9}"/>
              </a:ext>
            </a:extLst>
          </p:cNvPr>
          <p:cNvCxnSpPr>
            <a:stCxn id="40" idx="1"/>
            <a:endCxn id="47" idx="0"/>
          </p:cNvCxnSpPr>
          <p:nvPr/>
        </p:nvCxnSpPr>
        <p:spPr bwMode="auto">
          <a:xfrm rot="10800000" flipV="1">
            <a:off x="6480213" y="4499573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BA74B5AA-FB18-4D06-A69B-7DAA7EBB237E}"/>
              </a:ext>
            </a:extLst>
          </p:cNvPr>
          <p:cNvCxnSpPr>
            <a:cxnSpLocks/>
            <a:stCxn id="40" idx="3"/>
            <a:endCxn id="50" idx="0"/>
          </p:cNvCxnSpPr>
          <p:nvPr/>
        </p:nvCxnSpPr>
        <p:spPr bwMode="auto">
          <a:xfrm>
            <a:off x="7040811" y="4499573"/>
            <a:ext cx="663537" cy="838357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Retângulo 49">
            <a:extLst>
              <a:ext uri="{FF2B5EF4-FFF2-40B4-BE49-F238E27FC236}">
                <a16:creationId xmlns:a16="http://schemas.microsoft.com/office/drawing/2014/main" id="{AD66B29B-36CB-4C68-9B7B-1DD9BF522A07}"/>
              </a:ext>
            </a:extLst>
          </p:cNvPr>
          <p:cNvSpPr/>
          <p:nvPr/>
        </p:nvSpPr>
        <p:spPr bwMode="auto">
          <a:xfrm>
            <a:off x="7524328" y="5337930"/>
            <a:ext cx="360040" cy="36004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5F03E5A6-9615-43B2-AE5B-F5B2F6193601}"/>
              </a:ext>
            </a:extLst>
          </p:cNvPr>
          <p:cNvSpPr/>
          <p:nvPr/>
        </p:nvSpPr>
        <p:spPr bwMode="auto">
          <a:xfrm>
            <a:off x="7956376" y="48236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64EED884-FBC6-43CC-9828-544F930061DE}"/>
              </a:ext>
            </a:extLst>
          </p:cNvPr>
          <p:cNvCxnSpPr>
            <a:stCxn id="32" idx="1"/>
            <a:endCxn id="52" idx="0"/>
          </p:cNvCxnSpPr>
          <p:nvPr/>
        </p:nvCxnSpPr>
        <p:spPr bwMode="auto">
          <a:xfrm rot="10800000" flipV="1">
            <a:off x="8136397" y="4499573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2BCD3F5A-43C0-48AE-8042-E9CBB832ADD9}"/>
              </a:ext>
            </a:extLst>
          </p:cNvPr>
          <p:cNvCxnSpPr>
            <a:cxnSpLocks/>
            <a:stCxn id="31" idx="1"/>
            <a:endCxn id="40" idx="0"/>
          </p:cNvCxnSpPr>
          <p:nvPr/>
        </p:nvCxnSpPr>
        <p:spPr bwMode="auto">
          <a:xfrm rot="10800000" flipV="1">
            <a:off x="6860792" y="3995517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014549C-9739-4A73-9A42-6C7F848899A5}"/>
              </a:ext>
            </a:extLst>
          </p:cNvPr>
          <p:cNvSpPr txBox="1"/>
          <p:nvPr/>
        </p:nvSpPr>
        <p:spPr>
          <a:xfrm>
            <a:off x="7018758" y="4610168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5835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marL="514350" indent="-457200" algn="just">
              <a:spcBef>
                <a:spcPts val="1200"/>
              </a:spcBef>
              <a:buFont typeface="+mj-lt"/>
              <a:buAutoNum type="arabicPeriod" startAt="3"/>
            </a:pPr>
            <a:r>
              <a:rPr lang="pt-BR" dirty="0"/>
              <a:t>X possui </a:t>
            </a:r>
            <a:r>
              <a:rPr lang="pt-BR" dirty="0">
                <a:solidFill>
                  <a:schemeClr val="accent2"/>
                </a:solidFill>
              </a:rPr>
              <a:t>dois filhos</a:t>
            </a:r>
            <a:r>
              <a:rPr lang="pt-BR" dirty="0"/>
              <a:t>.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Solução: buscar o no V com o </a:t>
            </a:r>
            <a:r>
              <a:rPr lang="pt-BR" sz="2000" dirty="0">
                <a:solidFill>
                  <a:schemeClr val="accent2"/>
                </a:solidFill>
              </a:rPr>
              <a:t>maior valor da </a:t>
            </a:r>
            <a:r>
              <a:rPr lang="pt-BR" sz="2000" dirty="0" err="1">
                <a:solidFill>
                  <a:schemeClr val="accent2"/>
                </a:solidFill>
              </a:rPr>
              <a:t>subárvore</a:t>
            </a:r>
            <a:r>
              <a:rPr lang="pt-BR" sz="2000" dirty="0">
                <a:solidFill>
                  <a:schemeClr val="accent2"/>
                </a:solidFill>
              </a:rPr>
              <a:t> à esquerda </a:t>
            </a:r>
            <a:r>
              <a:rPr lang="pt-BR" sz="2000" dirty="0"/>
              <a:t>OU o </a:t>
            </a:r>
            <a:r>
              <a:rPr lang="pt-BR" sz="2000" dirty="0">
                <a:solidFill>
                  <a:schemeClr val="accent2"/>
                </a:solidFill>
              </a:rPr>
              <a:t>menor valor da </a:t>
            </a:r>
            <a:r>
              <a:rPr lang="pt-BR" sz="2000" dirty="0" err="1">
                <a:solidFill>
                  <a:schemeClr val="accent2"/>
                </a:solidFill>
              </a:rPr>
              <a:t>subárvore</a:t>
            </a:r>
            <a:r>
              <a:rPr lang="pt-BR" sz="2000" dirty="0">
                <a:solidFill>
                  <a:schemeClr val="accent2"/>
                </a:solidFill>
              </a:rPr>
              <a:t> à direita</a:t>
            </a:r>
            <a:r>
              <a:rPr lang="pt-BR" sz="2000" dirty="0"/>
              <a:t> de X. </a:t>
            </a:r>
            <a:r>
              <a:rPr lang="pt-BR" sz="2000" dirty="0">
                <a:solidFill>
                  <a:schemeClr val="accent2"/>
                </a:solidFill>
              </a:rPr>
              <a:t>Excluir V</a:t>
            </a:r>
            <a:r>
              <a:rPr lang="pt-BR" sz="2000" dirty="0"/>
              <a:t> (recursivamente). Por fim, substituir o </a:t>
            </a:r>
            <a:r>
              <a:rPr lang="pt-BR" sz="2000" dirty="0">
                <a:solidFill>
                  <a:schemeClr val="accent2"/>
                </a:solidFill>
              </a:rPr>
              <a:t>valor de X</a:t>
            </a:r>
            <a:r>
              <a:rPr lang="pt-BR" sz="2000" dirty="0"/>
              <a:t> pelo </a:t>
            </a:r>
            <a:r>
              <a:rPr lang="pt-BR" sz="2000" dirty="0">
                <a:solidFill>
                  <a:schemeClr val="accent2"/>
                </a:solidFill>
              </a:rPr>
              <a:t>valor de V</a:t>
            </a:r>
            <a:r>
              <a:rPr lang="pt-BR" sz="2000" dirty="0"/>
              <a:t>.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Exemplo 1: exclusão de </a:t>
            </a:r>
            <a:r>
              <a:rPr lang="pt-BR" sz="2000" dirty="0">
                <a:solidFill>
                  <a:schemeClr val="accent2"/>
                </a:solidFill>
              </a:rPr>
              <a:t>15</a:t>
            </a:r>
            <a:r>
              <a:rPr lang="pt-BR" sz="2000" dirty="0"/>
              <a:t>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CB1B37-09EC-4B8A-B6E4-7FF0E29FE30C}"/>
              </a:ext>
            </a:extLst>
          </p:cNvPr>
          <p:cNvSpPr/>
          <p:nvPr/>
        </p:nvSpPr>
        <p:spPr bwMode="auto">
          <a:xfrm>
            <a:off x="1514557" y="370676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A9A849-36B4-47F9-9C4B-56161D25BFD9}"/>
              </a:ext>
            </a:extLst>
          </p:cNvPr>
          <p:cNvSpPr/>
          <p:nvPr/>
        </p:nvSpPr>
        <p:spPr bwMode="auto">
          <a:xfrm>
            <a:off x="2522669" y="4210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A5C1CE-8398-4560-A118-C0DA4F13AF4A}"/>
              </a:ext>
            </a:extLst>
          </p:cNvPr>
          <p:cNvSpPr/>
          <p:nvPr/>
        </p:nvSpPr>
        <p:spPr bwMode="auto">
          <a:xfrm>
            <a:off x="3317502" y="4714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D1C9288-049F-4C6B-9831-9A28EF1436E4}"/>
              </a:ext>
            </a:extLst>
          </p:cNvPr>
          <p:cNvSpPr/>
          <p:nvPr/>
        </p:nvSpPr>
        <p:spPr bwMode="auto">
          <a:xfrm>
            <a:off x="3686449" y="5218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A3961C-37AC-44BA-B406-1A6D036B4C41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1874597" y="3886787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29CBFBE7-DE52-42E9-B1DA-327A4DFEFD26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2882709" y="4390843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39D411A7-5528-4FB4-AD97-59CC93E13ECB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3677542" y="4894899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F8F0B916-1EF8-4797-B006-44F86B1D8206}"/>
              </a:ext>
            </a:extLst>
          </p:cNvPr>
          <p:cNvSpPr/>
          <p:nvPr/>
        </p:nvSpPr>
        <p:spPr bwMode="auto">
          <a:xfrm>
            <a:off x="1052219" y="341947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3C97BB-AA97-4761-96DF-1F01E593DF26}"/>
              </a:ext>
            </a:extLst>
          </p:cNvPr>
          <p:cNvSpPr txBox="1"/>
          <p:nvPr/>
        </p:nvSpPr>
        <p:spPr>
          <a:xfrm>
            <a:off x="590105" y="324826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36CA5C-AF48-496C-8E40-AED9CD962379}"/>
              </a:ext>
            </a:extLst>
          </p:cNvPr>
          <p:cNvSpPr/>
          <p:nvPr/>
        </p:nvSpPr>
        <p:spPr bwMode="auto">
          <a:xfrm>
            <a:off x="447040" y="4210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0C25334-F4D7-459E-A468-6756DA8D7DA9}"/>
              </a:ext>
            </a:extLst>
          </p:cNvPr>
          <p:cNvSpPr/>
          <p:nvPr/>
        </p:nvSpPr>
        <p:spPr bwMode="auto">
          <a:xfrm>
            <a:off x="1690764" y="471487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A073D0-5980-4272-A96C-82F3E0825747}"/>
              </a:ext>
            </a:extLst>
          </p:cNvPr>
          <p:cNvSpPr/>
          <p:nvPr/>
        </p:nvSpPr>
        <p:spPr bwMode="auto">
          <a:xfrm>
            <a:off x="806129" y="469687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5574DE9-D99D-4E31-A3F7-AD5C123F9323}"/>
              </a:ext>
            </a:extLst>
          </p:cNvPr>
          <p:cNvSpPr/>
          <p:nvPr/>
        </p:nvSpPr>
        <p:spPr bwMode="auto">
          <a:xfrm>
            <a:off x="86049" y="469892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ADBC26D8-6EAF-40C4-B09F-83C0CA2C0462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807080" y="4390843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6A53FDD9-549C-41BF-BD22-7F756B5FC1FF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266070" y="4390843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9229DD7-EA7B-45BD-958A-373E47798A4E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627061" y="3886787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3C0828C1-77CD-4F36-8C3F-D8474DD84E5C}"/>
              </a:ext>
            </a:extLst>
          </p:cNvPr>
          <p:cNvSpPr/>
          <p:nvPr/>
        </p:nvSpPr>
        <p:spPr bwMode="auto">
          <a:xfrm>
            <a:off x="2102273" y="52209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0BEF7EA-563A-4757-A32B-8E1640761B78}"/>
              </a:ext>
            </a:extLst>
          </p:cNvPr>
          <p:cNvSpPr/>
          <p:nvPr/>
        </p:nvSpPr>
        <p:spPr bwMode="auto">
          <a:xfrm>
            <a:off x="1310185" y="5218935"/>
            <a:ext cx="360040" cy="36004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010C0C7D-C4AC-49AD-86AB-9C39EC6E89B0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1490206" y="4894899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18122A5B-8CF6-41D7-BF9A-06544D0DB26F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2050804" y="4894899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6ECCA962-C2A3-48DF-A2E6-870A515170A8}"/>
              </a:ext>
            </a:extLst>
          </p:cNvPr>
          <p:cNvSpPr/>
          <p:nvPr/>
        </p:nvSpPr>
        <p:spPr bwMode="auto">
          <a:xfrm>
            <a:off x="2534321" y="5733256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7B8446D6-79EA-45F8-81F1-470995AF2C9B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2462313" y="5400999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FD462626-E261-4076-90F6-899D4541A0CB}"/>
              </a:ext>
            </a:extLst>
          </p:cNvPr>
          <p:cNvSpPr/>
          <p:nvPr/>
        </p:nvSpPr>
        <p:spPr bwMode="auto">
          <a:xfrm>
            <a:off x="2966369" y="5218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599C0A28-2A9E-43AA-AC28-4D50557BA8AB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3146390" y="4894899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1AB71738-92DE-4CCB-A218-1041811F9A64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1870785" y="4390843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CF2A37-96E5-4989-AAE0-B0F684751D5B}"/>
              </a:ext>
            </a:extLst>
          </p:cNvPr>
          <p:cNvSpPr txBox="1"/>
          <p:nvPr/>
        </p:nvSpPr>
        <p:spPr>
          <a:xfrm>
            <a:off x="277611" y="5580716"/>
            <a:ext cx="1353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V = maior valor da </a:t>
            </a:r>
            <a:r>
              <a:rPr lang="pt-BR" sz="1200" dirty="0" err="1"/>
              <a:t>subárvore</a:t>
            </a:r>
            <a:r>
              <a:rPr lang="pt-BR" sz="1200" dirty="0"/>
              <a:t> à esquerda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9A9E2D6-BDA5-4D46-BFE4-CDC52824DA06}"/>
              </a:ext>
            </a:extLst>
          </p:cNvPr>
          <p:cNvSpPr/>
          <p:nvPr/>
        </p:nvSpPr>
        <p:spPr bwMode="auto">
          <a:xfrm>
            <a:off x="6504564" y="37063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EAC94B9-60C3-4BF8-9147-91DCF4EEE192}"/>
              </a:ext>
            </a:extLst>
          </p:cNvPr>
          <p:cNvSpPr/>
          <p:nvPr/>
        </p:nvSpPr>
        <p:spPr bwMode="auto">
          <a:xfrm>
            <a:off x="7512676" y="421037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C11BC10-4DFE-4185-9994-0414491DF6C5}"/>
              </a:ext>
            </a:extLst>
          </p:cNvPr>
          <p:cNvSpPr/>
          <p:nvPr/>
        </p:nvSpPr>
        <p:spPr bwMode="auto">
          <a:xfrm>
            <a:off x="8307509" y="47144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A1CEDD6-9BDB-4360-B3C2-7FC7111ACC0F}"/>
              </a:ext>
            </a:extLst>
          </p:cNvPr>
          <p:cNvSpPr/>
          <p:nvPr/>
        </p:nvSpPr>
        <p:spPr bwMode="auto">
          <a:xfrm>
            <a:off x="8676456" y="521848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E24D5E48-390F-4D8F-ACF4-96CDC001F8AC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 bwMode="auto">
          <a:xfrm>
            <a:off x="6864604" y="3886337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7FF2A8EA-780F-4492-8A35-5439322F369B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7872716" y="4390393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ED46500C-D9E4-4246-8FFB-C702F2B58C99}"/>
              </a:ext>
            </a:extLst>
          </p:cNvPr>
          <p:cNvCxnSpPr>
            <a:stCxn id="32" idx="3"/>
            <a:endCxn id="33" idx="0"/>
          </p:cNvCxnSpPr>
          <p:nvPr/>
        </p:nvCxnSpPr>
        <p:spPr bwMode="auto">
          <a:xfrm>
            <a:off x="8667549" y="4894449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DC9F47EE-91B8-4ABF-BD54-F796918C026E}"/>
              </a:ext>
            </a:extLst>
          </p:cNvPr>
          <p:cNvSpPr/>
          <p:nvPr/>
        </p:nvSpPr>
        <p:spPr bwMode="auto">
          <a:xfrm>
            <a:off x="6042226" y="341902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07DA6F-E4DF-4FAB-9307-92DD5AE11625}"/>
              </a:ext>
            </a:extLst>
          </p:cNvPr>
          <p:cNvSpPr txBox="1"/>
          <p:nvPr/>
        </p:nvSpPr>
        <p:spPr>
          <a:xfrm>
            <a:off x="5580112" y="324781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3AC5168B-1017-43BD-ABBD-7D94286B7CE5}"/>
              </a:ext>
            </a:extLst>
          </p:cNvPr>
          <p:cNvSpPr/>
          <p:nvPr/>
        </p:nvSpPr>
        <p:spPr bwMode="auto">
          <a:xfrm>
            <a:off x="5437047" y="421037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7794A7C-FD4A-420C-97F0-B7F2CD7D3460}"/>
              </a:ext>
            </a:extLst>
          </p:cNvPr>
          <p:cNvSpPr/>
          <p:nvPr/>
        </p:nvSpPr>
        <p:spPr bwMode="auto">
          <a:xfrm>
            <a:off x="6680771" y="471442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12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E1FC218-11AE-4DE3-B04C-A4EC28BD576D}"/>
              </a:ext>
            </a:extLst>
          </p:cNvPr>
          <p:cNvSpPr/>
          <p:nvPr/>
        </p:nvSpPr>
        <p:spPr bwMode="auto">
          <a:xfrm>
            <a:off x="5796136" y="469642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029ACF8-658D-4BBD-AF58-225A6A3D5BB2}"/>
              </a:ext>
            </a:extLst>
          </p:cNvPr>
          <p:cNvSpPr/>
          <p:nvPr/>
        </p:nvSpPr>
        <p:spPr bwMode="auto">
          <a:xfrm>
            <a:off x="5076056" y="469847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5BCEDCA7-4C44-4F23-857E-B568DDD3C3A8}"/>
              </a:ext>
            </a:extLst>
          </p:cNvPr>
          <p:cNvCxnSpPr>
            <a:stCxn id="39" idx="3"/>
            <a:endCxn id="41" idx="0"/>
          </p:cNvCxnSpPr>
          <p:nvPr/>
        </p:nvCxnSpPr>
        <p:spPr bwMode="auto">
          <a:xfrm>
            <a:off x="5797087" y="4390393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8C5F8593-A479-4C04-BD7F-1288D6C9C42C}"/>
              </a:ext>
            </a:extLst>
          </p:cNvPr>
          <p:cNvCxnSpPr>
            <a:stCxn id="39" idx="1"/>
            <a:endCxn id="42" idx="0"/>
          </p:cNvCxnSpPr>
          <p:nvPr/>
        </p:nvCxnSpPr>
        <p:spPr bwMode="auto">
          <a:xfrm rot="10800000" flipV="1">
            <a:off x="5256077" y="4390393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CD95C862-7EF5-4F79-B986-0D2D06D153FB}"/>
              </a:ext>
            </a:extLst>
          </p:cNvPr>
          <p:cNvCxnSpPr>
            <a:stCxn id="30" idx="1"/>
            <a:endCxn id="39" idx="0"/>
          </p:cNvCxnSpPr>
          <p:nvPr/>
        </p:nvCxnSpPr>
        <p:spPr bwMode="auto">
          <a:xfrm rot="10800000" flipV="1">
            <a:off x="5617068" y="3886337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AB096BA2-F81C-4349-B051-096431162AE1}"/>
              </a:ext>
            </a:extLst>
          </p:cNvPr>
          <p:cNvSpPr/>
          <p:nvPr/>
        </p:nvSpPr>
        <p:spPr bwMode="auto">
          <a:xfrm>
            <a:off x="7092280" y="52205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584077CB-A58B-40D5-B2B0-9B6FA7CCCC20}"/>
              </a:ext>
            </a:extLst>
          </p:cNvPr>
          <p:cNvSpPr/>
          <p:nvPr/>
        </p:nvSpPr>
        <p:spPr bwMode="auto">
          <a:xfrm>
            <a:off x="6297810" y="5372766"/>
            <a:ext cx="360040" cy="36004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943ECFCF-1D44-4E5B-8118-BE164128E7D6}"/>
              </a:ext>
            </a:extLst>
          </p:cNvPr>
          <p:cNvCxnSpPr>
            <a:cxnSpLocks/>
            <a:stCxn id="40" idx="1"/>
          </p:cNvCxnSpPr>
          <p:nvPr/>
        </p:nvCxnSpPr>
        <p:spPr bwMode="auto">
          <a:xfrm rot="10800000" flipV="1">
            <a:off x="6473205" y="4894449"/>
            <a:ext cx="207566" cy="324036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32FA45FF-B5DC-4DFF-8027-CE737026D436}"/>
              </a:ext>
            </a:extLst>
          </p:cNvPr>
          <p:cNvCxnSpPr>
            <a:stCxn id="40" idx="3"/>
            <a:endCxn id="46" idx="0"/>
          </p:cNvCxnSpPr>
          <p:nvPr/>
        </p:nvCxnSpPr>
        <p:spPr bwMode="auto">
          <a:xfrm>
            <a:off x="7040811" y="4894449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Retângulo 49">
            <a:extLst>
              <a:ext uri="{FF2B5EF4-FFF2-40B4-BE49-F238E27FC236}">
                <a16:creationId xmlns:a16="http://schemas.microsoft.com/office/drawing/2014/main" id="{EF259115-674C-482E-8DD5-EFD8FFEFB9B9}"/>
              </a:ext>
            </a:extLst>
          </p:cNvPr>
          <p:cNvSpPr/>
          <p:nvPr/>
        </p:nvSpPr>
        <p:spPr bwMode="auto">
          <a:xfrm>
            <a:off x="7524328" y="5732806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0259C260-B453-4E10-8D5D-4097135E92B6}"/>
              </a:ext>
            </a:extLst>
          </p:cNvPr>
          <p:cNvCxnSpPr>
            <a:stCxn id="46" idx="3"/>
            <a:endCxn id="50" idx="0"/>
          </p:cNvCxnSpPr>
          <p:nvPr/>
        </p:nvCxnSpPr>
        <p:spPr bwMode="auto">
          <a:xfrm>
            <a:off x="7452320" y="5400549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Retângulo 51">
            <a:extLst>
              <a:ext uri="{FF2B5EF4-FFF2-40B4-BE49-F238E27FC236}">
                <a16:creationId xmlns:a16="http://schemas.microsoft.com/office/drawing/2014/main" id="{95DCD6BA-9558-4549-8B4F-D745A25B117B}"/>
              </a:ext>
            </a:extLst>
          </p:cNvPr>
          <p:cNvSpPr/>
          <p:nvPr/>
        </p:nvSpPr>
        <p:spPr bwMode="auto">
          <a:xfrm>
            <a:off x="7956376" y="521848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D5C5FFC8-6976-45E1-977D-C3358D640E6B}"/>
              </a:ext>
            </a:extLst>
          </p:cNvPr>
          <p:cNvCxnSpPr>
            <a:stCxn id="32" idx="1"/>
            <a:endCxn id="52" idx="0"/>
          </p:cNvCxnSpPr>
          <p:nvPr/>
        </p:nvCxnSpPr>
        <p:spPr bwMode="auto">
          <a:xfrm rot="10800000" flipV="1">
            <a:off x="8136397" y="4894449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D16A1402-9974-4378-B786-B09908112538}"/>
              </a:ext>
            </a:extLst>
          </p:cNvPr>
          <p:cNvCxnSpPr>
            <a:cxnSpLocks/>
            <a:stCxn id="31" idx="1"/>
            <a:endCxn id="40" idx="0"/>
          </p:cNvCxnSpPr>
          <p:nvPr/>
        </p:nvCxnSpPr>
        <p:spPr bwMode="auto">
          <a:xfrm rot="10800000" flipV="1">
            <a:off x="6860792" y="4390393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FBC9820-FF87-4ABE-A3F8-306BBD737DA2}"/>
              </a:ext>
            </a:extLst>
          </p:cNvPr>
          <p:cNvSpPr txBox="1"/>
          <p:nvPr/>
        </p:nvSpPr>
        <p:spPr>
          <a:xfrm>
            <a:off x="6224372" y="5168065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8D49BD3-7F0F-4A68-97AC-6624D94B1B9A}"/>
              </a:ext>
            </a:extLst>
          </p:cNvPr>
          <p:cNvSpPr txBox="1"/>
          <p:nvPr/>
        </p:nvSpPr>
        <p:spPr>
          <a:xfrm>
            <a:off x="5690645" y="5769579"/>
            <a:ext cx="78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Exclui V</a:t>
            </a: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E66262C3-84E6-456C-A704-DC0697B3FBBD}"/>
              </a:ext>
            </a:extLst>
          </p:cNvPr>
          <p:cNvSpPr/>
          <p:nvPr/>
        </p:nvSpPr>
        <p:spPr bwMode="auto">
          <a:xfrm>
            <a:off x="4190632" y="4345058"/>
            <a:ext cx="540061" cy="308078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83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marL="514350" indent="-457200" algn="just">
              <a:spcBef>
                <a:spcPts val="1200"/>
              </a:spcBef>
              <a:buFont typeface="+mj-lt"/>
              <a:buAutoNum type="arabicPeriod" startAt="3"/>
            </a:pPr>
            <a:r>
              <a:rPr lang="pt-BR" dirty="0"/>
              <a:t>X possui </a:t>
            </a:r>
            <a:r>
              <a:rPr lang="pt-BR" dirty="0">
                <a:solidFill>
                  <a:schemeClr val="accent2"/>
                </a:solidFill>
              </a:rPr>
              <a:t>dois filhos</a:t>
            </a:r>
            <a:r>
              <a:rPr lang="pt-BR" dirty="0"/>
              <a:t>.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Solução: buscar o no V com o </a:t>
            </a:r>
            <a:r>
              <a:rPr lang="pt-BR" sz="2000" dirty="0">
                <a:solidFill>
                  <a:schemeClr val="accent2"/>
                </a:solidFill>
              </a:rPr>
              <a:t>maior valor da </a:t>
            </a:r>
            <a:r>
              <a:rPr lang="pt-BR" sz="2000" dirty="0" err="1">
                <a:solidFill>
                  <a:schemeClr val="accent2"/>
                </a:solidFill>
              </a:rPr>
              <a:t>subárvore</a:t>
            </a:r>
            <a:r>
              <a:rPr lang="pt-BR" sz="2000" dirty="0">
                <a:solidFill>
                  <a:schemeClr val="accent2"/>
                </a:solidFill>
              </a:rPr>
              <a:t> à esquerda </a:t>
            </a:r>
            <a:r>
              <a:rPr lang="pt-BR" sz="2000" dirty="0"/>
              <a:t>OU o </a:t>
            </a:r>
            <a:r>
              <a:rPr lang="pt-BR" sz="2000" dirty="0">
                <a:solidFill>
                  <a:schemeClr val="accent2"/>
                </a:solidFill>
              </a:rPr>
              <a:t>menor valor da </a:t>
            </a:r>
            <a:r>
              <a:rPr lang="pt-BR" sz="2000" dirty="0" err="1">
                <a:solidFill>
                  <a:schemeClr val="accent2"/>
                </a:solidFill>
              </a:rPr>
              <a:t>subárvore</a:t>
            </a:r>
            <a:r>
              <a:rPr lang="pt-BR" sz="2000" dirty="0">
                <a:solidFill>
                  <a:schemeClr val="accent2"/>
                </a:solidFill>
              </a:rPr>
              <a:t> à direita</a:t>
            </a:r>
            <a:r>
              <a:rPr lang="pt-BR" sz="2000" dirty="0"/>
              <a:t> de X. </a:t>
            </a:r>
            <a:r>
              <a:rPr lang="pt-BR" sz="2000" dirty="0">
                <a:solidFill>
                  <a:schemeClr val="accent2"/>
                </a:solidFill>
              </a:rPr>
              <a:t>Excluir V</a:t>
            </a:r>
            <a:r>
              <a:rPr lang="pt-BR" sz="2000" dirty="0"/>
              <a:t> (recursivamente). Por fim, substituir o </a:t>
            </a:r>
            <a:r>
              <a:rPr lang="pt-BR" sz="2000" dirty="0">
                <a:solidFill>
                  <a:schemeClr val="accent2"/>
                </a:solidFill>
              </a:rPr>
              <a:t>valor de X</a:t>
            </a:r>
            <a:r>
              <a:rPr lang="pt-BR" sz="2000" dirty="0"/>
              <a:t> pelo </a:t>
            </a:r>
            <a:r>
              <a:rPr lang="pt-BR" sz="2000" dirty="0">
                <a:solidFill>
                  <a:schemeClr val="accent2"/>
                </a:solidFill>
              </a:rPr>
              <a:t>valor de V</a:t>
            </a:r>
            <a:r>
              <a:rPr lang="pt-BR" sz="2000" dirty="0"/>
              <a:t>.  </a:t>
            </a:r>
          </a:p>
          <a:p>
            <a:pPr marL="914400" lvl="1" indent="-4572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2000" dirty="0"/>
              <a:t>Exemplo 2: exclusão de </a:t>
            </a:r>
            <a:r>
              <a:rPr lang="pt-BR" sz="2000" dirty="0">
                <a:solidFill>
                  <a:schemeClr val="accent2"/>
                </a:solidFill>
              </a:rPr>
              <a:t>20</a:t>
            </a:r>
            <a:r>
              <a:rPr lang="pt-BR" sz="2000" dirty="0"/>
              <a:t>. 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CB1B37-09EC-4B8A-B6E4-7FF0E29FE30C}"/>
              </a:ext>
            </a:extLst>
          </p:cNvPr>
          <p:cNvSpPr/>
          <p:nvPr/>
        </p:nvSpPr>
        <p:spPr bwMode="auto">
          <a:xfrm>
            <a:off x="1514557" y="370676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CA9A849-36B4-47F9-9C4B-56161D25BFD9}"/>
              </a:ext>
            </a:extLst>
          </p:cNvPr>
          <p:cNvSpPr/>
          <p:nvPr/>
        </p:nvSpPr>
        <p:spPr bwMode="auto">
          <a:xfrm>
            <a:off x="2522669" y="421082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3A5C1CE-8398-4560-A118-C0DA4F13AF4A}"/>
              </a:ext>
            </a:extLst>
          </p:cNvPr>
          <p:cNvSpPr/>
          <p:nvPr/>
        </p:nvSpPr>
        <p:spPr bwMode="auto">
          <a:xfrm>
            <a:off x="3317502" y="4714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D1C9288-049F-4C6B-9831-9A28EF1436E4}"/>
              </a:ext>
            </a:extLst>
          </p:cNvPr>
          <p:cNvSpPr/>
          <p:nvPr/>
        </p:nvSpPr>
        <p:spPr bwMode="auto">
          <a:xfrm>
            <a:off x="3686449" y="5218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A3961C-37AC-44BA-B406-1A6D036B4C41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1874597" y="3886787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29CBFBE7-DE52-42E9-B1DA-327A4DFEFD26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2882709" y="4390843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39D411A7-5528-4FB4-AD97-59CC93E13ECB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3677542" y="4894899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F8F0B916-1EF8-4797-B006-44F86B1D8206}"/>
              </a:ext>
            </a:extLst>
          </p:cNvPr>
          <p:cNvSpPr/>
          <p:nvPr/>
        </p:nvSpPr>
        <p:spPr bwMode="auto">
          <a:xfrm>
            <a:off x="1052219" y="341947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3C97BB-AA97-4761-96DF-1F01E593DF26}"/>
              </a:ext>
            </a:extLst>
          </p:cNvPr>
          <p:cNvSpPr txBox="1"/>
          <p:nvPr/>
        </p:nvSpPr>
        <p:spPr>
          <a:xfrm>
            <a:off x="590105" y="324826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36CA5C-AF48-496C-8E40-AED9CD962379}"/>
              </a:ext>
            </a:extLst>
          </p:cNvPr>
          <p:cNvSpPr/>
          <p:nvPr/>
        </p:nvSpPr>
        <p:spPr bwMode="auto">
          <a:xfrm>
            <a:off x="447040" y="4210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0C25334-F4D7-459E-A468-6756DA8D7DA9}"/>
              </a:ext>
            </a:extLst>
          </p:cNvPr>
          <p:cNvSpPr/>
          <p:nvPr/>
        </p:nvSpPr>
        <p:spPr bwMode="auto">
          <a:xfrm>
            <a:off x="1690764" y="4714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9A073D0-5980-4272-A96C-82F3E0825747}"/>
              </a:ext>
            </a:extLst>
          </p:cNvPr>
          <p:cNvSpPr/>
          <p:nvPr/>
        </p:nvSpPr>
        <p:spPr bwMode="auto">
          <a:xfrm>
            <a:off x="806129" y="469687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5574DE9-D99D-4E31-A3F7-AD5C123F9323}"/>
              </a:ext>
            </a:extLst>
          </p:cNvPr>
          <p:cNvSpPr/>
          <p:nvPr/>
        </p:nvSpPr>
        <p:spPr bwMode="auto">
          <a:xfrm>
            <a:off x="86049" y="469892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ADBC26D8-6EAF-40C4-B09F-83C0CA2C0462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807080" y="4390843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6A53FDD9-549C-41BF-BD22-7F756B5FC1FF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266070" y="4390843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9229DD7-EA7B-45BD-958A-373E47798A4E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627061" y="3886787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3C0828C1-77CD-4F36-8C3F-D8474DD84E5C}"/>
              </a:ext>
            </a:extLst>
          </p:cNvPr>
          <p:cNvSpPr/>
          <p:nvPr/>
        </p:nvSpPr>
        <p:spPr bwMode="auto">
          <a:xfrm>
            <a:off x="2102273" y="52209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0BEF7EA-563A-4757-A32B-8E1640761B78}"/>
              </a:ext>
            </a:extLst>
          </p:cNvPr>
          <p:cNvSpPr/>
          <p:nvPr/>
        </p:nvSpPr>
        <p:spPr bwMode="auto">
          <a:xfrm>
            <a:off x="1310185" y="5218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010C0C7D-C4AC-49AD-86AB-9C39EC6E89B0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1490206" y="4894899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18122A5B-8CF6-41D7-BF9A-06544D0DB26F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2050804" y="4894899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6ECCA962-C2A3-48DF-A2E6-870A515170A8}"/>
              </a:ext>
            </a:extLst>
          </p:cNvPr>
          <p:cNvSpPr/>
          <p:nvPr/>
        </p:nvSpPr>
        <p:spPr bwMode="auto">
          <a:xfrm>
            <a:off x="2534321" y="5733256"/>
            <a:ext cx="360040" cy="36004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7B8446D6-79EA-45F8-81F1-470995AF2C9B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2462313" y="5400999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FD462626-E261-4076-90F6-899D4541A0CB}"/>
              </a:ext>
            </a:extLst>
          </p:cNvPr>
          <p:cNvSpPr/>
          <p:nvPr/>
        </p:nvSpPr>
        <p:spPr bwMode="auto">
          <a:xfrm>
            <a:off x="2966369" y="5218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599C0A28-2A9E-43AA-AC28-4D50557BA8AB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3146390" y="4894899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1AB71738-92DE-4CCB-A218-1041811F9A64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1870785" y="4390843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31CF2A37-96E5-4989-AAE0-B0F684751D5B}"/>
              </a:ext>
            </a:extLst>
          </p:cNvPr>
          <p:cNvSpPr txBox="1"/>
          <p:nvPr/>
        </p:nvSpPr>
        <p:spPr>
          <a:xfrm>
            <a:off x="2815655" y="5833689"/>
            <a:ext cx="1353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V = maior valor da </a:t>
            </a:r>
            <a:r>
              <a:rPr lang="pt-BR" sz="1200" dirty="0" err="1"/>
              <a:t>subárvore</a:t>
            </a:r>
            <a:r>
              <a:rPr lang="pt-BR" sz="1200" dirty="0"/>
              <a:t> à esquerda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8D49BD3-7F0F-4A68-97AC-6624D94B1B9A}"/>
              </a:ext>
            </a:extLst>
          </p:cNvPr>
          <p:cNvSpPr txBox="1"/>
          <p:nvPr/>
        </p:nvSpPr>
        <p:spPr>
          <a:xfrm>
            <a:off x="7888905" y="6081174"/>
            <a:ext cx="782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Exclui V</a:t>
            </a: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E66262C3-84E6-456C-A704-DC0697B3FBBD}"/>
              </a:ext>
            </a:extLst>
          </p:cNvPr>
          <p:cNvSpPr/>
          <p:nvPr/>
        </p:nvSpPr>
        <p:spPr bwMode="auto">
          <a:xfrm>
            <a:off x="4190632" y="4345058"/>
            <a:ext cx="540061" cy="308078"/>
          </a:xfrm>
          <a:prstGeom prst="rightArrow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AFAEE3AE-536B-48FD-995E-DF969D78C7B1}"/>
              </a:ext>
            </a:extLst>
          </p:cNvPr>
          <p:cNvSpPr/>
          <p:nvPr/>
        </p:nvSpPr>
        <p:spPr bwMode="auto">
          <a:xfrm>
            <a:off x="6526263" y="370865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62" name="Retângulo 61">
            <a:extLst>
              <a:ext uri="{FF2B5EF4-FFF2-40B4-BE49-F238E27FC236}">
                <a16:creationId xmlns:a16="http://schemas.microsoft.com/office/drawing/2014/main" id="{E5206D2B-90DE-44CB-AF61-B63325865089}"/>
              </a:ext>
            </a:extLst>
          </p:cNvPr>
          <p:cNvSpPr/>
          <p:nvPr/>
        </p:nvSpPr>
        <p:spPr bwMode="auto">
          <a:xfrm>
            <a:off x="7534375" y="421270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ahoma" pitchFamily="34" charset="0"/>
              </a:rPr>
              <a:t>17</a:t>
            </a:r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2DB5F67E-EC35-4BF2-B79A-9573D48DBD71}"/>
              </a:ext>
            </a:extLst>
          </p:cNvPr>
          <p:cNvSpPr/>
          <p:nvPr/>
        </p:nvSpPr>
        <p:spPr bwMode="auto">
          <a:xfrm>
            <a:off x="8329208" y="471676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502F3CDB-BDC1-47EB-A43F-423CE348A85E}"/>
              </a:ext>
            </a:extLst>
          </p:cNvPr>
          <p:cNvSpPr/>
          <p:nvPr/>
        </p:nvSpPr>
        <p:spPr bwMode="auto">
          <a:xfrm>
            <a:off x="8698155" y="522082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532F8701-8D2E-4BD0-B0F7-75B8885C0942}"/>
              </a:ext>
            </a:extLst>
          </p:cNvPr>
          <p:cNvCxnSpPr>
            <a:cxnSpLocks/>
            <a:stCxn id="61" idx="3"/>
            <a:endCxn id="62" idx="0"/>
          </p:cNvCxnSpPr>
          <p:nvPr/>
        </p:nvCxnSpPr>
        <p:spPr bwMode="auto">
          <a:xfrm>
            <a:off x="6886303" y="388867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9ABDC529-790D-4FCD-8C98-CD381F3B4B9F}"/>
              </a:ext>
            </a:extLst>
          </p:cNvPr>
          <p:cNvCxnSpPr>
            <a:stCxn id="62" idx="3"/>
            <a:endCxn id="63" idx="0"/>
          </p:cNvCxnSpPr>
          <p:nvPr/>
        </p:nvCxnSpPr>
        <p:spPr bwMode="auto">
          <a:xfrm>
            <a:off x="7894415" y="439272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Conector: Angulado 66">
            <a:extLst>
              <a:ext uri="{FF2B5EF4-FFF2-40B4-BE49-F238E27FC236}">
                <a16:creationId xmlns:a16="http://schemas.microsoft.com/office/drawing/2014/main" id="{05104900-D799-4F7C-97FE-F4C5C9474A6F}"/>
              </a:ext>
            </a:extLst>
          </p:cNvPr>
          <p:cNvCxnSpPr>
            <a:stCxn id="63" idx="3"/>
            <a:endCxn id="64" idx="0"/>
          </p:cNvCxnSpPr>
          <p:nvPr/>
        </p:nvCxnSpPr>
        <p:spPr bwMode="auto">
          <a:xfrm>
            <a:off x="8689248" y="489678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8" name="Forma Livre: Forma 67">
            <a:extLst>
              <a:ext uri="{FF2B5EF4-FFF2-40B4-BE49-F238E27FC236}">
                <a16:creationId xmlns:a16="http://schemas.microsoft.com/office/drawing/2014/main" id="{FB136914-3E61-4E4E-9A22-25CD9D38C03A}"/>
              </a:ext>
            </a:extLst>
          </p:cNvPr>
          <p:cNvSpPr/>
          <p:nvPr/>
        </p:nvSpPr>
        <p:spPr bwMode="auto">
          <a:xfrm>
            <a:off x="6063925" y="342136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8384318-7D7C-4DEB-8AD1-FBCEC199E8C1}"/>
              </a:ext>
            </a:extLst>
          </p:cNvPr>
          <p:cNvSpPr txBox="1"/>
          <p:nvPr/>
        </p:nvSpPr>
        <p:spPr>
          <a:xfrm>
            <a:off x="5601811" y="325014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842A3CB4-D17D-4A14-8BF1-023DEE1E4B5F}"/>
              </a:ext>
            </a:extLst>
          </p:cNvPr>
          <p:cNvSpPr/>
          <p:nvPr/>
        </p:nvSpPr>
        <p:spPr bwMode="auto">
          <a:xfrm>
            <a:off x="5458746" y="421270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53F10BDA-15A8-4C4B-B543-10D881935710}"/>
              </a:ext>
            </a:extLst>
          </p:cNvPr>
          <p:cNvSpPr/>
          <p:nvPr/>
        </p:nvSpPr>
        <p:spPr bwMode="auto">
          <a:xfrm>
            <a:off x="6702470" y="471676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90396D60-59F9-40BE-A97E-E605ADF8E985}"/>
              </a:ext>
            </a:extLst>
          </p:cNvPr>
          <p:cNvSpPr/>
          <p:nvPr/>
        </p:nvSpPr>
        <p:spPr bwMode="auto">
          <a:xfrm>
            <a:off x="5817835" y="469876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F75149C2-5BFA-42B7-ADF8-183F724CB489}"/>
              </a:ext>
            </a:extLst>
          </p:cNvPr>
          <p:cNvSpPr/>
          <p:nvPr/>
        </p:nvSpPr>
        <p:spPr bwMode="auto">
          <a:xfrm>
            <a:off x="5097755" y="470080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74" name="Conector: Angulado 73">
            <a:extLst>
              <a:ext uri="{FF2B5EF4-FFF2-40B4-BE49-F238E27FC236}">
                <a16:creationId xmlns:a16="http://schemas.microsoft.com/office/drawing/2014/main" id="{701521CA-F94A-49D5-BBEC-314DAB11FAD9}"/>
              </a:ext>
            </a:extLst>
          </p:cNvPr>
          <p:cNvCxnSpPr>
            <a:stCxn id="70" idx="3"/>
            <a:endCxn id="72" idx="0"/>
          </p:cNvCxnSpPr>
          <p:nvPr/>
        </p:nvCxnSpPr>
        <p:spPr bwMode="auto">
          <a:xfrm>
            <a:off x="5818786" y="439272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DEF85349-A5A8-45F3-9543-8313D5F31F1D}"/>
              </a:ext>
            </a:extLst>
          </p:cNvPr>
          <p:cNvCxnSpPr>
            <a:stCxn id="70" idx="1"/>
            <a:endCxn id="73" idx="0"/>
          </p:cNvCxnSpPr>
          <p:nvPr/>
        </p:nvCxnSpPr>
        <p:spPr bwMode="auto">
          <a:xfrm rot="10800000" flipV="1">
            <a:off x="5277776" y="439272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5A08E6D4-D1A9-466C-B0A4-601FFCA17C23}"/>
              </a:ext>
            </a:extLst>
          </p:cNvPr>
          <p:cNvCxnSpPr>
            <a:stCxn id="61" idx="1"/>
            <a:endCxn id="70" idx="0"/>
          </p:cNvCxnSpPr>
          <p:nvPr/>
        </p:nvCxnSpPr>
        <p:spPr bwMode="auto">
          <a:xfrm rot="10800000" flipV="1">
            <a:off x="5638767" y="388867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Retângulo 76">
            <a:extLst>
              <a:ext uri="{FF2B5EF4-FFF2-40B4-BE49-F238E27FC236}">
                <a16:creationId xmlns:a16="http://schemas.microsoft.com/office/drawing/2014/main" id="{F53EAE40-773D-4109-98AE-AF201F30C8B7}"/>
              </a:ext>
            </a:extLst>
          </p:cNvPr>
          <p:cNvSpPr/>
          <p:nvPr/>
        </p:nvSpPr>
        <p:spPr bwMode="auto">
          <a:xfrm>
            <a:off x="7113979" y="522286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98C48AC6-34AA-446A-AB6C-C828D0FD5785}"/>
              </a:ext>
            </a:extLst>
          </p:cNvPr>
          <p:cNvSpPr/>
          <p:nvPr/>
        </p:nvSpPr>
        <p:spPr bwMode="auto">
          <a:xfrm>
            <a:off x="6321891" y="522082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79" name="Conector: Angulado 78">
            <a:extLst>
              <a:ext uri="{FF2B5EF4-FFF2-40B4-BE49-F238E27FC236}">
                <a16:creationId xmlns:a16="http://schemas.microsoft.com/office/drawing/2014/main" id="{5DE141DD-814B-424B-94FA-E851913EC311}"/>
              </a:ext>
            </a:extLst>
          </p:cNvPr>
          <p:cNvCxnSpPr>
            <a:stCxn id="71" idx="1"/>
            <a:endCxn id="78" idx="0"/>
          </p:cNvCxnSpPr>
          <p:nvPr/>
        </p:nvCxnSpPr>
        <p:spPr bwMode="auto">
          <a:xfrm rot="10800000" flipV="1">
            <a:off x="6501912" y="489678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EC10AF6C-DD3B-47E8-B85C-F880D03DC5A4}"/>
              </a:ext>
            </a:extLst>
          </p:cNvPr>
          <p:cNvCxnSpPr>
            <a:stCxn id="71" idx="3"/>
            <a:endCxn id="77" idx="0"/>
          </p:cNvCxnSpPr>
          <p:nvPr/>
        </p:nvCxnSpPr>
        <p:spPr bwMode="auto">
          <a:xfrm>
            <a:off x="7062510" y="489678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Retângulo 80">
            <a:extLst>
              <a:ext uri="{FF2B5EF4-FFF2-40B4-BE49-F238E27FC236}">
                <a16:creationId xmlns:a16="http://schemas.microsoft.com/office/drawing/2014/main" id="{1E470F31-1C3E-4589-86D9-65597A037D68}"/>
              </a:ext>
            </a:extLst>
          </p:cNvPr>
          <p:cNvSpPr/>
          <p:nvPr/>
        </p:nvSpPr>
        <p:spPr bwMode="auto">
          <a:xfrm>
            <a:off x="7546027" y="5877272"/>
            <a:ext cx="360040" cy="36004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82" name="Conector: Angulado 81">
            <a:extLst>
              <a:ext uri="{FF2B5EF4-FFF2-40B4-BE49-F238E27FC236}">
                <a16:creationId xmlns:a16="http://schemas.microsoft.com/office/drawing/2014/main" id="{E0B15FD9-7C2B-4315-92DA-02E095E1FFA3}"/>
              </a:ext>
            </a:extLst>
          </p:cNvPr>
          <p:cNvCxnSpPr>
            <a:cxnSpLocks/>
            <a:stCxn id="77" idx="3"/>
          </p:cNvCxnSpPr>
          <p:nvPr/>
        </p:nvCxnSpPr>
        <p:spPr bwMode="auto">
          <a:xfrm>
            <a:off x="7474019" y="5402885"/>
            <a:ext cx="252028" cy="301374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83" name="Retângulo 82">
            <a:extLst>
              <a:ext uri="{FF2B5EF4-FFF2-40B4-BE49-F238E27FC236}">
                <a16:creationId xmlns:a16="http://schemas.microsoft.com/office/drawing/2014/main" id="{24F1AFC9-DD13-4EF8-AB44-BDAAB635AD7D}"/>
              </a:ext>
            </a:extLst>
          </p:cNvPr>
          <p:cNvSpPr/>
          <p:nvPr/>
        </p:nvSpPr>
        <p:spPr bwMode="auto">
          <a:xfrm>
            <a:off x="7978075" y="522082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84" name="Conector: Angulado 83">
            <a:extLst>
              <a:ext uri="{FF2B5EF4-FFF2-40B4-BE49-F238E27FC236}">
                <a16:creationId xmlns:a16="http://schemas.microsoft.com/office/drawing/2014/main" id="{643FEE1B-4350-4BB0-A466-E013BB6A3598}"/>
              </a:ext>
            </a:extLst>
          </p:cNvPr>
          <p:cNvCxnSpPr>
            <a:stCxn id="63" idx="1"/>
            <a:endCxn id="83" idx="0"/>
          </p:cNvCxnSpPr>
          <p:nvPr/>
        </p:nvCxnSpPr>
        <p:spPr bwMode="auto">
          <a:xfrm rot="10800000" flipV="1">
            <a:off x="8158096" y="489678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41E356F6-3067-49F5-BE41-F0507682DAC8}"/>
              </a:ext>
            </a:extLst>
          </p:cNvPr>
          <p:cNvCxnSpPr>
            <a:cxnSpLocks/>
            <a:stCxn id="62" idx="1"/>
            <a:endCxn id="71" idx="0"/>
          </p:cNvCxnSpPr>
          <p:nvPr/>
        </p:nvCxnSpPr>
        <p:spPr bwMode="auto">
          <a:xfrm rot="10800000" flipV="1">
            <a:off x="6882491" y="439272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FBC9820-FF87-4ABE-A3F8-306BBD737DA2}"/>
              </a:ext>
            </a:extLst>
          </p:cNvPr>
          <p:cNvSpPr txBox="1"/>
          <p:nvPr/>
        </p:nvSpPr>
        <p:spPr>
          <a:xfrm>
            <a:off x="7458555" y="5634855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2831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Arvore *pai = NULL, *p = r;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Busca o nó com o valor especificado e seu pai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 &amp;&amp; p-&gt;valor !=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p-&gt;valor)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pai = p;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p-&gt;valor)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pai = p;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44A439-2F68-4EB1-AD0F-5659D9104668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AC146F8-6ED9-4FC6-ABC4-7AA85B6F22C5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E1410FE-F479-4938-BAC6-193987F4224E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DFD333D-9FE5-4419-A8AE-06A346660A0F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5A845E3A-188B-4E91-ACC6-C7845B4AA487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31D6D1CA-564E-41DE-A6DF-B0C2173E8D0A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BAA93D6E-7C1E-4EAD-B5B7-7EF56A3D6FA2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E2DA7285-7D01-463C-BE58-ACAFF731C91B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BAD3AF-964B-4213-A85B-57224E90BF59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611FF10-152C-4854-9B2F-1DEC743A92E5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ACFA5E9-14F4-4B52-ABE6-7FF2991A17BE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3E6C1BA-D48D-416B-A23F-212BA16AECD2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2F593AC-9109-441F-AFF4-F880BFA2C047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F06AEC26-E278-433F-9B15-B83E5B9F0536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6C9FBFEB-5E38-4A00-AB6D-D5B7323CEC07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178534C6-87B2-44FD-8412-2718E67E5F28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8229FD97-F006-4B4D-8AB2-2496F3674E80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83BFBE2-7D57-4399-83A0-A820743DA5BA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7BE8B9F5-2A75-4205-B3F6-922B64BB5D1C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C0FACC53-BBE6-4100-B482-A982F8B61E5A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1F071FDA-A613-4236-BE53-0E1F04808A17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897FAFA6-0C2B-45B0-8B08-7AF27900821D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41A3B3A8-FAFE-4115-8976-5A7FE886ED86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D5FB80A2-405C-49D1-BE1E-0FD7D628A247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C0FF4BB1-0F47-4408-90E5-922991FB1C34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9DC9810-A807-4226-B8A9-4E6E4735F6B7}"/>
              </a:ext>
            </a:extLst>
          </p:cNvPr>
          <p:cNvSpPr txBox="1"/>
          <p:nvPr/>
        </p:nvSpPr>
        <p:spPr>
          <a:xfrm>
            <a:off x="6319127" y="263691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C33437B-F371-4699-8E3F-E96551EFD11C}"/>
              </a:ext>
            </a:extLst>
          </p:cNvPr>
          <p:cNvSpPr txBox="1"/>
          <p:nvPr/>
        </p:nvSpPr>
        <p:spPr>
          <a:xfrm>
            <a:off x="7080557" y="3083788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6083BF80-8455-4759-B401-8783A7C9C546}"/>
              </a:ext>
            </a:extLst>
          </p:cNvPr>
          <p:cNvSpPr/>
          <p:nvPr/>
        </p:nvSpPr>
        <p:spPr bwMode="auto">
          <a:xfrm>
            <a:off x="7522380" y="3231952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4D22A2A-9FF7-4F0C-900D-DCA0C7A04551}"/>
              </a:ext>
            </a:extLst>
          </p:cNvPr>
          <p:cNvSpPr/>
          <p:nvPr/>
        </p:nvSpPr>
        <p:spPr bwMode="auto">
          <a:xfrm>
            <a:off x="6660232" y="3545460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1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Arvore *pai = NULL, *p = r;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Busca o nó com o valor especificado e seu pai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 &amp;&amp; p-&gt;valor !=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p-&gt;valor)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pai = p;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p-&gt;valor)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pai = p;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96109B7-6DAC-42A7-BAB4-775AB96D3C83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4E479AE-ECEC-466C-B663-0FFF44F6FDAE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25386A9-0E52-41DE-9FC2-925937C89244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B42681B-39E7-40EC-AE6F-701D442546E3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C0454DA8-3623-4F2F-B533-8B00F06BD17C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6DF02C3C-57D6-4F4B-8A71-F985340ED986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A80110FB-4B67-41CA-949F-5CA2CC665313}"/>
              </a:ext>
            </a:extLst>
          </p:cNvPr>
          <p:cNvCxnSpPr>
            <a:stCxn id="32" idx="3"/>
            <a:endCxn id="33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A0AC485B-5D37-49E3-AA96-68FD7D9FAAAC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6ADDB8-4878-42FA-9B78-A87C65DA699B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BA3668D-CEAC-4E1F-9F90-632F74E58EFC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093BD52-B4DC-4D73-B82F-C94ED88E844F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6A57E45-8096-4C92-9A0D-AAB0EFA02750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C0C788B-ADF7-4E5C-8074-CF104EB3B0AA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434E82C4-9C72-4028-9015-51FB946B1230}"/>
              </a:ext>
            </a:extLst>
          </p:cNvPr>
          <p:cNvCxnSpPr>
            <a:stCxn id="39" idx="3"/>
            <a:endCxn id="41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458671D7-84DF-441E-9D94-1459C3866138}"/>
              </a:ext>
            </a:extLst>
          </p:cNvPr>
          <p:cNvCxnSpPr>
            <a:stCxn id="39" idx="1"/>
            <a:endCxn id="42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3078A8A9-E1D9-418B-8053-EE69D2EA33B7}"/>
              </a:ext>
            </a:extLst>
          </p:cNvPr>
          <p:cNvCxnSpPr>
            <a:stCxn id="30" idx="1"/>
            <a:endCxn id="39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538E17E9-96AB-47D6-97BB-7950511B1E60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4F85C12-6583-476B-AF45-3620F1076EA4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638314BB-D7C4-4BE8-90B3-FD617B3948BA}"/>
              </a:ext>
            </a:extLst>
          </p:cNvPr>
          <p:cNvCxnSpPr>
            <a:stCxn id="40" idx="1"/>
            <a:endCxn id="47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4C4F1B7C-94DC-4C7C-B25D-8271F2C0A89F}"/>
              </a:ext>
            </a:extLst>
          </p:cNvPr>
          <p:cNvCxnSpPr>
            <a:stCxn id="40" idx="3"/>
            <a:endCxn id="46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Retângulo 49">
            <a:extLst>
              <a:ext uri="{FF2B5EF4-FFF2-40B4-BE49-F238E27FC236}">
                <a16:creationId xmlns:a16="http://schemas.microsoft.com/office/drawing/2014/main" id="{E1A139E0-C8EF-4E79-87BF-06DDBF1AD80E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16B9B9AE-8021-4E6C-A8A8-798971DF2D61}"/>
              </a:ext>
            </a:extLst>
          </p:cNvPr>
          <p:cNvCxnSpPr>
            <a:stCxn id="46" idx="3"/>
            <a:endCxn id="50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Retângulo 51">
            <a:extLst>
              <a:ext uri="{FF2B5EF4-FFF2-40B4-BE49-F238E27FC236}">
                <a16:creationId xmlns:a16="http://schemas.microsoft.com/office/drawing/2014/main" id="{0DDA5AFA-B5A3-46A7-8917-52DD8DEB9F1E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AC3C06AE-9E82-42CE-BB73-D9B29F65CBD5}"/>
              </a:ext>
            </a:extLst>
          </p:cNvPr>
          <p:cNvCxnSpPr>
            <a:stCxn id="32" idx="1"/>
            <a:endCxn id="52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D702F840-57C7-4B60-9846-DCB7647C952C}"/>
              </a:ext>
            </a:extLst>
          </p:cNvPr>
          <p:cNvCxnSpPr>
            <a:cxnSpLocks/>
            <a:stCxn id="31" idx="1"/>
            <a:endCxn id="40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D4E98EC-06D6-40BE-85C8-8EDEF0296229}"/>
              </a:ext>
            </a:extLst>
          </p:cNvPr>
          <p:cNvSpPr txBox="1"/>
          <p:nvPr/>
        </p:nvSpPr>
        <p:spPr>
          <a:xfrm>
            <a:off x="6319127" y="2996952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7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976A491-2316-46BF-B05E-E59449827CC1}"/>
              </a:ext>
            </a:extLst>
          </p:cNvPr>
          <p:cNvSpPr txBox="1"/>
          <p:nvPr/>
        </p:nvSpPr>
        <p:spPr>
          <a:xfrm>
            <a:off x="4511732" y="3903046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D417B6DF-3E00-4451-8E75-265603950BD0}"/>
              </a:ext>
            </a:extLst>
          </p:cNvPr>
          <p:cNvSpPr/>
          <p:nvPr/>
        </p:nvSpPr>
        <p:spPr bwMode="auto">
          <a:xfrm>
            <a:off x="4955177" y="4058194"/>
            <a:ext cx="365760" cy="235132"/>
          </a:xfrm>
          <a:custGeom>
            <a:avLst/>
            <a:gdLst>
              <a:gd name="connsiteX0" fmla="*/ 0 w 365760"/>
              <a:gd name="connsiteY0" fmla="*/ 0 h 235132"/>
              <a:gd name="connsiteX1" fmla="*/ 235132 w 365760"/>
              <a:gd name="connsiteY1" fmla="*/ 78377 h 235132"/>
              <a:gd name="connsiteX2" fmla="*/ 365760 w 365760"/>
              <a:gd name="connsiteY2" fmla="*/ 235132 h 2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35132">
                <a:moveTo>
                  <a:pt x="0" y="0"/>
                </a:moveTo>
                <a:cubicBezTo>
                  <a:pt x="87086" y="19594"/>
                  <a:pt x="174172" y="39188"/>
                  <a:pt x="235132" y="78377"/>
                </a:cubicBezTo>
                <a:cubicBezTo>
                  <a:pt x="296092" y="117566"/>
                  <a:pt x="330926" y="176349"/>
                  <a:pt x="365760" y="23513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71D81F2-85DF-4FA3-A55E-F3E954E442EC}"/>
              </a:ext>
            </a:extLst>
          </p:cNvPr>
          <p:cNvSpPr txBox="1"/>
          <p:nvPr/>
        </p:nvSpPr>
        <p:spPr>
          <a:xfrm>
            <a:off x="5282711" y="53704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B7D667BB-07A2-4B74-9125-8DDCBF9D8759}"/>
              </a:ext>
            </a:extLst>
          </p:cNvPr>
          <p:cNvSpPr/>
          <p:nvPr/>
        </p:nvSpPr>
        <p:spPr bwMode="auto">
          <a:xfrm>
            <a:off x="5599611" y="5251269"/>
            <a:ext cx="243840" cy="296091"/>
          </a:xfrm>
          <a:custGeom>
            <a:avLst/>
            <a:gdLst>
              <a:gd name="connsiteX0" fmla="*/ 0 w 243840"/>
              <a:gd name="connsiteY0" fmla="*/ 296091 h 296091"/>
              <a:gd name="connsiteX1" fmla="*/ 182880 w 243840"/>
              <a:gd name="connsiteY1" fmla="*/ 217714 h 296091"/>
              <a:gd name="connsiteX2" fmla="*/ 243840 w 243840"/>
              <a:gd name="connsiteY2" fmla="*/ 0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296091">
                <a:moveTo>
                  <a:pt x="0" y="296091"/>
                </a:moveTo>
                <a:cubicBezTo>
                  <a:pt x="71120" y="281576"/>
                  <a:pt x="142240" y="267062"/>
                  <a:pt x="182880" y="217714"/>
                </a:cubicBezTo>
                <a:cubicBezTo>
                  <a:pt x="223520" y="168366"/>
                  <a:pt x="233680" y="84183"/>
                  <a:pt x="243840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6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Arvore *pai = NULL, *p = r;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 Busca o nó com o valor especificado e seu pai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 &amp;&amp; p-&gt;valor !=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&lt; p-&gt;valor)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pai = p;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(valor &gt; p-&gt;valor)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pai = p;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96109B7-6DAC-42A7-BAB4-775AB96D3C83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4E479AE-ECEC-466C-B663-0FFF44F6FDAE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25386A9-0E52-41DE-9FC2-925937C89244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B42681B-39E7-40EC-AE6F-701D442546E3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C0454DA8-3623-4F2F-B533-8B00F06BD17C}"/>
              </a:ext>
            </a:extLst>
          </p:cNvPr>
          <p:cNvCxnSpPr>
            <a:cxnSpLocks/>
            <a:stCxn id="30" idx="3"/>
            <a:endCxn id="31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6DF02C3C-57D6-4F4B-8A71-F985340ED986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A80110FB-4B67-41CA-949F-5CA2CC665313}"/>
              </a:ext>
            </a:extLst>
          </p:cNvPr>
          <p:cNvCxnSpPr>
            <a:stCxn id="32" idx="3"/>
            <a:endCxn id="33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A0AC485B-5D37-49E3-AA96-68FD7D9FAAAC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56ADDB8-4878-42FA-9B78-A87C65DA699B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BA3668D-CEAC-4E1F-9F90-632F74E58EFC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093BD52-B4DC-4D73-B82F-C94ED88E844F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6A57E45-8096-4C92-9A0D-AAB0EFA02750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C0C788B-ADF7-4E5C-8074-CF104EB3B0AA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434E82C4-9C72-4028-9015-51FB946B1230}"/>
              </a:ext>
            </a:extLst>
          </p:cNvPr>
          <p:cNvCxnSpPr>
            <a:stCxn id="39" idx="3"/>
            <a:endCxn id="41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458671D7-84DF-441E-9D94-1459C3866138}"/>
              </a:ext>
            </a:extLst>
          </p:cNvPr>
          <p:cNvCxnSpPr>
            <a:stCxn id="39" idx="1"/>
            <a:endCxn id="42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3078A8A9-E1D9-418B-8053-EE69D2EA33B7}"/>
              </a:ext>
            </a:extLst>
          </p:cNvPr>
          <p:cNvCxnSpPr>
            <a:stCxn id="30" idx="1"/>
            <a:endCxn id="39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538E17E9-96AB-47D6-97BB-7950511B1E60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4F85C12-6583-476B-AF45-3620F1076EA4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638314BB-D7C4-4BE8-90B3-FD617B3948BA}"/>
              </a:ext>
            </a:extLst>
          </p:cNvPr>
          <p:cNvCxnSpPr>
            <a:stCxn id="40" idx="1"/>
            <a:endCxn id="47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4C4F1B7C-94DC-4C7C-B25D-8271F2C0A89F}"/>
              </a:ext>
            </a:extLst>
          </p:cNvPr>
          <p:cNvCxnSpPr>
            <a:stCxn id="40" idx="3"/>
            <a:endCxn id="46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0" name="Retângulo 49">
            <a:extLst>
              <a:ext uri="{FF2B5EF4-FFF2-40B4-BE49-F238E27FC236}">
                <a16:creationId xmlns:a16="http://schemas.microsoft.com/office/drawing/2014/main" id="{E1A139E0-C8EF-4E79-87BF-06DDBF1AD80E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16B9B9AE-8021-4E6C-A8A8-798971DF2D61}"/>
              </a:ext>
            </a:extLst>
          </p:cNvPr>
          <p:cNvCxnSpPr>
            <a:stCxn id="46" idx="3"/>
            <a:endCxn id="50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2" name="Retângulo 51">
            <a:extLst>
              <a:ext uri="{FF2B5EF4-FFF2-40B4-BE49-F238E27FC236}">
                <a16:creationId xmlns:a16="http://schemas.microsoft.com/office/drawing/2014/main" id="{0DDA5AFA-B5A3-46A7-8917-52DD8DEB9F1E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AC3C06AE-9E82-42CE-BB73-D9B29F65CBD5}"/>
              </a:ext>
            </a:extLst>
          </p:cNvPr>
          <p:cNvCxnSpPr>
            <a:stCxn id="32" idx="1"/>
            <a:endCxn id="52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D702F840-57C7-4B60-9846-DCB7647C952C}"/>
              </a:ext>
            </a:extLst>
          </p:cNvPr>
          <p:cNvCxnSpPr>
            <a:cxnSpLocks/>
            <a:stCxn id="31" idx="1"/>
            <a:endCxn id="40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D4E98EC-06D6-40BE-85C8-8EDEF0296229}"/>
              </a:ext>
            </a:extLst>
          </p:cNvPr>
          <p:cNvSpPr txBox="1"/>
          <p:nvPr/>
        </p:nvSpPr>
        <p:spPr>
          <a:xfrm>
            <a:off x="6319127" y="2996952"/>
            <a:ext cx="1903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 (inexistente)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976A491-2316-46BF-B05E-E59449827CC1}"/>
              </a:ext>
            </a:extLst>
          </p:cNvPr>
          <p:cNvSpPr txBox="1"/>
          <p:nvPr/>
        </p:nvSpPr>
        <p:spPr>
          <a:xfrm>
            <a:off x="4144996" y="4407102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D417B6DF-3E00-4451-8E75-265603950BD0}"/>
              </a:ext>
            </a:extLst>
          </p:cNvPr>
          <p:cNvSpPr/>
          <p:nvPr/>
        </p:nvSpPr>
        <p:spPr bwMode="auto">
          <a:xfrm>
            <a:off x="4588441" y="4562250"/>
            <a:ext cx="365760" cy="235132"/>
          </a:xfrm>
          <a:custGeom>
            <a:avLst/>
            <a:gdLst>
              <a:gd name="connsiteX0" fmla="*/ 0 w 365760"/>
              <a:gd name="connsiteY0" fmla="*/ 0 h 235132"/>
              <a:gd name="connsiteX1" fmla="*/ 235132 w 365760"/>
              <a:gd name="connsiteY1" fmla="*/ 78377 h 235132"/>
              <a:gd name="connsiteX2" fmla="*/ 365760 w 365760"/>
              <a:gd name="connsiteY2" fmla="*/ 235132 h 2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35132">
                <a:moveTo>
                  <a:pt x="0" y="0"/>
                </a:moveTo>
                <a:cubicBezTo>
                  <a:pt x="87086" y="19594"/>
                  <a:pt x="174172" y="39188"/>
                  <a:pt x="235132" y="78377"/>
                </a:cubicBezTo>
                <a:cubicBezTo>
                  <a:pt x="296092" y="117566"/>
                  <a:pt x="330926" y="176349"/>
                  <a:pt x="365760" y="23513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71D81F2-85DF-4FA3-A55E-F3E954E442EC}"/>
              </a:ext>
            </a:extLst>
          </p:cNvPr>
          <p:cNvSpPr txBox="1"/>
          <p:nvPr/>
        </p:nvSpPr>
        <p:spPr>
          <a:xfrm>
            <a:off x="4173069" y="521893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A6EC2903-6809-4A91-8AFE-A482983960A7}"/>
              </a:ext>
            </a:extLst>
          </p:cNvPr>
          <p:cNvSpPr/>
          <p:nvPr/>
        </p:nvSpPr>
        <p:spPr bwMode="auto">
          <a:xfrm>
            <a:off x="4467497" y="5381897"/>
            <a:ext cx="287383" cy="287383"/>
          </a:xfrm>
          <a:custGeom>
            <a:avLst/>
            <a:gdLst>
              <a:gd name="connsiteX0" fmla="*/ 0 w 287383"/>
              <a:gd name="connsiteY0" fmla="*/ 0 h 287383"/>
              <a:gd name="connsiteX1" fmla="*/ 209006 w 287383"/>
              <a:gd name="connsiteY1" fmla="*/ 69669 h 287383"/>
              <a:gd name="connsiteX2" fmla="*/ 287383 w 287383"/>
              <a:gd name="connsiteY2" fmla="*/ 287383 h 287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287383">
                <a:moveTo>
                  <a:pt x="0" y="0"/>
                </a:moveTo>
                <a:cubicBezTo>
                  <a:pt x="80554" y="10886"/>
                  <a:pt x="161109" y="21772"/>
                  <a:pt x="209006" y="69669"/>
                </a:cubicBezTo>
                <a:cubicBezTo>
                  <a:pt x="256903" y="117566"/>
                  <a:pt x="272143" y="202474"/>
                  <a:pt x="287383" y="287383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3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1º caso: nó é folha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2653D-7973-411E-A500-323778F65B7E}"/>
              </a:ext>
            </a:extLst>
          </p:cNvPr>
          <p:cNvSpPr/>
          <p:nvPr/>
        </p:nvSpPr>
        <p:spPr bwMode="auto">
          <a:xfrm>
            <a:off x="6706282" y="4437111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08FA00-5B3E-4EA9-982E-251FE45CEBED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7066322" y="4617131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B9F740D9-6384-40B4-B10B-A926F0EEE9CA}"/>
              </a:ext>
            </a:extLst>
          </p:cNvPr>
          <p:cNvSpPr/>
          <p:nvPr/>
        </p:nvSpPr>
        <p:spPr bwMode="auto">
          <a:xfrm>
            <a:off x="6243944" y="414982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072A2-E09B-4162-ADF8-9293BDFD44E9}"/>
              </a:ext>
            </a:extLst>
          </p:cNvPr>
          <p:cNvSpPr txBox="1"/>
          <p:nvPr/>
        </p:nvSpPr>
        <p:spPr>
          <a:xfrm>
            <a:off x="5781830" y="397860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26481B6B-F5C8-4C32-A8AC-7665642C5DC7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rot="10800000" flipV="1">
            <a:off x="5818786" y="4617131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875D68B-3DA4-44F9-B3B7-A31BB2549900}"/>
              </a:ext>
            </a:extLst>
          </p:cNvPr>
          <p:cNvSpPr txBox="1"/>
          <p:nvPr/>
        </p:nvSpPr>
        <p:spPr>
          <a:xfrm>
            <a:off x="7480368" y="3651627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B794844-E8F0-49B9-9AF4-3B0133ACB99B}"/>
              </a:ext>
            </a:extLst>
          </p:cNvPr>
          <p:cNvSpPr/>
          <p:nvPr/>
        </p:nvSpPr>
        <p:spPr bwMode="auto">
          <a:xfrm>
            <a:off x="7922191" y="3799791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1F5AF90C-0222-4292-B8D0-37F623510B12}"/>
              </a:ext>
            </a:extLst>
          </p:cNvPr>
          <p:cNvSpPr/>
          <p:nvPr/>
        </p:nvSpPr>
        <p:spPr bwMode="auto">
          <a:xfrm>
            <a:off x="7060043" y="4113299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8917367-2286-4427-8772-147B61C5F29D}"/>
              </a:ext>
            </a:extLst>
          </p:cNvPr>
          <p:cNvSpPr txBox="1"/>
          <p:nvPr/>
        </p:nvSpPr>
        <p:spPr>
          <a:xfrm>
            <a:off x="6319127" y="299695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</p:spTree>
    <p:extLst>
      <p:ext uri="{BB962C8B-B14F-4D97-AF65-F5344CB8AC3E}">
        <p14:creationId xmlns:p14="http://schemas.microsoft.com/office/powerpoint/2010/main" val="426073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1º caso: nó é folha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2653D-7973-411E-A500-323778F65B7E}"/>
              </a:ext>
            </a:extLst>
          </p:cNvPr>
          <p:cNvSpPr/>
          <p:nvPr/>
        </p:nvSpPr>
        <p:spPr bwMode="auto">
          <a:xfrm>
            <a:off x="6706282" y="4437111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08FA00-5B3E-4EA9-982E-251FE45CEBED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7066322" y="4617131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072A2-E09B-4162-ADF8-9293BDFD44E9}"/>
              </a:ext>
            </a:extLst>
          </p:cNvPr>
          <p:cNvSpPr txBox="1"/>
          <p:nvPr/>
        </p:nvSpPr>
        <p:spPr>
          <a:xfrm>
            <a:off x="5781830" y="397860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26481B6B-F5C8-4C32-A8AC-7665642C5DC7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rot="10800000" flipV="1">
            <a:off x="5818786" y="4617131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875D68B-3DA4-44F9-B3B7-A31BB2549900}"/>
              </a:ext>
            </a:extLst>
          </p:cNvPr>
          <p:cNvSpPr txBox="1"/>
          <p:nvPr/>
        </p:nvSpPr>
        <p:spPr>
          <a:xfrm>
            <a:off x="7480368" y="3651627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B794844-E8F0-49B9-9AF4-3B0133ACB99B}"/>
              </a:ext>
            </a:extLst>
          </p:cNvPr>
          <p:cNvSpPr/>
          <p:nvPr/>
        </p:nvSpPr>
        <p:spPr bwMode="auto">
          <a:xfrm>
            <a:off x="7922191" y="3799791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1F5AF90C-0222-4292-B8D0-37F623510B12}"/>
              </a:ext>
            </a:extLst>
          </p:cNvPr>
          <p:cNvSpPr/>
          <p:nvPr/>
        </p:nvSpPr>
        <p:spPr bwMode="auto">
          <a:xfrm>
            <a:off x="7060043" y="4113299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8917367-2286-4427-8772-147B61C5F29D}"/>
              </a:ext>
            </a:extLst>
          </p:cNvPr>
          <p:cNvSpPr txBox="1"/>
          <p:nvPr/>
        </p:nvSpPr>
        <p:spPr>
          <a:xfrm>
            <a:off x="6319127" y="299695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4554C168-35F4-4F53-8B99-7FA61E94989C}"/>
              </a:ext>
            </a:extLst>
          </p:cNvPr>
          <p:cNvSpPr/>
          <p:nvPr/>
        </p:nvSpPr>
        <p:spPr bwMode="auto">
          <a:xfrm>
            <a:off x="6209211" y="4159137"/>
            <a:ext cx="322218" cy="221274"/>
          </a:xfrm>
          <a:custGeom>
            <a:avLst/>
            <a:gdLst>
              <a:gd name="connsiteX0" fmla="*/ 0 w 322218"/>
              <a:gd name="connsiteY0" fmla="*/ 3560 h 221274"/>
              <a:gd name="connsiteX1" fmla="*/ 217715 w 322218"/>
              <a:gd name="connsiteY1" fmla="*/ 29686 h 221274"/>
              <a:gd name="connsiteX2" fmla="*/ 322218 w 322218"/>
              <a:gd name="connsiteY2" fmla="*/ 221274 h 22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8" h="221274">
                <a:moveTo>
                  <a:pt x="0" y="3560"/>
                </a:moveTo>
                <a:cubicBezTo>
                  <a:pt x="82006" y="-1520"/>
                  <a:pt x="164012" y="-6600"/>
                  <a:pt x="217715" y="29686"/>
                </a:cubicBezTo>
                <a:cubicBezTo>
                  <a:pt x="271418" y="65972"/>
                  <a:pt x="296818" y="143623"/>
                  <a:pt x="322218" y="22127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90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1º caso: nó é folha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2653D-7973-411E-A500-323778F65B7E}"/>
              </a:ext>
            </a:extLst>
          </p:cNvPr>
          <p:cNvSpPr/>
          <p:nvPr/>
        </p:nvSpPr>
        <p:spPr bwMode="auto">
          <a:xfrm>
            <a:off x="6706282" y="4437111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072A2-E09B-4162-ADF8-9293BDFD44E9}"/>
              </a:ext>
            </a:extLst>
          </p:cNvPr>
          <p:cNvSpPr txBox="1"/>
          <p:nvPr/>
        </p:nvSpPr>
        <p:spPr>
          <a:xfrm>
            <a:off x="5781830" y="397860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875D68B-3DA4-44F9-B3B7-A31BB2549900}"/>
              </a:ext>
            </a:extLst>
          </p:cNvPr>
          <p:cNvSpPr txBox="1"/>
          <p:nvPr/>
        </p:nvSpPr>
        <p:spPr>
          <a:xfrm>
            <a:off x="7480368" y="3651627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B794844-E8F0-49B9-9AF4-3B0133ACB99B}"/>
              </a:ext>
            </a:extLst>
          </p:cNvPr>
          <p:cNvSpPr/>
          <p:nvPr/>
        </p:nvSpPr>
        <p:spPr bwMode="auto">
          <a:xfrm>
            <a:off x="7922191" y="3799791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1F5AF90C-0222-4292-B8D0-37F623510B12}"/>
              </a:ext>
            </a:extLst>
          </p:cNvPr>
          <p:cNvSpPr/>
          <p:nvPr/>
        </p:nvSpPr>
        <p:spPr bwMode="auto">
          <a:xfrm>
            <a:off x="7060043" y="4113299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8917367-2286-4427-8772-147B61C5F29D}"/>
              </a:ext>
            </a:extLst>
          </p:cNvPr>
          <p:cNvSpPr txBox="1"/>
          <p:nvPr/>
        </p:nvSpPr>
        <p:spPr>
          <a:xfrm>
            <a:off x="6319127" y="299695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4554C168-35F4-4F53-8B99-7FA61E94989C}"/>
              </a:ext>
            </a:extLst>
          </p:cNvPr>
          <p:cNvSpPr/>
          <p:nvPr/>
        </p:nvSpPr>
        <p:spPr bwMode="auto">
          <a:xfrm>
            <a:off x="6209211" y="4159137"/>
            <a:ext cx="322218" cy="221274"/>
          </a:xfrm>
          <a:custGeom>
            <a:avLst/>
            <a:gdLst>
              <a:gd name="connsiteX0" fmla="*/ 0 w 322218"/>
              <a:gd name="connsiteY0" fmla="*/ 3560 h 221274"/>
              <a:gd name="connsiteX1" fmla="*/ 217715 w 322218"/>
              <a:gd name="connsiteY1" fmla="*/ 29686 h 221274"/>
              <a:gd name="connsiteX2" fmla="*/ 322218 w 322218"/>
              <a:gd name="connsiteY2" fmla="*/ 221274 h 221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8" h="221274">
                <a:moveTo>
                  <a:pt x="0" y="3560"/>
                </a:moveTo>
                <a:cubicBezTo>
                  <a:pt x="82006" y="-1520"/>
                  <a:pt x="164012" y="-6600"/>
                  <a:pt x="217715" y="29686"/>
                </a:cubicBezTo>
                <a:cubicBezTo>
                  <a:pt x="271418" y="65972"/>
                  <a:pt x="296818" y="143623"/>
                  <a:pt x="322218" y="22127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B07C589-B19F-490B-9714-EBFD50B84A47}"/>
              </a:ext>
            </a:extLst>
          </p:cNvPr>
          <p:cNvSpPr txBox="1"/>
          <p:nvPr/>
        </p:nvSpPr>
        <p:spPr>
          <a:xfrm>
            <a:off x="6630461" y="4217936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44585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1º caso: nó é folha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2653D-7973-411E-A500-323778F65B7E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1CDADB-2CB8-48F3-BAA8-F8B792658CBE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4B3FC5-015E-4D44-90AD-E6E6ED223ACD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F31CE1-A34F-46C4-8CA0-1C5CBA5BC168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08FA00-5B3E-4EA9-982E-251FE45CEBED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EFF8828D-1028-4221-9D54-5B40E52D80CD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A0A12D3F-CE71-4AB8-8C99-742405416611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B9F740D9-6384-40B4-B10B-A926F0EEE9CA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072A2-E09B-4162-ADF8-9293BDFD44E9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E682882-9B4A-4BB6-8C2E-4BEC62AD7CB2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CF69F0-E78B-4CAA-B694-375BE7B58BEB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EB24B9-2297-4BF7-80DB-D9FE2EFBBDA5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FD9192C-0481-48CF-A37F-D4C518B1DCF6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F7FC7AC9-AEBF-4AE7-B2EC-14832E411B29}"/>
              </a:ext>
            </a:extLst>
          </p:cNvPr>
          <p:cNvCxnSpPr>
            <a:stCxn id="13" idx="3"/>
            <a:endCxn id="15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C0D3DB80-5682-48FB-8E70-57FEE6AE42FA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26481B6B-F5C8-4C32-A8AC-7665642C5DC7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8ECD5926-B85C-44C0-BCB4-DE18A58784C2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6D7FB45-93C5-465F-939F-089EB224FB8A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706E4FF2-B212-47CF-AF4E-AA0EC764CCD4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0D634103-7EEE-4421-B493-EE83A10342D2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C3F1AE36-2FA7-4A08-BC38-79D945D9A805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943D6418-31EE-42B2-86E0-2FD562387328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5F829365-100B-458F-ACCA-F7B618C9C0E1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48499739-11DA-433E-8D2D-7A637709C332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4022337A-8AC5-4948-9826-007424124412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938175F-12DF-44AE-A06F-AFC9F9CE4F3B}"/>
              </a:ext>
            </a:extLst>
          </p:cNvPr>
          <p:cNvSpPr txBox="1"/>
          <p:nvPr/>
        </p:nvSpPr>
        <p:spPr>
          <a:xfrm>
            <a:off x="6319127" y="2996952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7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3BD139-2C19-43AA-804B-6B008B38C8EA}"/>
              </a:ext>
            </a:extLst>
          </p:cNvPr>
          <p:cNvSpPr txBox="1"/>
          <p:nvPr/>
        </p:nvSpPr>
        <p:spPr>
          <a:xfrm>
            <a:off x="4511732" y="3903046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CAD7358F-22C0-4B9D-993C-BAAA18B8BC49}"/>
              </a:ext>
            </a:extLst>
          </p:cNvPr>
          <p:cNvSpPr/>
          <p:nvPr/>
        </p:nvSpPr>
        <p:spPr bwMode="auto">
          <a:xfrm>
            <a:off x="4955177" y="4058194"/>
            <a:ext cx="365760" cy="235132"/>
          </a:xfrm>
          <a:custGeom>
            <a:avLst/>
            <a:gdLst>
              <a:gd name="connsiteX0" fmla="*/ 0 w 365760"/>
              <a:gd name="connsiteY0" fmla="*/ 0 h 235132"/>
              <a:gd name="connsiteX1" fmla="*/ 235132 w 365760"/>
              <a:gd name="connsiteY1" fmla="*/ 78377 h 235132"/>
              <a:gd name="connsiteX2" fmla="*/ 365760 w 365760"/>
              <a:gd name="connsiteY2" fmla="*/ 235132 h 2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35132">
                <a:moveTo>
                  <a:pt x="0" y="0"/>
                </a:moveTo>
                <a:cubicBezTo>
                  <a:pt x="87086" y="19594"/>
                  <a:pt x="174172" y="39188"/>
                  <a:pt x="235132" y="78377"/>
                </a:cubicBezTo>
                <a:cubicBezTo>
                  <a:pt x="296092" y="117566"/>
                  <a:pt x="330926" y="176349"/>
                  <a:pt x="365760" y="23513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96582C3-2E0C-4B86-BCCB-654AF22F5EC6}"/>
              </a:ext>
            </a:extLst>
          </p:cNvPr>
          <p:cNvSpPr txBox="1"/>
          <p:nvPr/>
        </p:nvSpPr>
        <p:spPr>
          <a:xfrm>
            <a:off x="5282711" y="53704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1D4C0B67-75ED-4EE7-A233-BDD56851CDDB}"/>
              </a:ext>
            </a:extLst>
          </p:cNvPr>
          <p:cNvSpPr/>
          <p:nvPr/>
        </p:nvSpPr>
        <p:spPr bwMode="auto">
          <a:xfrm>
            <a:off x="5599611" y="5251269"/>
            <a:ext cx="243840" cy="296091"/>
          </a:xfrm>
          <a:custGeom>
            <a:avLst/>
            <a:gdLst>
              <a:gd name="connsiteX0" fmla="*/ 0 w 243840"/>
              <a:gd name="connsiteY0" fmla="*/ 296091 h 296091"/>
              <a:gd name="connsiteX1" fmla="*/ 182880 w 243840"/>
              <a:gd name="connsiteY1" fmla="*/ 217714 h 296091"/>
              <a:gd name="connsiteX2" fmla="*/ 243840 w 243840"/>
              <a:gd name="connsiteY2" fmla="*/ 0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296091">
                <a:moveTo>
                  <a:pt x="0" y="296091"/>
                </a:moveTo>
                <a:cubicBezTo>
                  <a:pt x="71120" y="281576"/>
                  <a:pt x="142240" y="267062"/>
                  <a:pt x="182880" y="217714"/>
                </a:cubicBezTo>
                <a:cubicBezTo>
                  <a:pt x="223520" y="168366"/>
                  <a:pt x="233680" y="84183"/>
                  <a:pt x="243840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135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1º caso: nó é folha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2653D-7973-411E-A500-323778F65B7E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1CDADB-2CB8-48F3-BAA8-F8B792658CBE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4B3FC5-015E-4D44-90AD-E6E6ED223ACD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F31CE1-A34F-46C4-8CA0-1C5CBA5BC168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08FA00-5B3E-4EA9-982E-251FE45CEBED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EFF8828D-1028-4221-9D54-5B40E52D80CD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A0A12D3F-CE71-4AB8-8C99-742405416611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B9F740D9-6384-40B4-B10B-A926F0EEE9CA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072A2-E09B-4162-ADF8-9293BDFD44E9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E682882-9B4A-4BB6-8C2E-4BEC62AD7CB2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CF69F0-E78B-4CAA-B694-375BE7B58BEB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EB24B9-2297-4BF7-80DB-D9FE2EFBBDA5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FD9192C-0481-48CF-A37F-D4C518B1DCF6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C0D3DB80-5682-48FB-8E70-57FEE6AE42FA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26481B6B-F5C8-4C32-A8AC-7665642C5DC7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8ECD5926-B85C-44C0-BCB4-DE18A58784C2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6D7FB45-93C5-465F-939F-089EB224FB8A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706E4FF2-B212-47CF-AF4E-AA0EC764CCD4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0D634103-7EEE-4421-B493-EE83A10342D2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C3F1AE36-2FA7-4A08-BC38-79D945D9A805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943D6418-31EE-42B2-86E0-2FD562387328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5F829365-100B-458F-ACCA-F7B618C9C0E1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48499739-11DA-433E-8D2D-7A637709C332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4022337A-8AC5-4948-9826-007424124412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938175F-12DF-44AE-A06F-AFC9F9CE4F3B}"/>
              </a:ext>
            </a:extLst>
          </p:cNvPr>
          <p:cNvSpPr txBox="1"/>
          <p:nvPr/>
        </p:nvSpPr>
        <p:spPr>
          <a:xfrm>
            <a:off x="6319127" y="2996952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7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3BD139-2C19-43AA-804B-6B008B38C8EA}"/>
              </a:ext>
            </a:extLst>
          </p:cNvPr>
          <p:cNvSpPr txBox="1"/>
          <p:nvPr/>
        </p:nvSpPr>
        <p:spPr>
          <a:xfrm>
            <a:off x="4511732" y="3903046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CAD7358F-22C0-4B9D-993C-BAAA18B8BC49}"/>
              </a:ext>
            </a:extLst>
          </p:cNvPr>
          <p:cNvSpPr/>
          <p:nvPr/>
        </p:nvSpPr>
        <p:spPr bwMode="auto">
          <a:xfrm>
            <a:off x="4955177" y="4058194"/>
            <a:ext cx="365760" cy="235132"/>
          </a:xfrm>
          <a:custGeom>
            <a:avLst/>
            <a:gdLst>
              <a:gd name="connsiteX0" fmla="*/ 0 w 365760"/>
              <a:gd name="connsiteY0" fmla="*/ 0 h 235132"/>
              <a:gd name="connsiteX1" fmla="*/ 235132 w 365760"/>
              <a:gd name="connsiteY1" fmla="*/ 78377 h 235132"/>
              <a:gd name="connsiteX2" fmla="*/ 365760 w 365760"/>
              <a:gd name="connsiteY2" fmla="*/ 235132 h 2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35132">
                <a:moveTo>
                  <a:pt x="0" y="0"/>
                </a:moveTo>
                <a:cubicBezTo>
                  <a:pt x="87086" y="19594"/>
                  <a:pt x="174172" y="39188"/>
                  <a:pt x="235132" y="78377"/>
                </a:cubicBezTo>
                <a:cubicBezTo>
                  <a:pt x="296092" y="117566"/>
                  <a:pt x="330926" y="176349"/>
                  <a:pt x="365760" y="23513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96582C3-2E0C-4B86-BCCB-654AF22F5EC6}"/>
              </a:ext>
            </a:extLst>
          </p:cNvPr>
          <p:cNvSpPr txBox="1"/>
          <p:nvPr/>
        </p:nvSpPr>
        <p:spPr>
          <a:xfrm>
            <a:off x="5282711" y="53704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1D4C0B67-75ED-4EE7-A233-BDD56851CDDB}"/>
              </a:ext>
            </a:extLst>
          </p:cNvPr>
          <p:cNvSpPr/>
          <p:nvPr/>
        </p:nvSpPr>
        <p:spPr bwMode="auto">
          <a:xfrm>
            <a:off x="5599611" y="5251269"/>
            <a:ext cx="243840" cy="296091"/>
          </a:xfrm>
          <a:custGeom>
            <a:avLst/>
            <a:gdLst>
              <a:gd name="connsiteX0" fmla="*/ 0 w 243840"/>
              <a:gd name="connsiteY0" fmla="*/ 296091 h 296091"/>
              <a:gd name="connsiteX1" fmla="*/ 182880 w 243840"/>
              <a:gd name="connsiteY1" fmla="*/ 217714 h 296091"/>
              <a:gd name="connsiteX2" fmla="*/ 243840 w 243840"/>
              <a:gd name="connsiteY2" fmla="*/ 0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296091">
                <a:moveTo>
                  <a:pt x="0" y="296091"/>
                </a:moveTo>
                <a:cubicBezTo>
                  <a:pt x="71120" y="281576"/>
                  <a:pt x="142240" y="267062"/>
                  <a:pt x="182880" y="217714"/>
                </a:cubicBezTo>
                <a:cubicBezTo>
                  <a:pt x="223520" y="168366"/>
                  <a:pt x="233680" y="84183"/>
                  <a:pt x="243840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3C837B75-DD0A-44E9-832F-713A8FA47E4F}"/>
              </a:ext>
            </a:extLst>
          </p:cNvPr>
          <p:cNvCxnSpPr>
            <a:cxnSpLocks/>
            <a:stCxn id="13" idx="3"/>
          </p:cNvCxnSpPr>
          <p:nvPr/>
        </p:nvCxnSpPr>
        <p:spPr bwMode="auto">
          <a:xfrm>
            <a:off x="5653071" y="4534859"/>
            <a:ext cx="359089" cy="180020"/>
          </a:xfrm>
          <a:prstGeom prst="bentConnector3">
            <a:avLst>
              <a:gd name="adj1" fmla="val 100929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207829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1º caso: nó é folha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b="1" i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52653D-7973-411E-A500-323778F65B7E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1CDADB-2CB8-48F3-BAA8-F8B792658CBE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4B3FC5-015E-4D44-90AD-E6E6ED223ACD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6F31CE1-A34F-46C4-8CA0-1C5CBA5BC168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C108FA00-5B3E-4EA9-982E-251FE45CEBED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EFF8828D-1028-4221-9D54-5B40E52D80CD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A0A12D3F-CE71-4AB8-8C99-742405416611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B9F740D9-6384-40B4-B10B-A926F0EEE9CA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C2072A2-E09B-4162-ADF8-9293BDFD44E9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E682882-9B4A-4BB6-8C2E-4BEC62AD7CB2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CF69F0-E78B-4CAA-B694-375BE7B58BEB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EB24B9-2297-4BF7-80DB-D9FE2EFBBDA5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FD9192C-0481-48CF-A37F-D4C518B1DCF6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C0D3DB80-5682-48FB-8E70-57FEE6AE42FA}"/>
              </a:ext>
            </a:extLst>
          </p:cNvPr>
          <p:cNvCxnSpPr>
            <a:stCxn id="13" idx="1"/>
            <a:endCxn id="16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26481B6B-F5C8-4C32-A8AC-7665642C5DC7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8ECD5926-B85C-44C0-BCB4-DE18A58784C2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6D7FB45-93C5-465F-939F-089EB224FB8A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706E4FF2-B212-47CF-AF4E-AA0EC764CCD4}"/>
              </a:ext>
            </a:extLst>
          </p:cNvPr>
          <p:cNvCxnSpPr>
            <a:stCxn id="14" idx="1"/>
            <a:endCxn id="21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0D634103-7EEE-4421-B493-EE83A10342D2}"/>
              </a:ext>
            </a:extLst>
          </p:cNvPr>
          <p:cNvCxnSpPr>
            <a:stCxn id="14" idx="3"/>
            <a:endCxn id="20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tângulo 23">
            <a:extLst>
              <a:ext uri="{FF2B5EF4-FFF2-40B4-BE49-F238E27FC236}">
                <a16:creationId xmlns:a16="http://schemas.microsoft.com/office/drawing/2014/main" id="{C3F1AE36-2FA7-4A08-BC38-79D945D9A805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943D6418-31EE-42B2-86E0-2FD562387328}"/>
              </a:ext>
            </a:extLst>
          </p:cNvPr>
          <p:cNvCxnSpPr>
            <a:stCxn id="20" idx="3"/>
            <a:endCxn id="24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5F829365-100B-458F-ACCA-F7B618C9C0E1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48499739-11DA-433E-8D2D-7A637709C332}"/>
              </a:ext>
            </a:extLst>
          </p:cNvPr>
          <p:cNvCxnSpPr>
            <a:stCxn id="6" idx="1"/>
            <a:endCxn id="26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4022337A-8AC5-4948-9826-007424124412}"/>
              </a:ext>
            </a:extLst>
          </p:cNvPr>
          <p:cNvCxnSpPr>
            <a:cxnSpLocks/>
            <a:stCxn id="5" idx="1"/>
            <a:endCxn id="14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938175F-12DF-44AE-A06F-AFC9F9CE4F3B}"/>
              </a:ext>
            </a:extLst>
          </p:cNvPr>
          <p:cNvSpPr txBox="1"/>
          <p:nvPr/>
        </p:nvSpPr>
        <p:spPr>
          <a:xfrm>
            <a:off x="6319127" y="2996952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7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3BD139-2C19-43AA-804B-6B008B38C8EA}"/>
              </a:ext>
            </a:extLst>
          </p:cNvPr>
          <p:cNvSpPr txBox="1"/>
          <p:nvPr/>
        </p:nvSpPr>
        <p:spPr>
          <a:xfrm>
            <a:off x="4511732" y="3903046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CAD7358F-22C0-4B9D-993C-BAAA18B8BC49}"/>
              </a:ext>
            </a:extLst>
          </p:cNvPr>
          <p:cNvSpPr/>
          <p:nvPr/>
        </p:nvSpPr>
        <p:spPr bwMode="auto">
          <a:xfrm>
            <a:off x="4955177" y="4058194"/>
            <a:ext cx="365760" cy="235132"/>
          </a:xfrm>
          <a:custGeom>
            <a:avLst/>
            <a:gdLst>
              <a:gd name="connsiteX0" fmla="*/ 0 w 365760"/>
              <a:gd name="connsiteY0" fmla="*/ 0 h 235132"/>
              <a:gd name="connsiteX1" fmla="*/ 235132 w 365760"/>
              <a:gd name="connsiteY1" fmla="*/ 78377 h 235132"/>
              <a:gd name="connsiteX2" fmla="*/ 365760 w 365760"/>
              <a:gd name="connsiteY2" fmla="*/ 235132 h 235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5760" h="235132">
                <a:moveTo>
                  <a:pt x="0" y="0"/>
                </a:moveTo>
                <a:cubicBezTo>
                  <a:pt x="87086" y="19594"/>
                  <a:pt x="174172" y="39188"/>
                  <a:pt x="235132" y="78377"/>
                </a:cubicBezTo>
                <a:cubicBezTo>
                  <a:pt x="296092" y="117566"/>
                  <a:pt x="330926" y="176349"/>
                  <a:pt x="365760" y="235132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96582C3-2E0C-4B86-BCCB-654AF22F5EC6}"/>
              </a:ext>
            </a:extLst>
          </p:cNvPr>
          <p:cNvSpPr txBox="1"/>
          <p:nvPr/>
        </p:nvSpPr>
        <p:spPr>
          <a:xfrm>
            <a:off x="5282711" y="537047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1D4C0B67-75ED-4EE7-A233-BDD56851CDDB}"/>
              </a:ext>
            </a:extLst>
          </p:cNvPr>
          <p:cNvSpPr/>
          <p:nvPr/>
        </p:nvSpPr>
        <p:spPr bwMode="auto">
          <a:xfrm>
            <a:off x="5599611" y="5251269"/>
            <a:ext cx="243840" cy="296091"/>
          </a:xfrm>
          <a:custGeom>
            <a:avLst/>
            <a:gdLst>
              <a:gd name="connsiteX0" fmla="*/ 0 w 243840"/>
              <a:gd name="connsiteY0" fmla="*/ 296091 h 296091"/>
              <a:gd name="connsiteX1" fmla="*/ 182880 w 243840"/>
              <a:gd name="connsiteY1" fmla="*/ 217714 h 296091"/>
              <a:gd name="connsiteX2" fmla="*/ 243840 w 243840"/>
              <a:gd name="connsiteY2" fmla="*/ 0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3840" h="296091">
                <a:moveTo>
                  <a:pt x="0" y="296091"/>
                </a:moveTo>
                <a:cubicBezTo>
                  <a:pt x="71120" y="281576"/>
                  <a:pt x="142240" y="267062"/>
                  <a:pt x="182880" y="217714"/>
                </a:cubicBezTo>
                <a:cubicBezTo>
                  <a:pt x="223520" y="168366"/>
                  <a:pt x="233680" y="84183"/>
                  <a:pt x="243840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4E49958-2BFD-464F-8C75-BF32F4F74148}"/>
              </a:ext>
            </a:extLst>
          </p:cNvPr>
          <p:cNvSpPr txBox="1"/>
          <p:nvPr/>
        </p:nvSpPr>
        <p:spPr>
          <a:xfrm>
            <a:off x="5575670" y="4635854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E2492717-C78E-45EF-AE7C-BE4B145A268E}"/>
              </a:ext>
            </a:extLst>
          </p:cNvPr>
          <p:cNvCxnSpPr>
            <a:cxnSpLocks/>
          </p:cNvCxnSpPr>
          <p:nvPr/>
        </p:nvCxnSpPr>
        <p:spPr bwMode="auto">
          <a:xfrm>
            <a:off x="5653071" y="4534859"/>
            <a:ext cx="359089" cy="180020"/>
          </a:xfrm>
          <a:prstGeom prst="bentConnector3">
            <a:avLst>
              <a:gd name="adj1" fmla="val 100929"/>
            </a:avLst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1111223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2º caso: nó só tem filho à esquerda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 &amp;&amp;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endParaRPr lang="pt-B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15A9FB-9B89-4110-85B1-BCD221008E0C}"/>
              </a:ext>
            </a:extLst>
          </p:cNvPr>
          <p:cNvSpPr/>
          <p:nvPr/>
        </p:nvSpPr>
        <p:spPr bwMode="auto">
          <a:xfrm>
            <a:off x="6746154" y="446557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D9F5762E-5AC1-4E80-A5EE-7DE871FDB4F8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7106194" y="4645595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8D326F22-EA5F-4D50-9E88-59775CEBA2F7}"/>
              </a:ext>
            </a:extLst>
          </p:cNvPr>
          <p:cNvSpPr/>
          <p:nvPr/>
        </p:nvSpPr>
        <p:spPr bwMode="auto">
          <a:xfrm>
            <a:off x="6283816" y="4178287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686293-091B-44DE-AA4A-6324EE135A05}"/>
              </a:ext>
            </a:extLst>
          </p:cNvPr>
          <p:cNvSpPr txBox="1"/>
          <p:nvPr/>
        </p:nvSpPr>
        <p:spPr>
          <a:xfrm>
            <a:off x="5800187" y="399930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C028AB6-D383-483A-88E0-D89A4A6BAFEF}"/>
              </a:ext>
            </a:extLst>
          </p:cNvPr>
          <p:cNvSpPr/>
          <p:nvPr/>
        </p:nvSpPr>
        <p:spPr bwMode="auto">
          <a:xfrm>
            <a:off x="5678637" y="496963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B5C95DD5-FF20-48EA-8457-D867C1F6D928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858658" y="4645595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9C4FEFE-07CA-4EE7-9D04-C7387524176D}"/>
              </a:ext>
            </a:extLst>
          </p:cNvPr>
          <p:cNvSpPr txBox="1"/>
          <p:nvPr/>
        </p:nvSpPr>
        <p:spPr>
          <a:xfrm>
            <a:off x="7480368" y="3651627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32D4A90C-B182-482D-9934-5CD92B32CDCC}"/>
              </a:ext>
            </a:extLst>
          </p:cNvPr>
          <p:cNvSpPr/>
          <p:nvPr/>
        </p:nvSpPr>
        <p:spPr bwMode="auto">
          <a:xfrm>
            <a:off x="7922191" y="3799791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4E436EAE-3382-4B99-AF3F-8ADF068BF813}"/>
              </a:ext>
            </a:extLst>
          </p:cNvPr>
          <p:cNvSpPr/>
          <p:nvPr/>
        </p:nvSpPr>
        <p:spPr bwMode="auto">
          <a:xfrm>
            <a:off x="7060043" y="4113299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C6F1530-C2C2-41B1-953F-4874713F9BA1}"/>
              </a:ext>
            </a:extLst>
          </p:cNvPr>
          <p:cNvSpPr txBox="1"/>
          <p:nvPr/>
        </p:nvSpPr>
        <p:spPr>
          <a:xfrm>
            <a:off x="6319127" y="299695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</p:spTree>
    <p:extLst>
      <p:ext uri="{BB962C8B-B14F-4D97-AF65-F5344CB8AC3E}">
        <p14:creationId xmlns:p14="http://schemas.microsoft.com/office/powerpoint/2010/main" val="2630729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2º caso: nó só tem filho à esquerda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15A9FB-9B89-4110-85B1-BCD221008E0C}"/>
              </a:ext>
            </a:extLst>
          </p:cNvPr>
          <p:cNvSpPr/>
          <p:nvPr/>
        </p:nvSpPr>
        <p:spPr bwMode="auto">
          <a:xfrm>
            <a:off x="6746154" y="446557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cxnSp>
        <p:nvCxnSpPr>
          <p:cNvPr id="8" name="Conector: Angulado 7">
            <a:extLst>
              <a:ext uri="{FF2B5EF4-FFF2-40B4-BE49-F238E27FC236}">
                <a16:creationId xmlns:a16="http://schemas.microsoft.com/office/drawing/2014/main" id="{D9F5762E-5AC1-4E80-A5EE-7DE871FDB4F8}"/>
              </a:ext>
            </a:extLst>
          </p:cNvPr>
          <p:cNvCxnSpPr>
            <a:cxnSpLocks/>
            <a:stCxn id="4" idx="3"/>
          </p:cNvCxnSpPr>
          <p:nvPr/>
        </p:nvCxnSpPr>
        <p:spPr bwMode="auto">
          <a:xfrm>
            <a:off x="7106194" y="4645595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686293-091B-44DE-AA4A-6324EE135A05}"/>
              </a:ext>
            </a:extLst>
          </p:cNvPr>
          <p:cNvSpPr txBox="1"/>
          <p:nvPr/>
        </p:nvSpPr>
        <p:spPr>
          <a:xfrm>
            <a:off x="5800187" y="399930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C028AB6-D383-483A-88E0-D89A4A6BAFEF}"/>
              </a:ext>
            </a:extLst>
          </p:cNvPr>
          <p:cNvSpPr/>
          <p:nvPr/>
        </p:nvSpPr>
        <p:spPr bwMode="auto">
          <a:xfrm>
            <a:off x="5678637" y="496963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B5C95DD5-FF20-48EA-8457-D867C1F6D928}"/>
              </a:ext>
            </a:extLst>
          </p:cNvPr>
          <p:cNvCxnSpPr>
            <a:stCxn id="4" idx="1"/>
            <a:endCxn id="13" idx="0"/>
          </p:cNvCxnSpPr>
          <p:nvPr/>
        </p:nvCxnSpPr>
        <p:spPr bwMode="auto">
          <a:xfrm rot="10800000" flipV="1">
            <a:off x="5858658" y="4645595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9C4FEFE-07CA-4EE7-9D04-C7387524176D}"/>
              </a:ext>
            </a:extLst>
          </p:cNvPr>
          <p:cNvSpPr txBox="1"/>
          <p:nvPr/>
        </p:nvSpPr>
        <p:spPr>
          <a:xfrm>
            <a:off x="7480368" y="3651627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32D4A90C-B182-482D-9934-5CD92B32CDCC}"/>
              </a:ext>
            </a:extLst>
          </p:cNvPr>
          <p:cNvSpPr/>
          <p:nvPr/>
        </p:nvSpPr>
        <p:spPr bwMode="auto">
          <a:xfrm>
            <a:off x="7922191" y="3799791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4E436EAE-3382-4B99-AF3F-8ADF068BF813}"/>
              </a:ext>
            </a:extLst>
          </p:cNvPr>
          <p:cNvSpPr/>
          <p:nvPr/>
        </p:nvSpPr>
        <p:spPr bwMode="auto">
          <a:xfrm>
            <a:off x="7060043" y="4113299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C6F1530-C2C2-41B1-953F-4874713F9BA1}"/>
              </a:ext>
            </a:extLst>
          </p:cNvPr>
          <p:cNvSpPr txBox="1"/>
          <p:nvPr/>
        </p:nvSpPr>
        <p:spPr>
          <a:xfrm>
            <a:off x="6319127" y="299695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70C19BCE-7A65-44DC-8619-EEE59B67736D}"/>
              </a:ext>
            </a:extLst>
          </p:cNvPr>
          <p:cNvSpPr/>
          <p:nvPr/>
        </p:nvSpPr>
        <p:spPr bwMode="auto">
          <a:xfrm>
            <a:off x="5515632" y="4162697"/>
            <a:ext cx="301694" cy="757646"/>
          </a:xfrm>
          <a:custGeom>
            <a:avLst/>
            <a:gdLst>
              <a:gd name="connsiteX0" fmla="*/ 301694 w 301694"/>
              <a:gd name="connsiteY0" fmla="*/ 0 h 757646"/>
              <a:gd name="connsiteX1" fmla="*/ 5602 w 301694"/>
              <a:gd name="connsiteY1" fmla="*/ 209006 h 757646"/>
              <a:gd name="connsiteX2" fmla="*/ 136231 w 301694"/>
              <a:gd name="connsiteY2" fmla="*/ 757646 h 75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694" h="757646">
                <a:moveTo>
                  <a:pt x="301694" y="0"/>
                </a:moveTo>
                <a:cubicBezTo>
                  <a:pt x="167436" y="41366"/>
                  <a:pt x="33179" y="82732"/>
                  <a:pt x="5602" y="209006"/>
                </a:cubicBezTo>
                <a:cubicBezTo>
                  <a:pt x="-21975" y="335280"/>
                  <a:pt x="57128" y="546463"/>
                  <a:pt x="136231" y="75764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484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2º caso: nó só tem filho à esquerda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915A9FB-9B89-4110-85B1-BCD221008E0C}"/>
              </a:ext>
            </a:extLst>
          </p:cNvPr>
          <p:cNvSpPr/>
          <p:nvPr/>
        </p:nvSpPr>
        <p:spPr bwMode="auto">
          <a:xfrm>
            <a:off x="6746154" y="446557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2686293-091B-44DE-AA4A-6324EE135A05}"/>
              </a:ext>
            </a:extLst>
          </p:cNvPr>
          <p:cNvSpPr txBox="1"/>
          <p:nvPr/>
        </p:nvSpPr>
        <p:spPr>
          <a:xfrm>
            <a:off x="5800187" y="399930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C028AB6-D383-483A-88E0-D89A4A6BAFEF}"/>
              </a:ext>
            </a:extLst>
          </p:cNvPr>
          <p:cNvSpPr/>
          <p:nvPr/>
        </p:nvSpPr>
        <p:spPr bwMode="auto">
          <a:xfrm>
            <a:off x="5678637" y="496963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9C4FEFE-07CA-4EE7-9D04-C7387524176D}"/>
              </a:ext>
            </a:extLst>
          </p:cNvPr>
          <p:cNvSpPr txBox="1"/>
          <p:nvPr/>
        </p:nvSpPr>
        <p:spPr>
          <a:xfrm>
            <a:off x="7480368" y="3651627"/>
            <a:ext cx="420308" cy="56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32D4A90C-B182-482D-9934-5CD92B32CDCC}"/>
              </a:ext>
            </a:extLst>
          </p:cNvPr>
          <p:cNvSpPr/>
          <p:nvPr/>
        </p:nvSpPr>
        <p:spPr bwMode="auto">
          <a:xfrm>
            <a:off x="7922191" y="3799791"/>
            <a:ext cx="322217" cy="252548"/>
          </a:xfrm>
          <a:custGeom>
            <a:avLst/>
            <a:gdLst>
              <a:gd name="connsiteX0" fmla="*/ 0 w 322217"/>
              <a:gd name="connsiteY0" fmla="*/ 0 h 252548"/>
              <a:gd name="connsiteX1" fmla="*/ 217714 w 322217"/>
              <a:gd name="connsiteY1" fmla="*/ 43543 h 252548"/>
              <a:gd name="connsiteX2" fmla="*/ 322217 w 322217"/>
              <a:gd name="connsiteY2" fmla="*/ 252548 h 252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2217" h="252548">
                <a:moveTo>
                  <a:pt x="0" y="0"/>
                </a:moveTo>
                <a:cubicBezTo>
                  <a:pt x="82005" y="726"/>
                  <a:pt x="164011" y="1452"/>
                  <a:pt x="217714" y="43543"/>
                </a:cubicBezTo>
                <a:cubicBezTo>
                  <a:pt x="271417" y="85634"/>
                  <a:pt x="296817" y="169091"/>
                  <a:pt x="322217" y="252548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oval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4E436EAE-3382-4B99-AF3F-8ADF068BF813}"/>
              </a:ext>
            </a:extLst>
          </p:cNvPr>
          <p:cNvSpPr/>
          <p:nvPr/>
        </p:nvSpPr>
        <p:spPr bwMode="auto">
          <a:xfrm>
            <a:off x="7060043" y="4113299"/>
            <a:ext cx="409302" cy="269966"/>
          </a:xfrm>
          <a:custGeom>
            <a:avLst/>
            <a:gdLst>
              <a:gd name="connsiteX0" fmla="*/ 409302 w 409302"/>
              <a:gd name="connsiteY0" fmla="*/ 0 h 269966"/>
              <a:gd name="connsiteX1" fmla="*/ 148045 w 409302"/>
              <a:gd name="connsiteY1" fmla="*/ 52252 h 269966"/>
              <a:gd name="connsiteX2" fmla="*/ 0 w 409302"/>
              <a:gd name="connsiteY2" fmla="*/ 269966 h 2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302" h="269966">
                <a:moveTo>
                  <a:pt x="409302" y="0"/>
                </a:moveTo>
                <a:cubicBezTo>
                  <a:pt x="312782" y="3629"/>
                  <a:pt x="216262" y="7258"/>
                  <a:pt x="148045" y="52252"/>
                </a:cubicBezTo>
                <a:cubicBezTo>
                  <a:pt x="79828" y="97246"/>
                  <a:pt x="39914" y="183606"/>
                  <a:pt x="0" y="26996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C6F1530-C2C2-41B1-953F-4874713F9BA1}"/>
              </a:ext>
            </a:extLst>
          </p:cNvPr>
          <p:cNvSpPr txBox="1"/>
          <p:nvPr/>
        </p:nvSpPr>
        <p:spPr>
          <a:xfrm>
            <a:off x="6319127" y="2996952"/>
            <a:ext cx="14255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10 (raiz)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5CD69A0-0454-4B04-AE66-E73A90575430}"/>
              </a:ext>
            </a:extLst>
          </p:cNvPr>
          <p:cNvSpPr txBox="1"/>
          <p:nvPr/>
        </p:nvSpPr>
        <p:spPr>
          <a:xfrm>
            <a:off x="6673972" y="4251499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8726B8EE-D15D-4E5C-84EE-9F342A8BA57F}"/>
              </a:ext>
            </a:extLst>
          </p:cNvPr>
          <p:cNvSpPr/>
          <p:nvPr/>
        </p:nvSpPr>
        <p:spPr bwMode="auto">
          <a:xfrm>
            <a:off x="5515632" y="4162697"/>
            <a:ext cx="301694" cy="757646"/>
          </a:xfrm>
          <a:custGeom>
            <a:avLst/>
            <a:gdLst>
              <a:gd name="connsiteX0" fmla="*/ 301694 w 301694"/>
              <a:gd name="connsiteY0" fmla="*/ 0 h 757646"/>
              <a:gd name="connsiteX1" fmla="*/ 5602 w 301694"/>
              <a:gd name="connsiteY1" fmla="*/ 209006 h 757646"/>
              <a:gd name="connsiteX2" fmla="*/ 136231 w 301694"/>
              <a:gd name="connsiteY2" fmla="*/ 757646 h 75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694" h="757646">
                <a:moveTo>
                  <a:pt x="301694" y="0"/>
                </a:moveTo>
                <a:cubicBezTo>
                  <a:pt x="167436" y="41366"/>
                  <a:pt x="33179" y="82732"/>
                  <a:pt x="5602" y="209006"/>
                </a:cubicBezTo>
                <a:cubicBezTo>
                  <a:pt x="-21975" y="335280"/>
                  <a:pt x="57128" y="546463"/>
                  <a:pt x="136231" y="75764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3737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2º caso: nó só tem filho à direita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DFA5BE6-2828-4E62-BE4E-2A0B9A02A0C1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70B6784-6B8B-457C-9B82-24DCE5DC54A2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F39E125A-ADD8-4042-B7F6-86BDBF75ABFA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2E7AE09-7827-4155-9871-CE1F27E9A68B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B811A23-52AD-43BA-9CE1-C3E444059CED}"/>
              </a:ext>
            </a:extLst>
          </p:cNvPr>
          <p:cNvCxnSpPr>
            <a:cxnSpLocks/>
            <a:stCxn id="47" idx="3"/>
            <a:endCxn id="48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3754D7FB-E811-4E8F-AAB4-702FB6B82389}"/>
              </a:ext>
            </a:extLst>
          </p:cNvPr>
          <p:cNvCxnSpPr>
            <a:stCxn id="48" idx="3"/>
            <a:endCxn id="49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DB02C1A8-5E68-4FC4-B289-CE8CA540730C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518CCF94-C59C-4D2A-9D0C-9ED6A5084DFA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89559A7-4C6E-43A3-B7E5-BCBCB491496A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8C50C29E-452D-4E5F-A99C-5F4100037824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4A3D2F9-FEE9-43CA-AD26-CDA6191AD003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80C186A9-237A-41A5-9F7C-D0A91AADAA24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08E2BDF2-8563-4B6A-A600-268DACD1AAFB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F3F1E48F-DE0F-41E3-B2C4-E2C973A847CA}"/>
              </a:ext>
            </a:extLst>
          </p:cNvPr>
          <p:cNvCxnSpPr>
            <a:stCxn id="56" idx="3"/>
            <a:endCxn id="58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F6E221B5-C8E9-49BD-BD63-33D86FA51357}"/>
              </a:ext>
            </a:extLst>
          </p:cNvPr>
          <p:cNvCxnSpPr>
            <a:stCxn id="56" idx="1"/>
            <a:endCxn id="59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3329D86D-49BD-4538-B871-1F9F38D4EAAC}"/>
              </a:ext>
            </a:extLst>
          </p:cNvPr>
          <p:cNvCxnSpPr>
            <a:stCxn id="47" idx="1"/>
            <a:endCxn id="56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Retângulo 62">
            <a:extLst>
              <a:ext uri="{FF2B5EF4-FFF2-40B4-BE49-F238E27FC236}">
                <a16:creationId xmlns:a16="http://schemas.microsoft.com/office/drawing/2014/main" id="{9A9C99DD-3911-4B5C-A4D8-1C4139DA64CB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8F3B3E58-F494-4E95-BF0E-07337D675E0C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FDD886FA-0345-4761-9F50-140DB3773C2F}"/>
              </a:ext>
            </a:extLst>
          </p:cNvPr>
          <p:cNvCxnSpPr>
            <a:stCxn id="57" idx="1"/>
            <a:endCxn id="64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66B75C4C-4E71-4082-8E58-92607102C971}"/>
              </a:ext>
            </a:extLst>
          </p:cNvPr>
          <p:cNvCxnSpPr>
            <a:stCxn id="57" idx="3"/>
            <a:endCxn id="63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Retângulo 66">
            <a:extLst>
              <a:ext uri="{FF2B5EF4-FFF2-40B4-BE49-F238E27FC236}">
                <a16:creationId xmlns:a16="http://schemas.microsoft.com/office/drawing/2014/main" id="{D236CEF6-6900-4BE9-8B11-FA19CE4079E4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68" name="Conector: Angulado 67">
            <a:extLst>
              <a:ext uri="{FF2B5EF4-FFF2-40B4-BE49-F238E27FC236}">
                <a16:creationId xmlns:a16="http://schemas.microsoft.com/office/drawing/2014/main" id="{F7D801C9-13BD-47D1-AD06-091CE6F26C2C}"/>
              </a:ext>
            </a:extLst>
          </p:cNvPr>
          <p:cNvCxnSpPr>
            <a:stCxn id="63" idx="3"/>
            <a:endCxn id="67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19365B3B-57FB-4BB9-B483-2CA1361FC908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14F744E8-1A93-4633-92A0-F0E04562624B}"/>
              </a:ext>
            </a:extLst>
          </p:cNvPr>
          <p:cNvCxnSpPr>
            <a:stCxn id="49" idx="1"/>
            <a:endCxn id="69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42272376-6E44-4878-9DF7-394F5FAAB452}"/>
              </a:ext>
            </a:extLst>
          </p:cNvPr>
          <p:cNvCxnSpPr>
            <a:cxnSpLocks/>
            <a:stCxn id="48" idx="1"/>
            <a:endCxn id="57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E234F7-C718-4F02-8A91-E25AB611C7C7}"/>
              </a:ext>
            </a:extLst>
          </p:cNvPr>
          <p:cNvSpPr txBox="1"/>
          <p:nvPr/>
        </p:nvSpPr>
        <p:spPr>
          <a:xfrm>
            <a:off x="6319127" y="2996952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16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498875A6-C122-4D3A-8101-9D9F3B9BE5BA}"/>
              </a:ext>
            </a:extLst>
          </p:cNvPr>
          <p:cNvSpPr txBox="1"/>
          <p:nvPr/>
        </p:nvSpPr>
        <p:spPr>
          <a:xfrm>
            <a:off x="6059904" y="4382665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ED0F4478-C170-4BC5-B0DB-943D9D1DB07C}"/>
              </a:ext>
            </a:extLst>
          </p:cNvPr>
          <p:cNvSpPr txBox="1"/>
          <p:nvPr/>
        </p:nvSpPr>
        <p:spPr>
          <a:xfrm>
            <a:off x="6560061" y="579778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7E3471DF-A44E-4CD8-BA96-6B8CA1841D3C}"/>
              </a:ext>
            </a:extLst>
          </p:cNvPr>
          <p:cNvSpPr/>
          <p:nvPr/>
        </p:nvSpPr>
        <p:spPr bwMode="auto">
          <a:xfrm>
            <a:off x="6278880" y="4676503"/>
            <a:ext cx="235131" cy="278674"/>
          </a:xfrm>
          <a:custGeom>
            <a:avLst/>
            <a:gdLst>
              <a:gd name="connsiteX0" fmla="*/ 0 w 235131"/>
              <a:gd name="connsiteY0" fmla="*/ 0 h 278674"/>
              <a:gd name="connsiteX1" fmla="*/ 52251 w 235131"/>
              <a:gd name="connsiteY1" fmla="*/ 191588 h 278674"/>
              <a:gd name="connsiteX2" fmla="*/ 235131 w 235131"/>
              <a:gd name="connsiteY2" fmla="*/ 278674 h 278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131" h="278674">
                <a:moveTo>
                  <a:pt x="0" y="0"/>
                </a:moveTo>
                <a:cubicBezTo>
                  <a:pt x="6531" y="72571"/>
                  <a:pt x="13063" y="145142"/>
                  <a:pt x="52251" y="191588"/>
                </a:cubicBezTo>
                <a:cubicBezTo>
                  <a:pt x="91440" y="238034"/>
                  <a:pt x="163285" y="258354"/>
                  <a:pt x="235131" y="27867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48483D58-A70F-457F-9D75-6EF032CB1501}"/>
              </a:ext>
            </a:extLst>
          </p:cNvPr>
          <p:cNvSpPr/>
          <p:nvPr/>
        </p:nvSpPr>
        <p:spPr bwMode="auto">
          <a:xfrm>
            <a:off x="6801394" y="5773783"/>
            <a:ext cx="296092" cy="182880"/>
          </a:xfrm>
          <a:custGeom>
            <a:avLst/>
            <a:gdLst>
              <a:gd name="connsiteX0" fmla="*/ 0 w 296092"/>
              <a:gd name="connsiteY0" fmla="*/ 182880 h 182880"/>
              <a:gd name="connsiteX1" fmla="*/ 209006 w 296092"/>
              <a:gd name="connsiteY1" fmla="*/ 148046 h 182880"/>
              <a:gd name="connsiteX2" fmla="*/ 296092 w 296092"/>
              <a:gd name="connsiteY2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092" h="182880">
                <a:moveTo>
                  <a:pt x="0" y="182880"/>
                </a:moveTo>
                <a:cubicBezTo>
                  <a:pt x="79828" y="180703"/>
                  <a:pt x="159657" y="178526"/>
                  <a:pt x="209006" y="148046"/>
                </a:cubicBezTo>
                <a:cubicBezTo>
                  <a:pt x="258355" y="117566"/>
                  <a:pt x="277223" y="58783"/>
                  <a:pt x="296092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5205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2º caso: nó só tem filho à direita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pai-&gt;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DFA5BE6-2828-4E62-BE4E-2A0B9A02A0C1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70B6784-6B8B-457C-9B82-24DCE5DC54A2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F39E125A-ADD8-4042-B7F6-86BDBF75ABFA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2E7AE09-7827-4155-9871-CE1F27E9A68B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B811A23-52AD-43BA-9CE1-C3E444059CED}"/>
              </a:ext>
            </a:extLst>
          </p:cNvPr>
          <p:cNvCxnSpPr>
            <a:cxnSpLocks/>
            <a:stCxn id="47" idx="3"/>
            <a:endCxn id="48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3754D7FB-E811-4E8F-AAB4-702FB6B82389}"/>
              </a:ext>
            </a:extLst>
          </p:cNvPr>
          <p:cNvCxnSpPr>
            <a:stCxn id="48" idx="3"/>
            <a:endCxn id="49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DB02C1A8-5E68-4FC4-B289-CE8CA540730C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518CCF94-C59C-4D2A-9D0C-9ED6A5084DFA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89559A7-4C6E-43A3-B7E5-BCBCB491496A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8C50C29E-452D-4E5F-A99C-5F4100037824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4A3D2F9-FEE9-43CA-AD26-CDA6191AD003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80C186A9-237A-41A5-9F7C-D0A91AADAA24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08E2BDF2-8563-4B6A-A600-268DACD1AAFB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F3F1E48F-DE0F-41E3-B2C4-E2C973A847CA}"/>
              </a:ext>
            </a:extLst>
          </p:cNvPr>
          <p:cNvCxnSpPr>
            <a:stCxn id="56" idx="3"/>
            <a:endCxn id="58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F6E221B5-C8E9-49BD-BD63-33D86FA51357}"/>
              </a:ext>
            </a:extLst>
          </p:cNvPr>
          <p:cNvCxnSpPr>
            <a:stCxn id="56" idx="1"/>
            <a:endCxn id="59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3329D86D-49BD-4538-B871-1F9F38D4EAAC}"/>
              </a:ext>
            </a:extLst>
          </p:cNvPr>
          <p:cNvCxnSpPr>
            <a:stCxn id="47" idx="1"/>
            <a:endCxn id="56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Retângulo 62">
            <a:extLst>
              <a:ext uri="{FF2B5EF4-FFF2-40B4-BE49-F238E27FC236}">
                <a16:creationId xmlns:a16="http://schemas.microsoft.com/office/drawing/2014/main" id="{9A9C99DD-3911-4B5C-A4D8-1C4139DA64CB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8F3B3E58-F494-4E95-BF0E-07337D675E0C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FDD886FA-0345-4761-9F50-140DB3773C2F}"/>
              </a:ext>
            </a:extLst>
          </p:cNvPr>
          <p:cNvCxnSpPr>
            <a:stCxn id="57" idx="1"/>
            <a:endCxn id="64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66B75C4C-4E71-4082-8E58-92607102C971}"/>
              </a:ext>
            </a:extLst>
          </p:cNvPr>
          <p:cNvCxnSpPr>
            <a:cxnSpLocks/>
            <a:stCxn id="57" idx="3"/>
          </p:cNvCxnSpPr>
          <p:nvPr/>
        </p:nvCxnSpPr>
        <p:spPr bwMode="auto">
          <a:xfrm>
            <a:off x="6896795" y="5038915"/>
            <a:ext cx="831905" cy="838357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Retângulo 66">
            <a:extLst>
              <a:ext uri="{FF2B5EF4-FFF2-40B4-BE49-F238E27FC236}">
                <a16:creationId xmlns:a16="http://schemas.microsoft.com/office/drawing/2014/main" id="{D236CEF6-6900-4BE9-8B11-FA19CE4079E4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68" name="Conector: Angulado 67">
            <a:extLst>
              <a:ext uri="{FF2B5EF4-FFF2-40B4-BE49-F238E27FC236}">
                <a16:creationId xmlns:a16="http://schemas.microsoft.com/office/drawing/2014/main" id="{F7D801C9-13BD-47D1-AD06-091CE6F26C2C}"/>
              </a:ext>
            </a:extLst>
          </p:cNvPr>
          <p:cNvCxnSpPr>
            <a:stCxn id="63" idx="3"/>
            <a:endCxn id="67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9" name="Retângulo 68">
            <a:extLst>
              <a:ext uri="{FF2B5EF4-FFF2-40B4-BE49-F238E27FC236}">
                <a16:creationId xmlns:a16="http://schemas.microsoft.com/office/drawing/2014/main" id="{19365B3B-57FB-4BB9-B483-2CA1361FC908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14F744E8-1A93-4633-92A0-F0E04562624B}"/>
              </a:ext>
            </a:extLst>
          </p:cNvPr>
          <p:cNvCxnSpPr>
            <a:stCxn id="49" idx="1"/>
            <a:endCxn id="69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42272376-6E44-4878-9DF7-394F5FAAB452}"/>
              </a:ext>
            </a:extLst>
          </p:cNvPr>
          <p:cNvCxnSpPr>
            <a:cxnSpLocks/>
            <a:stCxn id="48" idx="1"/>
            <a:endCxn id="57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E234F7-C718-4F02-8A91-E25AB611C7C7}"/>
              </a:ext>
            </a:extLst>
          </p:cNvPr>
          <p:cNvSpPr txBox="1"/>
          <p:nvPr/>
        </p:nvSpPr>
        <p:spPr>
          <a:xfrm>
            <a:off x="6319127" y="2996952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16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498875A6-C122-4D3A-8101-9D9F3B9BE5BA}"/>
              </a:ext>
            </a:extLst>
          </p:cNvPr>
          <p:cNvSpPr txBox="1"/>
          <p:nvPr/>
        </p:nvSpPr>
        <p:spPr>
          <a:xfrm>
            <a:off x="6059904" y="4382665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ED0F4478-C170-4BC5-B0DB-943D9D1DB07C}"/>
              </a:ext>
            </a:extLst>
          </p:cNvPr>
          <p:cNvSpPr txBox="1"/>
          <p:nvPr/>
        </p:nvSpPr>
        <p:spPr>
          <a:xfrm>
            <a:off x="6560061" y="579778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7E3471DF-A44E-4CD8-BA96-6B8CA1841D3C}"/>
              </a:ext>
            </a:extLst>
          </p:cNvPr>
          <p:cNvSpPr/>
          <p:nvPr/>
        </p:nvSpPr>
        <p:spPr bwMode="auto">
          <a:xfrm>
            <a:off x="6278880" y="4676503"/>
            <a:ext cx="235131" cy="278674"/>
          </a:xfrm>
          <a:custGeom>
            <a:avLst/>
            <a:gdLst>
              <a:gd name="connsiteX0" fmla="*/ 0 w 235131"/>
              <a:gd name="connsiteY0" fmla="*/ 0 h 278674"/>
              <a:gd name="connsiteX1" fmla="*/ 52251 w 235131"/>
              <a:gd name="connsiteY1" fmla="*/ 191588 h 278674"/>
              <a:gd name="connsiteX2" fmla="*/ 235131 w 235131"/>
              <a:gd name="connsiteY2" fmla="*/ 278674 h 278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131" h="278674">
                <a:moveTo>
                  <a:pt x="0" y="0"/>
                </a:moveTo>
                <a:cubicBezTo>
                  <a:pt x="6531" y="72571"/>
                  <a:pt x="13063" y="145142"/>
                  <a:pt x="52251" y="191588"/>
                </a:cubicBezTo>
                <a:cubicBezTo>
                  <a:pt x="91440" y="238034"/>
                  <a:pt x="163285" y="258354"/>
                  <a:pt x="235131" y="27867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48483D58-A70F-457F-9D75-6EF032CB1501}"/>
              </a:ext>
            </a:extLst>
          </p:cNvPr>
          <p:cNvSpPr/>
          <p:nvPr/>
        </p:nvSpPr>
        <p:spPr bwMode="auto">
          <a:xfrm>
            <a:off x="6801394" y="5773783"/>
            <a:ext cx="296092" cy="182880"/>
          </a:xfrm>
          <a:custGeom>
            <a:avLst/>
            <a:gdLst>
              <a:gd name="connsiteX0" fmla="*/ 0 w 296092"/>
              <a:gd name="connsiteY0" fmla="*/ 182880 h 182880"/>
              <a:gd name="connsiteX1" fmla="*/ 209006 w 296092"/>
              <a:gd name="connsiteY1" fmla="*/ 148046 h 182880"/>
              <a:gd name="connsiteX2" fmla="*/ 296092 w 296092"/>
              <a:gd name="connsiteY2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092" h="182880">
                <a:moveTo>
                  <a:pt x="0" y="182880"/>
                </a:moveTo>
                <a:cubicBezTo>
                  <a:pt x="79828" y="180703"/>
                  <a:pt x="159657" y="178526"/>
                  <a:pt x="209006" y="148046"/>
                </a:cubicBezTo>
                <a:cubicBezTo>
                  <a:pt x="258355" y="117566"/>
                  <a:pt x="277223" y="58783"/>
                  <a:pt x="296092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146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2º caso: nó só tem filho à direita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 == NULL)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r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p)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1400" b="1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pai-&gt;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DFA5BE6-2828-4E62-BE4E-2A0B9A02A0C1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E70B6784-6B8B-457C-9B82-24DCE5DC54A2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F39E125A-ADD8-4042-B7F6-86BDBF75ABFA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2E7AE09-7827-4155-9871-CE1F27E9A68B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BB811A23-52AD-43BA-9CE1-C3E444059CED}"/>
              </a:ext>
            </a:extLst>
          </p:cNvPr>
          <p:cNvCxnSpPr>
            <a:cxnSpLocks/>
            <a:stCxn id="47" idx="3"/>
            <a:endCxn id="48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3754D7FB-E811-4E8F-AAB4-702FB6B82389}"/>
              </a:ext>
            </a:extLst>
          </p:cNvPr>
          <p:cNvCxnSpPr>
            <a:stCxn id="48" idx="3"/>
            <a:endCxn id="49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DB02C1A8-5E68-4FC4-B289-CE8CA540730C}"/>
              </a:ext>
            </a:extLst>
          </p:cNvPr>
          <p:cNvCxnSpPr>
            <a:stCxn id="49" idx="3"/>
            <a:endCxn id="50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518CCF94-C59C-4D2A-9D0C-9ED6A5084DFA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89559A7-4C6E-43A3-B7E5-BCBCB491496A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8C50C29E-452D-4E5F-A99C-5F4100037824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14A3D2F9-FEE9-43CA-AD26-CDA6191AD003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80C186A9-237A-41A5-9F7C-D0A91AADAA24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08E2BDF2-8563-4B6A-A600-268DACD1AAFB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F3F1E48F-DE0F-41E3-B2C4-E2C973A847CA}"/>
              </a:ext>
            </a:extLst>
          </p:cNvPr>
          <p:cNvCxnSpPr>
            <a:stCxn id="56" idx="3"/>
            <a:endCxn id="58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F6E221B5-C8E9-49BD-BD63-33D86FA51357}"/>
              </a:ext>
            </a:extLst>
          </p:cNvPr>
          <p:cNvCxnSpPr>
            <a:stCxn id="56" idx="1"/>
            <a:endCxn id="59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3329D86D-49BD-4538-B871-1F9F38D4EAAC}"/>
              </a:ext>
            </a:extLst>
          </p:cNvPr>
          <p:cNvCxnSpPr>
            <a:stCxn id="47" idx="1"/>
            <a:endCxn id="56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Retângulo 62">
            <a:extLst>
              <a:ext uri="{FF2B5EF4-FFF2-40B4-BE49-F238E27FC236}">
                <a16:creationId xmlns:a16="http://schemas.microsoft.com/office/drawing/2014/main" id="{9A9C99DD-3911-4B5C-A4D8-1C4139DA64CB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8F3B3E58-F494-4E95-BF0E-07337D675E0C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FDD886FA-0345-4761-9F50-140DB3773C2F}"/>
              </a:ext>
            </a:extLst>
          </p:cNvPr>
          <p:cNvCxnSpPr>
            <a:stCxn id="57" idx="1"/>
            <a:endCxn id="64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66B75C4C-4E71-4082-8E58-92607102C971}"/>
              </a:ext>
            </a:extLst>
          </p:cNvPr>
          <p:cNvCxnSpPr>
            <a:cxnSpLocks/>
            <a:stCxn id="57" idx="3"/>
            <a:endCxn id="67" idx="0"/>
          </p:cNvCxnSpPr>
          <p:nvPr/>
        </p:nvCxnSpPr>
        <p:spPr bwMode="auto">
          <a:xfrm>
            <a:off x="6896795" y="5038915"/>
            <a:ext cx="663537" cy="838357"/>
          </a:xfrm>
          <a:prstGeom prst="bentConnector2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7" name="Retângulo 66">
            <a:extLst>
              <a:ext uri="{FF2B5EF4-FFF2-40B4-BE49-F238E27FC236}">
                <a16:creationId xmlns:a16="http://schemas.microsoft.com/office/drawing/2014/main" id="{D236CEF6-6900-4BE9-8B11-FA19CE4079E4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19365B3B-57FB-4BB9-B483-2CA1361FC908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14F744E8-1A93-4633-92A0-F0E04562624B}"/>
              </a:ext>
            </a:extLst>
          </p:cNvPr>
          <p:cNvCxnSpPr>
            <a:stCxn id="49" idx="1"/>
            <a:endCxn id="69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42272376-6E44-4878-9DF7-394F5FAAB452}"/>
              </a:ext>
            </a:extLst>
          </p:cNvPr>
          <p:cNvCxnSpPr>
            <a:cxnSpLocks/>
            <a:stCxn id="48" idx="1"/>
            <a:endCxn id="57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E234F7-C718-4F02-8A91-E25AB611C7C7}"/>
              </a:ext>
            </a:extLst>
          </p:cNvPr>
          <p:cNvSpPr txBox="1"/>
          <p:nvPr/>
        </p:nvSpPr>
        <p:spPr>
          <a:xfrm>
            <a:off x="6319127" y="2996952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16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498875A6-C122-4D3A-8101-9D9F3B9BE5BA}"/>
              </a:ext>
            </a:extLst>
          </p:cNvPr>
          <p:cNvSpPr txBox="1"/>
          <p:nvPr/>
        </p:nvSpPr>
        <p:spPr>
          <a:xfrm>
            <a:off x="6059904" y="4382665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ED0F4478-C170-4BC5-B0DB-943D9D1DB07C}"/>
              </a:ext>
            </a:extLst>
          </p:cNvPr>
          <p:cNvSpPr txBox="1"/>
          <p:nvPr/>
        </p:nvSpPr>
        <p:spPr>
          <a:xfrm>
            <a:off x="6560061" y="579778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7E3471DF-A44E-4CD8-BA96-6B8CA1841D3C}"/>
              </a:ext>
            </a:extLst>
          </p:cNvPr>
          <p:cNvSpPr/>
          <p:nvPr/>
        </p:nvSpPr>
        <p:spPr bwMode="auto">
          <a:xfrm>
            <a:off x="6278880" y="4676503"/>
            <a:ext cx="235131" cy="278674"/>
          </a:xfrm>
          <a:custGeom>
            <a:avLst/>
            <a:gdLst>
              <a:gd name="connsiteX0" fmla="*/ 0 w 235131"/>
              <a:gd name="connsiteY0" fmla="*/ 0 h 278674"/>
              <a:gd name="connsiteX1" fmla="*/ 52251 w 235131"/>
              <a:gd name="connsiteY1" fmla="*/ 191588 h 278674"/>
              <a:gd name="connsiteX2" fmla="*/ 235131 w 235131"/>
              <a:gd name="connsiteY2" fmla="*/ 278674 h 278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131" h="278674">
                <a:moveTo>
                  <a:pt x="0" y="0"/>
                </a:moveTo>
                <a:cubicBezTo>
                  <a:pt x="6531" y="72571"/>
                  <a:pt x="13063" y="145142"/>
                  <a:pt x="52251" y="191588"/>
                </a:cubicBezTo>
                <a:cubicBezTo>
                  <a:pt x="91440" y="238034"/>
                  <a:pt x="163285" y="258354"/>
                  <a:pt x="235131" y="278674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48483D58-A70F-457F-9D75-6EF032CB1501}"/>
              </a:ext>
            </a:extLst>
          </p:cNvPr>
          <p:cNvSpPr/>
          <p:nvPr/>
        </p:nvSpPr>
        <p:spPr bwMode="auto">
          <a:xfrm>
            <a:off x="6801394" y="5773783"/>
            <a:ext cx="296092" cy="182880"/>
          </a:xfrm>
          <a:custGeom>
            <a:avLst/>
            <a:gdLst>
              <a:gd name="connsiteX0" fmla="*/ 0 w 296092"/>
              <a:gd name="connsiteY0" fmla="*/ 182880 h 182880"/>
              <a:gd name="connsiteX1" fmla="*/ 209006 w 296092"/>
              <a:gd name="connsiteY1" fmla="*/ 148046 h 182880"/>
              <a:gd name="connsiteX2" fmla="*/ 296092 w 296092"/>
              <a:gd name="connsiteY2" fmla="*/ 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092" h="182880">
                <a:moveTo>
                  <a:pt x="0" y="182880"/>
                </a:moveTo>
                <a:cubicBezTo>
                  <a:pt x="79828" y="180703"/>
                  <a:pt x="159657" y="178526"/>
                  <a:pt x="209006" y="148046"/>
                </a:cubicBezTo>
                <a:cubicBezTo>
                  <a:pt x="258355" y="117566"/>
                  <a:pt x="277223" y="58783"/>
                  <a:pt x="296092" y="0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5F86C29-B134-4AEF-940A-812544D04D5A}"/>
              </a:ext>
            </a:extLst>
          </p:cNvPr>
          <p:cNvSpPr txBox="1"/>
          <p:nvPr/>
        </p:nvSpPr>
        <p:spPr>
          <a:xfrm>
            <a:off x="6876255" y="5156579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0291594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A579DD72-E01F-42CC-BC1E-360B4D42F233}"/>
              </a:ext>
            </a:extLst>
          </p:cNvPr>
          <p:cNvSpPr/>
          <p:nvPr/>
        </p:nvSpPr>
        <p:spPr bwMode="auto">
          <a:xfrm>
            <a:off x="6052457" y="4667794"/>
            <a:ext cx="1863634" cy="1767840"/>
          </a:xfrm>
          <a:custGeom>
            <a:avLst/>
            <a:gdLst>
              <a:gd name="connsiteX0" fmla="*/ 435429 w 1863634"/>
              <a:gd name="connsiteY0" fmla="*/ 52252 h 1767840"/>
              <a:gd name="connsiteX1" fmla="*/ 435429 w 1863634"/>
              <a:gd name="connsiteY1" fmla="*/ 52252 h 1767840"/>
              <a:gd name="connsiteX2" fmla="*/ 357052 w 1863634"/>
              <a:gd name="connsiteY2" fmla="*/ 130629 h 1767840"/>
              <a:gd name="connsiteX3" fmla="*/ 348343 w 1863634"/>
              <a:gd name="connsiteY3" fmla="*/ 156755 h 1767840"/>
              <a:gd name="connsiteX4" fmla="*/ 296092 w 1863634"/>
              <a:gd name="connsiteY4" fmla="*/ 200297 h 1767840"/>
              <a:gd name="connsiteX5" fmla="*/ 278674 w 1863634"/>
              <a:gd name="connsiteY5" fmla="*/ 217715 h 1767840"/>
              <a:gd name="connsiteX6" fmla="*/ 269966 w 1863634"/>
              <a:gd name="connsiteY6" fmla="*/ 243840 h 1767840"/>
              <a:gd name="connsiteX7" fmla="*/ 252549 w 1863634"/>
              <a:gd name="connsiteY7" fmla="*/ 269966 h 1767840"/>
              <a:gd name="connsiteX8" fmla="*/ 235132 w 1863634"/>
              <a:gd name="connsiteY8" fmla="*/ 339635 h 1767840"/>
              <a:gd name="connsiteX9" fmla="*/ 217714 w 1863634"/>
              <a:gd name="connsiteY9" fmla="*/ 374469 h 1767840"/>
              <a:gd name="connsiteX10" fmla="*/ 209006 w 1863634"/>
              <a:gd name="connsiteY10" fmla="*/ 400595 h 1767840"/>
              <a:gd name="connsiteX11" fmla="*/ 156754 w 1863634"/>
              <a:gd name="connsiteY11" fmla="*/ 470263 h 1767840"/>
              <a:gd name="connsiteX12" fmla="*/ 139337 w 1863634"/>
              <a:gd name="connsiteY12" fmla="*/ 522515 h 1767840"/>
              <a:gd name="connsiteX13" fmla="*/ 130629 w 1863634"/>
              <a:gd name="connsiteY13" fmla="*/ 548640 h 1767840"/>
              <a:gd name="connsiteX14" fmla="*/ 113212 w 1863634"/>
              <a:gd name="connsiteY14" fmla="*/ 609600 h 1767840"/>
              <a:gd name="connsiteX15" fmla="*/ 95794 w 1863634"/>
              <a:gd name="connsiteY15" fmla="*/ 635726 h 1767840"/>
              <a:gd name="connsiteX16" fmla="*/ 87086 w 1863634"/>
              <a:gd name="connsiteY16" fmla="*/ 670560 h 1767840"/>
              <a:gd name="connsiteX17" fmla="*/ 60960 w 1863634"/>
              <a:gd name="connsiteY17" fmla="*/ 748937 h 1767840"/>
              <a:gd name="connsiteX18" fmla="*/ 26126 w 1863634"/>
              <a:gd name="connsiteY18" fmla="*/ 853440 h 1767840"/>
              <a:gd name="connsiteX19" fmla="*/ 17417 w 1863634"/>
              <a:gd name="connsiteY19" fmla="*/ 879566 h 1767840"/>
              <a:gd name="connsiteX20" fmla="*/ 0 w 1863634"/>
              <a:gd name="connsiteY20" fmla="*/ 949235 h 1767840"/>
              <a:gd name="connsiteX21" fmla="*/ 8709 w 1863634"/>
              <a:gd name="connsiteY21" fmla="*/ 1079863 h 1767840"/>
              <a:gd name="connsiteX22" fmla="*/ 26126 w 1863634"/>
              <a:gd name="connsiteY22" fmla="*/ 1297577 h 1767840"/>
              <a:gd name="connsiteX23" fmla="*/ 52252 w 1863634"/>
              <a:gd name="connsiteY23" fmla="*/ 1375955 h 1767840"/>
              <a:gd name="connsiteX24" fmla="*/ 60960 w 1863634"/>
              <a:gd name="connsiteY24" fmla="*/ 1402080 h 1767840"/>
              <a:gd name="connsiteX25" fmla="*/ 121920 w 1863634"/>
              <a:gd name="connsiteY25" fmla="*/ 1480457 h 1767840"/>
              <a:gd name="connsiteX26" fmla="*/ 165463 w 1863634"/>
              <a:gd name="connsiteY26" fmla="*/ 1550126 h 1767840"/>
              <a:gd name="connsiteX27" fmla="*/ 191589 w 1863634"/>
              <a:gd name="connsiteY27" fmla="*/ 1602377 h 1767840"/>
              <a:gd name="connsiteX28" fmla="*/ 226423 w 1863634"/>
              <a:gd name="connsiteY28" fmla="*/ 1611086 h 1767840"/>
              <a:gd name="connsiteX29" fmla="*/ 278674 w 1863634"/>
              <a:gd name="connsiteY29" fmla="*/ 1645920 h 1767840"/>
              <a:gd name="connsiteX30" fmla="*/ 296092 w 1863634"/>
              <a:gd name="connsiteY30" fmla="*/ 1663337 h 1767840"/>
              <a:gd name="connsiteX31" fmla="*/ 357052 w 1863634"/>
              <a:gd name="connsiteY31" fmla="*/ 1680755 h 1767840"/>
              <a:gd name="connsiteX32" fmla="*/ 409303 w 1863634"/>
              <a:gd name="connsiteY32" fmla="*/ 1698172 h 1767840"/>
              <a:gd name="connsiteX33" fmla="*/ 444137 w 1863634"/>
              <a:gd name="connsiteY33" fmla="*/ 1715589 h 1767840"/>
              <a:gd name="connsiteX34" fmla="*/ 592183 w 1863634"/>
              <a:gd name="connsiteY34" fmla="*/ 1724297 h 1767840"/>
              <a:gd name="connsiteX35" fmla="*/ 1088572 w 1863634"/>
              <a:gd name="connsiteY35" fmla="*/ 1741715 h 1767840"/>
              <a:gd name="connsiteX36" fmla="*/ 1227909 w 1863634"/>
              <a:gd name="connsiteY36" fmla="*/ 1759132 h 1767840"/>
              <a:gd name="connsiteX37" fmla="*/ 1314994 w 1863634"/>
              <a:gd name="connsiteY37" fmla="*/ 1767840 h 1767840"/>
              <a:gd name="connsiteX38" fmla="*/ 1506583 w 1863634"/>
              <a:gd name="connsiteY38" fmla="*/ 1759132 h 1767840"/>
              <a:gd name="connsiteX39" fmla="*/ 1541417 w 1863634"/>
              <a:gd name="connsiteY39" fmla="*/ 1750423 h 1767840"/>
              <a:gd name="connsiteX40" fmla="*/ 1672046 w 1863634"/>
              <a:gd name="connsiteY40" fmla="*/ 1741715 h 1767840"/>
              <a:gd name="connsiteX41" fmla="*/ 1750423 w 1863634"/>
              <a:gd name="connsiteY41" fmla="*/ 1706880 h 1767840"/>
              <a:gd name="connsiteX42" fmla="*/ 1767840 w 1863634"/>
              <a:gd name="connsiteY42" fmla="*/ 1680755 h 1767840"/>
              <a:gd name="connsiteX43" fmla="*/ 1802674 w 1863634"/>
              <a:gd name="connsiteY43" fmla="*/ 1637212 h 1767840"/>
              <a:gd name="connsiteX44" fmla="*/ 1811383 w 1863634"/>
              <a:gd name="connsiteY44" fmla="*/ 1611086 h 1767840"/>
              <a:gd name="connsiteX45" fmla="*/ 1828800 w 1863634"/>
              <a:gd name="connsiteY45" fmla="*/ 1584960 h 1767840"/>
              <a:gd name="connsiteX46" fmla="*/ 1846217 w 1863634"/>
              <a:gd name="connsiteY46" fmla="*/ 1532709 h 1767840"/>
              <a:gd name="connsiteX47" fmla="*/ 1863634 w 1863634"/>
              <a:gd name="connsiteY47" fmla="*/ 1463040 h 1767840"/>
              <a:gd name="connsiteX48" fmla="*/ 1854926 w 1863634"/>
              <a:gd name="connsiteY48" fmla="*/ 1375955 h 1767840"/>
              <a:gd name="connsiteX49" fmla="*/ 1820092 w 1863634"/>
              <a:gd name="connsiteY49" fmla="*/ 1297577 h 1767840"/>
              <a:gd name="connsiteX50" fmla="*/ 1793966 w 1863634"/>
              <a:gd name="connsiteY50" fmla="*/ 1245326 h 1767840"/>
              <a:gd name="connsiteX51" fmla="*/ 1767840 w 1863634"/>
              <a:gd name="connsiteY51" fmla="*/ 1175657 h 1767840"/>
              <a:gd name="connsiteX52" fmla="*/ 1750423 w 1863634"/>
              <a:gd name="connsiteY52" fmla="*/ 1123406 h 1767840"/>
              <a:gd name="connsiteX53" fmla="*/ 1733006 w 1863634"/>
              <a:gd name="connsiteY53" fmla="*/ 1097280 h 1767840"/>
              <a:gd name="connsiteX54" fmla="*/ 1715589 w 1863634"/>
              <a:gd name="connsiteY54" fmla="*/ 1045029 h 1767840"/>
              <a:gd name="connsiteX55" fmla="*/ 1706880 w 1863634"/>
              <a:gd name="connsiteY55" fmla="*/ 1018903 h 1767840"/>
              <a:gd name="connsiteX56" fmla="*/ 1689463 w 1863634"/>
              <a:gd name="connsiteY56" fmla="*/ 949235 h 1767840"/>
              <a:gd name="connsiteX57" fmla="*/ 1680754 w 1863634"/>
              <a:gd name="connsiteY57" fmla="*/ 923109 h 1767840"/>
              <a:gd name="connsiteX58" fmla="*/ 1663337 w 1863634"/>
              <a:gd name="connsiteY58" fmla="*/ 896983 h 1767840"/>
              <a:gd name="connsiteX59" fmla="*/ 1654629 w 1863634"/>
              <a:gd name="connsiteY59" fmla="*/ 870857 h 1767840"/>
              <a:gd name="connsiteX60" fmla="*/ 1645920 w 1863634"/>
              <a:gd name="connsiteY60" fmla="*/ 836023 h 1767840"/>
              <a:gd name="connsiteX61" fmla="*/ 1611086 w 1863634"/>
              <a:gd name="connsiteY61" fmla="*/ 783772 h 1767840"/>
              <a:gd name="connsiteX62" fmla="*/ 1584960 w 1863634"/>
              <a:gd name="connsiteY62" fmla="*/ 696686 h 1767840"/>
              <a:gd name="connsiteX63" fmla="*/ 1567543 w 1863634"/>
              <a:gd name="connsiteY63" fmla="*/ 670560 h 1767840"/>
              <a:gd name="connsiteX64" fmla="*/ 1541417 w 1863634"/>
              <a:gd name="connsiteY64" fmla="*/ 627017 h 1767840"/>
              <a:gd name="connsiteX65" fmla="*/ 1515292 w 1863634"/>
              <a:gd name="connsiteY65" fmla="*/ 574766 h 1767840"/>
              <a:gd name="connsiteX66" fmla="*/ 1506583 w 1863634"/>
              <a:gd name="connsiteY66" fmla="*/ 548640 h 1767840"/>
              <a:gd name="connsiteX67" fmla="*/ 1489166 w 1863634"/>
              <a:gd name="connsiteY67" fmla="*/ 522515 h 1767840"/>
              <a:gd name="connsiteX68" fmla="*/ 1463040 w 1863634"/>
              <a:gd name="connsiteY68" fmla="*/ 470263 h 1767840"/>
              <a:gd name="connsiteX69" fmla="*/ 1454332 w 1863634"/>
              <a:gd name="connsiteY69" fmla="*/ 444137 h 1767840"/>
              <a:gd name="connsiteX70" fmla="*/ 1419497 w 1863634"/>
              <a:gd name="connsiteY70" fmla="*/ 391886 h 1767840"/>
              <a:gd name="connsiteX71" fmla="*/ 1393372 w 1863634"/>
              <a:gd name="connsiteY71" fmla="*/ 339635 h 1767840"/>
              <a:gd name="connsiteX72" fmla="*/ 1375954 w 1863634"/>
              <a:gd name="connsiteY72" fmla="*/ 322217 h 1767840"/>
              <a:gd name="connsiteX73" fmla="*/ 1323703 w 1863634"/>
              <a:gd name="connsiteY73" fmla="*/ 243840 h 1767840"/>
              <a:gd name="connsiteX74" fmla="*/ 1306286 w 1863634"/>
              <a:gd name="connsiteY74" fmla="*/ 217715 h 1767840"/>
              <a:gd name="connsiteX75" fmla="*/ 1271452 w 1863634"/>
              <a:gd name="connsiteY75" fmla="*/ 174172 h 1767840"/>
              <a:gd name="connsiteX76" fmla="*/ 1236617 w 1863634"/>
              <a:gd name="connsiteY76" fmla="*/ 139337 h 1767840"/>
              <a:gd name="connsiteX77" fmla="*/ 1193074 w 1863634"/>
              <a:gd name="connsiteY77" fmla="*/ 95795 h 1767840"/>
              <a:gd name="connsiteX78" fmla="*/ 1175657 w 1863634"/>
              <a:gd name="connsiteY78" fmla="*/ 78377 h 1767840"/>
              <a:gd name="connsiteX79" fmla="*/ 1123406 w 1863634"/>
              <a:gd name="connsiteY79" fmla="*/ 60960 h 1767840"/>
              <a:gd name="connsiteX80" fmla="*/ 1071154 w 1863634"/>
              <a:gd name="connsiteY80" fmla="*/ 43543 h 1767840"/>
              <a:gd name="connsiteX81" fmla="*/ 1045029 w 1863634"/>
              <a:gd name="connsiteY81" fmla="*/ 34835 h 1767840"/>
              <a:gd name="connsiteX82" fmla="*/ 818606 w 1863634"/>
              <a:gd name="connsiteY82" fmla="*/ 17417 h 1767840"/>
              <a:gd name="connsiteX83" fmla="*/ 783772 w 1863634"/>
              <a:gd name="connsiteY83" fmla="*/ 8709 h 1767840"/>
              <a:gd name="connsiteX84" fmla="*/ 757646 w 1863634"/>
              <a:gd name="connsiteY84" fmla="*/ 0 h 1767840"/>
              <a:gd name="connsiteX85" fmla="*/ 548640 w 1863634"/>
              <a:gd name="connsiteY85" fmla="*/ 8709 h 1767840"/>
              <a:gd name="connsiteX86" fmla="*/ 505097 w 1863634"/>
              <a:gd name="connsiteY86" fmla="*/ 17417 h 1767840"/>
              <a:gd name="connsiteX87" fmla="*/ 452846 w 1863634"/>
              <a:gd name="connsiteY87" fmla="*/ 34835 h 1767840"/>
              <a:gd name="connsiteX88" fmla="*/ 435429 w 1863634"/>
              <a:gd name="connsiteY88" fmla="*/ 52252 h 1767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1863634" h="1767840">
                <a:moveTo>
                  <a:pt x="435429" y="52252"/>
                </a:moveTo>
                <a:lnTo>
                  <a:pt x="435429" y="52252"/>
                </a:lnTo>
                <a:cubicBezTo>
                  <a:pt x="409303" y="78378"/>
                  <a:pt x="368736" y="95578"/>
                  <a:pt x="357052" y="130629"/>
                </a:cubicBezTo>
                <a:cubicBezTo>
                  <a:pt x="354149" y="139338"/>
                  <a:pt x="353435" y="149117"/>
                  <a:pt x="348343" y="156755"/>
                </a:cubicBezTo>
                <a:cubicBezTo>
                  <a:pt x="330613" y="183350"/>
                  <a:pt x="319040" y="181938"/>
                  <a:pt x="296092" y="200297"/>
                </a:cubicBezTo>
                <a:cubicBezTo>
                  <a:pt x="289680" y="205426"/>
                  <a:pt x="284480" y="211909"/>
                  <a:pt x="278674" y="217715"/>
                </a:cubicBezTo>
                <a:cubicBezTo>
                  <a:pt x="275771" y="226423"/>
                  <a:pt x="274071" y="235630"/>
                  <a:pt x="269966" y="243840"/>
                </a:cubicBezTo>
                <a:cubicBezTo>
                  <a:pt x="265285" y="253202"/>
                  <a:pt x="256126" y="260130"/>
                  <a:pt x="252549" y="269966"/>
                </a:cubicBezTo>
                <a:cubicBezTo>
                  <a:pt x="244369" y="292463"/>
                  <a:pt x="245838" y="318225"/>
                  <a:pt x="235132" y="339635"/>
                </a:cubicBezTo>
                <a:cubicBezTo>
                  <a:pt x="229326" y="351246"/>
                  <a:pt x="222828" y="362537"/>
                  <a:pt x="217714" y="374469"/>
                </a:cubicBezTo>
                <a:cubicBezTo>
                  <a:pt x="214098" y="382906"/>
                  <a:pt x="213464" y="392570"/>
                  <a:pt x="209006" y="400595"/>
                </a:cubicBezTo>
                <a:cubicBezTo>
                  <a:pt x="184388" y="444908"/>
                  <a:pt x="183180" y="443838"/>
                  <a:pt x="156754" y="470263"/>
                </a:cubicBezTo>
                <a:lnTo>
                  <a:pt x="139337" y="522515"/>
                </a:lnTo>
                <a:cubicBezTo>
                  <a:pt x="136434" y="531223"/>
                  <a:pt x="132855" y="539735"/>
                  <a:pt x="130629" y="548640"/>
                </a:cubicBezTo>
                <a:cubicBezTo>
                  <a:pt x="127840" y="559796"/>
                  <a:pt x="119457" y="597110"/>
                  <a:pt x="113212" y="609600"/>
                </a:cubicBezTo>
                <a:cubicBezTo>
                  <a:pt x="108531" y="618962"/>
                  <a:pt x="101600" y="627017"/>
                  <a:pt x="95794" y="635726"/>
                </a:cubicBezTo>
                <a:cubicBezTo>
                  <a:pt x="92891" y="647337"/>
                  <a:pt x="90525" y="659096"/>
                  <a:pt x="87086" y="670560"/>
                </a:cubicBezTo>
                <a:cubicBezTo>
                  <a:pt x="87063" y="670638"/>
                  <a:pt x="65327" y="735835"/>
                  <a:pt x="60960" y="748937"/>
                </a:cubicBezTo>
                <a:lnTo>
                  <a:pt x="26126" y="853440"/>
                </a:lnTo>
                <a:cubicBezTo>
                  <a:pt x="23223" y="862149"/>
                  <a:pt x="19643" y="870660"/>
                  <a:pt x="17417" y="879566"/>
                </a:cubicBezTo>
                <a:lnTo>
                  <a:pt x="0" y="949235"/>
                </a:lnTo>
                <a:cubicBezTo>
                  <a:pt x="2903" y="992778"/>
                  <a:pt x="6219" y="1036295"/>
                  <a:pt x="8709" y="1079863"/>
                </a:cubicBezTo>
                <a:cubicBezTo>
                  <a:pt x="12254" y="1141895"/>
                  <a:pt x="7519" y="1229352"/>
                  <a:pt x="26126" y="1297577"/>
                </a:cubicBezTo>
                <a:cubicBezTo>
                  <a:pt x="26133" y="1297602"/>
                  <a:pt x="47894" y="1362880"/>
                  <a:pt x="52252" y="1375955"/>
                </a:cubicBezTo>
                <a:cubicBezTo>
                  <a:pt x="55155" y="1384663"/>
                  <a:pt x="54469" y="1395589"/>
                  <a:pt x="60960" y="1402080"/>
                </a:cubicBezTo>
                <a:cubicBezTo>
                  <a:pt x="83502" y="1424622"/>
                  <a:pt x="111504" y="1449208"/>
                  <a:pt x="121920" y="1480457"/>
                </a:cubicBezTo>
                <a:cubicBezTo>
                  <a:pt x="142647" y="1542638"/>
                  <a:pt x="124061" y="1522525"/>
                  <a:pt x="165463" y="1550126"/>
                </a:cubicBezTo>
                <a:cubicBezTo>
                  <a:pt x="170431" y="1565029"/>
                  <a:pt x="177119" y="1592730"/>
                  <a:pt x="191589" y="1602377"/>
                </a:cubicBezTo>
                <a:cubicBezTo>
                  <a:pt x="201548" y="1609016"/>
                  <a:pt x="214812" y="1608183"/>
                  <a:pt x="226423" y="1611086"/>
                </a:cubicBezTo>
                <a:cubicBezTo>
                  <a:pt x="243840" y="1622697"/>
                  <a:pt x="263872" y="1631119"/>
                  <a:pt x="278674" y="1645920"/>
                </a:cubicBezTo>
                <a:cubicBezTo>
                  <a:pt x="284480" y="1651726"/>
                  <a:pt x="289051" y="1659113"/>
                  <a:pt x="296092" y="1663337"/>
                </a:cubicBezTo>
                <a:cubicBezTo>
                  <a:pt x="305850" y="1669192"/>
                  <a:pt x="349458" y="1678477"/>
                  <a:pt x="357052" y="1680755"/>
                </a:cubicBezTo>
                <a:cubicBezTo>
                  <a:pt x="374637" y="1686030"/>
                  <a:pt x="392882" y="1689962"/>
                  <a:pt x="409303" y="1698172"/>
                </a:cubicBezTo>
                <a:cubicBezTo>
                  <a:pt x="420914" y="1703978"/>
                  <a:pt x="431286" y="1713753"/>
                  <a:pt x="444137" y="1715589"/>
                </a:cubicBezTo>
                <a:cubicBezTo>
                  <a:pt x="493074" y="1722580"/>
                  <a:pt x="542852" y="1721114"/>
                  <a:pt x="592183" y="1724297"/>
                </a:cubicBezTo>
                <a:cubicBezTo>
                  <a:pt x="879959" y="1742863"/>
                  <a:pt x="546759" y="1729114"/>
                  <a:pt x="1088572" y="1741715"/>
                </a:cubicBezTo>
                <a:cubicBezTo>
                  <a:pt x="1151812" y="1762794"/>
                  <a:pt x="1100563" y="1748059"/>
                  <a:pt x="1227909" y="1759132"/>
                </a:cubicBezTo>
                <a:cubicBezTo>
                  <a:pt x="1256972" y="1761659"/>
                  <a:pt x="1285966" y="1764937"/>
                  <a:pt x="1314994" y="1767840"/>
                </a:cubicBezTo>
                <a:cubicBezTo>
                  <a:pt x="1378857" y="1764937"/>
                  <a:pt x="1442842" y="1764035"/>
                  <a:pt x="1506583" y="1759132"/>
                </a:cubicBezTo>
                <a:cubicBezTo>
                  <a:pt x="1518516" y="1758214"/>
                  <a:pt x="1529514" y="1751676"/>
                  <a:pt x="1541417" y="1750423"/>
                </a:cubicBezTo>
                <a:cubicBezTo>
                  <a:pt x="1584817" y="1745855"/>
                  <a:pt x="1628503" y="1744618"/>
                  <a:pt x="1672046" y="1741715"/>
                </a:cubicBezTo>
                <a:cubicBezTo>
                  <a:pt x="1734226" y="1720987"/>
                  <a:pt x="1709021" y="1734481"/>
                  <a:pt x="1750423" y="1706880"/>
                </a:cubicBezTo>
                <a:cubicBezTo>
                  <a:pt x="1756229" y="1698172"/>
                  <a:pt x="1761302" y="1688928"/>
                  <a:pt x="1767840" y="1680755"/>
                </a:cubicBezTo>
                <a:cubicBezTo>
                  <a:pt x="1789437" y="1653758"/>
                  <a:pt x="1784807" y="1672945"/>
                  <a:pt x="1802674" y="1637212"/>
                </a:cubicBezTo>
                <a:cubicBezTo>
                  <a:pt x="1806779" y="1629001"/>
                  <a:pt x="1807278" y="1619297"/>
                  <a:pt x="1811383" y="1611086"/>
                </a:cubicBezTo>
                <a:cubicBezTo>
                  <a:pt x="1816064" y="1601725"/>
                  <a:pt x="1824549" y="1594524"/>
                  <a:pt x="1828800" y="1584960"/>
                </a:cubicBezTo>
                <a:cubicBezTo>
                  <a:pt x="1836256" y="1568183"/>
                  <a:pt x="1840411" y="1550126"/>
                  <a:pt x="1846217" y="1532709"/>
                </a:cubicBezTo>
                <a:cubicBezTo>
                  <a:pt x="1859607" y="1492538"/>
                  <a:pt x="1853125" y="1515589"/>
                  <a:pt x="1863634" y="1463040"/>
                </a:cubicBezTo>
                <a:cubicBezTo>
                  <a:pt x="1860731" y="1434012"/>
                  <a:pt x="1860302" y="1404628"/>
                  <a:pt x="1854926" y="1375955"/>
                </a:cubicBezTo>
                <a:cubicBezTo>
                  <a:pt x="1841447" y="1304064"/>
                  <a:pt x="1843561" y="1344514"/>
                  <a:pt x="1820092" y="1297577"/>
                </a:cubicBezTo>
                <a:cubicBezTo>
                  <a:pt x="1784036" y="1225467"/>
                  <a:pt x="1843881" y="1320201"/>
                  <a:pt x="1793966" y="1245326"/>
                </a:cubicBezTo>
                <a:cubicBezTo>
                  <a:pt x="1773319" y="1142097"/>
                  <a:pt x="1800457" y="1249046"/>
                  <a:pt x="1767840" y="1175657"/>
                </a:cubicBezTo>
                <a:cubicBezTo>
                  <a:pt x="1760384" y="1158880"/>
                  <a:pt x="1760607" y="1138682"/>
                  <a:pt x="1750423" y="1123406"/>
                </a:cubicBezTo>
                <a:cubicBezTo>
                  <a:pt x="1744617" y="1114697"/>
                  <a:pt x="1737257" y="1106844"/>
                  <a:pt x="1733006" y="1097280"/>
                </a:cubicBezTo>
                <a:cubicBezTo>
                  <a:pt x="1725550" y="1080503"/>
                  <a:pt x="1721395" y="1062446"/>
                  <a:pt x="1715589" y="1045029"/>
                </a:cubicBezTo>
                <a:cubicBezTo>
                  <a:pt x="1712686" y="1036320"/>
                  <a:pt x="1709106" y="1027809"/>
                  <a:pt x="1706880" y="1018903"/>
                </a:cubicBezTo>
                <a:cubicBezTo>
                  <a:pt x="1701074" y="995680"/>
                  <a:pt x="1697033" y="971944"/>
                  <a:pt x="1689463" y="949235"/>
                </a:cubicBezTo>
                <a:cubicBezTo>
                  <a:pt x="1686560" y="940526"/>
                  <a:pt x="1684859" y="931320"/>
                  <a:pt x="1680754" y="923109"/>
                </a:cubicBezTo>
                <a:cubicBezTo>
                  <a:pt x="1676073" y="913748"/>
                  <a:pt x="1669143" y="905692"/>
                  <a:pt x="1663337" y="896983"/>
                </a:cubicBezTo>
                <a:cubicBezTo>
                  <a:pt x="1660434" y="888274"/>
                  <a:pt x="1657151" y="879683"/>
                  <a:pt x="1654629" y="870857"/>
                </a:cubicBezTo>
                <a:cubicBezTo>
                  <a:pt x="1651341" y="859349"/>
                  <a:pt x="1651273" y="846728"/>
                  <a:pt x="1645920" y="836023"/>
                </a:cubicBezTo>
                <a:cubicBezTo>
                  <a:pt x="1636559" y="817300"/>
                  <a:pt x="1611086" y="783772"/>
                  <a:pt x="1611086" y="783772"/>
                </a:cubicBezTo>
                <a:cubicBezTo>
                  <a:pt x="1606218" y="764300"/>
                  <a:pt x="1593440" y="709407"/>
                  <a:pt x="1584960" y="696686"/>
                </a:cubicBezTo>
                <a:cubicBezTo>
                  <a:pt x="1579154" y="687977"/>
                  <a:pt x="1572224" y="679921"/>
                  <a:pt x="1567543" y="670560"/>
                </a:cubicBezTo>
                <a:cubicBezTo>
                  <a:pt x="1544933" y="625341"/>
                  <a:pt x="1575436" y="661038"/>
                  <a:pt x="1541417" y="627017"/>
                </a:cubicBezTo>
                <a:cubicBezTo>
                  <a:pt x="1519531" y="561355"/>
                  <a:pt x="1549053" y="642288"/>
                  <a:pt x="1515292" y="574766"/>
                </a:cubicBezTo>
                <a:cubicBezTo>
                  <a:pt x="1511187" y="566555"/>
                  <a:pt x="1510688" y="556851"/>
                  <a:pt x="1506583" y="548640"/>
                </a:cubicBezTo>
                <a:cubicBezTo>
                  <a:pt x="1501902" y="539279"/>
                  <a:pt x="1493847" y="531876"/>
                  <a:pt x="1489166" y="522515"/>
                </a:cubicBezTo>
                <a:cubicBezTo>
                  <a:pt x="1453108" y="450400"/>
                  <a:pt x="1512958" y="545141"/>
                  <a:pt x="1463040" y="470263"/>
                </a:cubicBezTo>
                <a:cubicBezTo>
                  <a:pt x="1460137" y="461554"/>
                  <a:pt x="1458790" y="452161"/>
                  <a:pt x="1454332" y="444137"/>
                </a:cubicBezTo>
                <a:cubicBezTo>
                  <a:pt x="1444166" y="425838"/>
                  <a:pt x="1419497" y="391886"/>
                  <a:pt x="1419497" y="391886"/>
                </a:cubicBezTo>
                <a:cubicBezTo>
                  <a:pt x="1410299" y="364291"/>
                  <a:pt x="1412666" y="363752"/>
                  <a:pt x="1393372" y="339635"/>
                </a:cubicBezTo>
                <a:cubicBezTo>
                  <a:pt x="1388243" y="333223"/>
                  <a:pt x="1380881" y="328786"/>
                  <a:pt x="1375954" y="322217"/>
                </a:cubicBezTo>
                <a:cubicBezTo>
                  <a:pt x="1375944" y="322204"/>
                  <a:pt x="1332416" y="256910"/>
                  <a:pt x="1323703" y="243840"/>
                </a:cubicBezTo>
                <a:cubicBezTo>
                  <a:pt x="1317897" y="235132"/>
                  <a:pt x="1313686" y="225116"/>
                  <a:pt x="1306286" y="217715"/>
                </a:cubicBezTo>
                <a:cubicBezTo>
                  <a:pt x="1246982" y="158408"/>
                  <a:pt x="1337383" y="251091"/>
                  <a:pt x="1271452" y="174172"/>
                </a:cubicBezTo>
                <a:cubicBezTo>
                  <a:pt x="1260765" y="161704"/>
                  <a:pt x="1245726" y="153000"/>
                  <a:pt x="1236617" y="139337"/>
                </a:cubicBezTo>
                <a:cubicBezTo>
                  <a:pt x="1206758" y="94549"/>
                  <a:pt x="1234545" y="128973"/>
                  <a:pt x="1193074" y="95795"/>
                </a:cubicBezTo>
                <a:cubicBezTo>
                  <a:pt x="1186663" y="90666"/>
                  <a:pt x="1183001" y="82049"/>
                  <a:pt x="1175657" y="78377"/>
                </a:cubicBezTo>
                <a:cubicBezTo>
                  <a:pt x="1159236" y="70166"/>
                  <a:pt x="1140823" y="66766"/>
                  <a:pt x="1123406" y="60960"/>
                </a:cubicBezTo>
                <a:lnTo>
                  <a:pt x="1071154" y="43543"/>
                </a:lnTo>
                <a:cubicBezTo>
                  <a:pt x="1062446" y="40640"/>
                  <a:pt x="1054171" y="35666"/>
                  <a:pt x="1045029" y="34835"/>
                </a:cubicBezTo>
                <a:cubicBezTo>
                  <a:pt x="905774" y="22175"/>
                  <a:pt x="981226" y="28259"/>
                  <a:pt x="818606" y="17417"/>
                </a:cubicBezTo>
                <a:cubicBezTo>
                  <a:pt x="806995" y="14514"/>
                  <a:pt x="795280" y="11997"/>
                  <a:pt x="783772" y="8709"/>
                </a:cubicBezTo>
                <a:cubicBezTo>
                  <a:pt x="774945" y="6187"/>
                  <a:pt x="766826" y="0"/>
                  <a:pt x="757646" y="0"/>
                </a:cubicBezTo>
                <a:cubicBezTo>
                  <a:pt x="687917" y="0"/>
                  <a:pt x="618309" y="5806"/>
                  <a:pt x="548640" y="8709"/>
                </a:cubicBezTo>
                <a:cubicBezTo>
                  <a:pt x="534126" y="11612"/>
                  <a:pt x="519377" y="13522"/>
                  <a:pt x="505097" y="17417"/>
                </a:cubicBezTo>
                <a:cubicBezTo>
                  <a:pt x="487385" y="22248"/>
                  <a:pt x="452846" y="34835"/>
                  <a:pt x="452846" y="34835"/>
                </a:cubicBezTo>
                <a:lnTo>
                  <a:pt x="435429" y="5225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3º caso: nó tem filho à esquerda e direita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 &amp;&amp; 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Arvore *m = maior(p-&gt;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 = m-&gt;valor;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exclui(p, v);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p-&gt;valor = v;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E234F7-C718-4F02-8A91-E25AB611C7C7}"/>
              </a:ext>
            </a:extLst>
          </p:cNvPr>
          <p:cNvSpPr txBox="1"/>
          <p:nvPr/>
        </p:nvSpPr>
        <p:spPr>
          <a:xfrm>
            <a:off x="6319127" y="2996952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249A7D3-0E75-440C-A319-7F11925B37B8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14C44A2-1C35-44FB-AC94-3A8B9E785E57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A20CE93-E3F3-4818-B9FD-8D2AD23C3CDF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EE19F31-F9CA-4B1D-9A95-8A4F8DD87AA6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F27AC518-956D-4F61-8B3C-66851243574B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3F838A74-A8CF-431C-B522-D05A8B5AE362}"/>
              </a:ext>
            </a:extLst>
          </p:cNvPr>
          <p:cNvCxnSpPr>
            <a:stCxn id="36" idx="3"/>
            <a:endCxn id="37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CFBEF7F8-EAD6-4B7E-9624-4C272433CEAB}"/>
              </a:ext>
            </a:extLst>
          </p:cNvPr>
          <p:cNvCxnSpPr>
            <a:stCxn id="37" idx="3"/>
            <a:endCxn id="38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CEDFE726-CF16-42C0-91C7-C342791E8555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5E1BE95-6CC9-4678-8E80-41B70FC88E9E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62BC9C9-FC3F-4014-A4F6-F40036539B99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C9F02C2-5D5B-49F1-B650-CA58D0821321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8BC07FF-38CE-45C0-9DC2-CC471991191E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EAB61469-ADB7-4076-9A84-194967BBE52E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6AB37C44-BE55-45FA-864E-7ACC03057B30}"/>
              </a:ext>
            </a:extLst>
          </p:cNvPr>
          <p:cNvCxnSpPr>
            <a:stCxn id="44" idx="3"/>
            <a:endCxn id="46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F926D94E-EB4E-4998-B87B-09D66011E95E}"/>
              </a:ext>
            </a:extLst>
          </p:cNvPr>
          <p:cNvCxnSpPr>
            <a:stCxn id="44" idx="1"/>
            <a:endCxn id="68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E5087F0E-5683-4A47-AD16-B0FE454FADAE}"/>
              </a:ext>
            </a:extLst>
          </p:cNvPr>
          <p:cNvCxnSpPr>
            <a:stCxn id="34" idx="1"/>
            <a:endCxn id="44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Retângulo 77">
            <a:extLst>
              <a:ext uri="{FF2B5EF4-FFF2-40B4-BE49-F238E27FC236}">
                <a16:creationId xmlns:a16="http://schemas.microsoft.com/office/drawing/2014/main" id="{E1ED2D24-C70B-4F6C-9AC0-D02766572234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FC40B40B-05BB-4B68-8BD0-7B30D6001442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0AD1BF86-3D13-4CEB-AF5C-4B5203552A50}"/>
              </a:ext>
            </a:extLst>
          </p:cNvPr>
          <p:cNvCxnSpPr>
            <a:stCxn id="45" idx="1"/>
            <a:endCxn id="79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Conector: Angulado 80">
            <a:extLst>
              <a:ext uri="{FF2B5EF4-FFF2-40B4-BE49-F238E27FC236}">
                <a16:creationId xmlns:a16="http://schemas.microsoft.com/office/drawing/2014/main" id="{78C4B7A2-CD13-4967-AC1D-FB2CF64C9CB5}"/>
              </a:ext>
            </a:extLst>
          </p:cNvPr>
          <p:cNvCxnSpPr>
            <a:stCxn id="45" idx="3"/>
            <a:endCxn id="78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Retângulo 81">
            <a:extLst>
              <a:ext uri="{FF2B5EF4-FFF2-40B4-BE49-F238E27FC236}">
                <a16:creationId xmlns:a16="http://schemas.microsoft.com/office/drawing/2014/main" id="{29477D14-5E67-441E-B7E9-5F2F62D55595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cxnSp>
        <p:nvCxnSpPr>
          <p:cNvPr id="83" name="Conector: Angulado 82">
            <a:extLst>
              <a:ext uri="{FF2B5EF4-FFF2-40B4-BE49-F238E27FC236}">
                <a16:creationId xmlns:a16="http://schemas.microsoft.com/office/drawing/2014/main" id="{A3D41732-4627-491D-B1E4-6AD7C8AD8E15}"/>
              </a:ext>
            </a:extLst>
          </p:cNvPr>
          <p:cNvCxnSpPr>
            <a:stCxn id="78" idx="3"/>
            <a:endCxn id="82" idx="0"/>
          </p:cNvCxnSpPr>
          <p:nvPr/>
        </p:nvCxnSpPr>
        <p:spPr bwMode="auto">
          <a:xfrm>
            <a:off x="7308304" y="5545015"/>
            <a:ext cx="252028" cy="332257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4" name="Retângulo 83">
            <a:extLst>
              <a:ext uri="{FF2B5EF4-FFF2-40B4-BE49-F238E27FC236}">
                <a16:creationId xmlns:a16="http://schemas.microsoft.com/office/drawing/2014/main" id="{7B1947DC-F261-4D35-AB7B-1A61ECACDEF6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8860DDB2-535A-4F5D-AADB-9D21092D53E0}"/>
              </a:ext>
            </a:extLst>
          </p:cNvPr>
          <p:cNvCxnSpPr>
            <a:stCxn id="37" idx="1"/>
            <a:endCxn id="84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441939CC-003A-41EA-A4E3-76DAEDDD00C7}"/>
              </a:ext>
            </a:extLst>
          </p:cNvPr>
          <p:cNvCxnSpPr>
            <a:cxnSpLocks/>
            <a:stCxn id="36" idx="1"/>
            <a:endCxn id="45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05BFEC60-8615-4B5E-B6CF-420B282352C3}"/>
              </a:ext>
            </a:extLst>
          </p:cNvPr>
          <p:cNvSpPr txBox="1"/>
          <p:nvPr/>
        </p:nvSpPr>
        <p:spPr>
          <a:xfrm>
            <a:off x="7033168" y="3493441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FDC631C-9111-41A1-8495-BB6CCEC4A8CD}"/>
              </a:ext>
            </a:extLst>
          </p:cNvPr>
          <p:cNvSpPr txBox="1"/>
          <p:nvPr/>
        </p:nvSpPr>
        <p:spPr>
          <a:xfrm>
            <a:off x="7958597" y="389559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16B71DCB-D9C0-4B92-9B9B-5D51672FA852}"/>
              </a:ext>
            </a:extLst>
          </p:cNvPr>
          <p:cNvSpPr/>
          <p:nvPr/>
        </p:nvSpPr>
        <p:spPr bwMode="auto">
          <a:xfrm>
            <a:off x="6696891" y="3657600"/>
            <a:ext cx="357052" cy="148046"/>
          </a:xfrm>
          <a:custGeom>
            <a:avLst/>
            <a:gdLst>
              <a:gd name="connsiteX0" fmla="*/ 357052 w 357052"/>
              <a:gd name="connsiteY0" fmla="*/ 0 h 148046"/>
              <a:gd name="connsiteX1" fmla="*/ 87086 w 357052"/>
              <a:gd name="connsiteY1" fmla="*/ 34834 h 148046"/>
              <a:gd name="connsiteX2" fmla="*/ 0 w 357052"/>
              <a:gd name="connsiteY2" fmla="*/ 148046 h 14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052" h="148046">
                <a:moveTo>
                  <a:pt x="357052" y="0"/>
                </a:moveTo>
                <a:cubicBezTo>
                  <a:pt x="251823" y="5080"/>
                  <a:pt x="146595" y="10160"/>
                  <a:pt x="87086" y="34834"/>
                </a:cubicBezTo>
                <a:cubicBezTo>
                  <a:pt x="27577" y="59508"/>
                  <a:pt x="13788" y="103777"/>
                  <a:pt x="0" y="14804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4D2525B-E721-40F5-849E-E01D8E672A5A}"/>
              </a:ext>
            </a:extLst>
          </p:cNvPr>
          <p:cNvSpPr/>
          <p:nvPr/>
        </p:nvSpPr>
        <p:spPr bwMode="auto">
          <a:xfrm>
            <a:off x="7680960" y="4075611"/>
            <a:ext cx="287383" cy="217715"/>
          </a:xfrm>
          <a:custGeom>
            <a:avLst/>
            <a:gdLst>
              <a:gd name="connsiteX0" fmla="*/ 287383 w 287383"/>
              <a:gd name="connsiteY0" fmla="*/ 0 h 217715"/>
              <a:gd name="connsiteX1" fmla="*/ 78377 w 287383"/>
              <a:gd name="connsiteY1" fmla="*/ 52252 h 217715"/>
              <a:gd name="connsiteX2" fmla="*/ 0 w 287383"/>
              <a:gd name="connsiteY2" fmla="*/ 217715 h 21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217715">
                <a:moveTo>
                  <a:pt x="287383" y="0"/>
                </a:moveTo>
                <a:cubicBezTo>
                  <a:pt x="206828" y="7983"/>
                  <a:pt x="126274" y="15966"/>
                  <a:pt x="78377" y="52252"/>
                </a:cubicBezTo>
                <a:cubicBezTo>
                  <a:pt x="30480" y="88538"/>
                  <a:pt x="15240" y="153126"/>
                  <a:pt x="0" y="21771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24304D42-5A9A-4127-B10C-22B45952E656}"/>
              </a:ext>
            </a:extLst>
          </p:cNvPr>
          <p:cNvSpPr txBox="1"/>
          <p:nvPr/>
        </p:nvSpPr>
        <p:spPr>
          <a:xfrm>
            <a:off x="6758666" y="6064231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703E6746-84AE-4FA4-9714-DC22AC554450}"/>
              </a:ext>
            </a:extLst>
          </p:cNvPr>
          <p:cNvSpPr/>
          <p:nvPr/>
        </p:nvSpPr>
        <p:spPr bwMode="auto">
          <a:xfrm>
            <a:off x="6940731" y="5986024"/>
            <a:ext cx="374469" cy="127393"/>
          </a:xfrm>
          <a:custGeom>
            <a:avLst/>
            <a:gdLst>
              <a:gd name="connsiteX0" fmla="*/ 0 w 374469"/>
              <a:gd name="connsiteY0" fmla="*/ 127393 h 127393"/>
              <a:gd name="connsiteX1" fmla="*/ 121920 w 374469"/>
              <a:gd name="connsiteY1" fmla="*/ 14182 h 127393"/>
              <a:gd name="connsiteX2" fmla="*/ 374469 w 374469"/>
              <a:gd name="connsiteY2" fmla="*/ 5473 h 12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469" h="127393">
                <a:moveTo>
                  <a:pt x="0" y="127393"/>
                </a:moveTo>
                <a:cubicBezTo>
                  <a:pt x="29754" y="80947"/>
                  <a:pt x="59509" y="34502"/>
                  <a:pt x="121920" y="14182"/>
                </a:cubicBezTo>
                <a:cubicBezTo>
                  <a:pt x="184331" y="-6138"/>
                  <a:pt x="279400" y="-333"/>
                  <a:pt x="374469" y="5473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9186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3º caso: nó tem filho à esquerda e direita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Arvore *m = maior(p-&gt;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 = m-&gt;valor;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exclui(p, v);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p-&gt;valor = v;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E234F7-C718-4F02-8A91-E25AB611C7C7}"/>
              </a:ext>
            </a:extLst>
          </p:cNvPr>
          <p:cNvSpPr txBox="1"/>
          <p:nvPr/>
        </p:nvSpPr>
        <p:spPr>
          <a:xfrm>
            <a:off x="6319127" y="2996952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249A7D3-0E75-440C-A319-7F11925B37B8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14C44A2-1C35-44FB-AC94-3A8B9E785E57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A20CE93-E3F3-4818-B9FD-8D2AD23C3CDF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EE19F31-F9CA-4B1D-9A95-8A4F8DD87AA6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F27AC518-956D-4F61-8B3C-66851243574B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3F838A74-A8CF-431C-B522-D05A8B5AE362}"/>
              </a:ext>
            </a:extLst>
          </p:cNvPr>
          <p:cNvCxnSpPr>
            <a:stCxn id="36" idx="3"/>
            <a:endCxn id="37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CFBEF7F8-EAD6-4B7E-9624-4C272433CEAB}"/>
              </a:ext>
            </a:extLst>
          </p:cNvPr>
          <p:cNvCxnSpPr>
            <a:stCxn id="37" idx="3"/>
            <a:endCxn id="38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CEDFE726-CF16-42C0-91C7-C342791E8555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5E1BE95-6CC9-4678-8E80-41B70FC88E9E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62BC9C9-FC3F-4014-A4F6-F40036539B99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C9F02C2-5D5B-49F1-B650-CA58D0821321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8BC07FF-38CE-45C0-9DC2-CC471991191E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EAB61469-ADB7-4076-9A84-194967BBE52E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6AB37C44-BE55-45FA-864E-7ACC03057B30}"/>
              </a:ext>
            </a:extLst>
          </p:cNvPr>
          <p:cNvCxnSpPr>
            <a:stCxn id="44" idx="3"/>
            <a:endCxn id="46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F926D94E-EB4E-4998-B87B-09D66011E95E}"/>
              </a:ext>
            </a:extLst>
          </p:cNvPr>
          <p:cNvCxnSpPr>
            <a:stCxn id="44" idx="1"/>
            <a:endCxn id="68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E5087F0E-5683-4A47-AD16-B0FE454FADAE}"/>
              </a:ext>
            </a:extLst>
          </p:cNvPr>
          <p:cNvCxnSpPr>
            <a:stCxn id="34" idx="1"/>
            <a:endCxn id="44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Retângulo 77">
            <a:extLst>
              <a:ext uri="{FF2B5EF4-FFF2-40B4-BE49-F238E27FC236}">
                <a16:creationId xmlns:a16="http://schemas.microsoft.com/office/drawing/2014/main" id="{E1ED2D24-C70B-4F6C-9AC0-D02766572234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FC40B40B-05BB-4B68-8BD0-7B30D6001442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0AD1BF86-3D13-4CEB-AF5C-4B5203552A50}"/>
              </a:ext>
            </a:extLst>
          </p:cNvPr>
          <p:cNvCxnSpPr>
            <a:stCxn id="45" idx="1"/>
            <a:endCxn id="79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Conector: Angulado 80">
            <a:extLst>
              <a:ext uri="{FF2B5EF4-FFF2-40B4-BE49-F238E27FC236}">
                <a16:creationId xmlns:a16="http://schemas.microsoft.com/office/drawing/2014/main" id="{78C4B7A2-CD13-4967-AC1D-FB2CF64C9CB5}"/>
              </a:ext>
            </a:extLst>
          </p:cNvPr>
          <p:cNvCxnSpPr>
            <a:stCxn id="45" idx="3"/>
            <a:endCxn id="78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Retângulo 81">
            <a:extLst>
              <a:ext uri="{FF2B5EF4-FFF2-40B4-BE49-F238E27FC236}">
                <a16:creationId xmlns:a16="http://schemas.microsoft.com/office/drawing/2014/main" id="{29477D14-5E67-441E-B7E9-5F2F62D55595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7B1947DC-F261-4D35-AB7B-1A61ECACDEF6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8860DDB2-535A-4F5D-AADB-9D21092D53E0}"/>
              </a:ext>
            </a:extLst>
          </p:cNvPr>
          <p:cNvCxnSpPr>
            <a:stCxn id="37" idx="1"/>
            <a:endCxn id="84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441939CC-003A-41EA-A4E3-76DAEDDD00C7}"/>
              </a:ext>
            </a:extLst>
          </p:cNvPr>
          <p:cNvCxnSpPr>
            <a:cxnSpLocks/>
            <a:stCxn id="36" idx="1"/>
            <a:endCxn id="45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05BFEC60-8615-4B5E-B6CF-420B282352C3}"/>
              </a:ext>
            </a:extLst>
          </p:cNvPr>
          <p:cNvSpPr txBox="1"/>
          <p:nvPr/>
        </p:nvSpPr>
        <p:spPr>
          <a:xfrm>
            <a:off x="7033168" y="3493441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FDC631C-9111-41A1-8495-BB6CCEC4A8CD}"/>
              </a:ext>
            </a:extLst>
          </p:cNvPr>
          <p:cNvSpPr txBox="1"/>
          <p:nvPr/>
        </p:nvSpPr>
        <p:spPr>
          <a:xfrm>
            <a:off x="7958597" y="389559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16B71DCB-D9C0-4B92-9B9B-5D51672FA852}"/>
              </a:ext>
            </a:extLst>
          </p:cNvPr>
          <p:cNvSpPr/>
          <p:nvPr/>
        </p:nvSpPr>
        <p:spPr bwMode="auto">
          <a:xfrm>
            <a:off x="6696891" y="3657600"/>
            <a:ext cx="357052" cy="148046"/>
          </a:xfrm>
          <a:custGeom>
            <a:avLst/>
            <a:gdLst>
              <a:gd name="connsiteX0" fmla="*/ 357052 w 357052"/>
              <a:gd name="connsiteY0" fmla="*/ 0 h 148046"/>
              <a:gd name="connsiteX1" fmla="*/ 87086 w 357052"/>
              <a:gd name="connsiteY1" fmla="*/ 34834 h 148046"/>
              <a:gd name="connsiteX2" fmla="*/ 0 w 357052"/>
              <a:gd name="connsiteY2" fmla="*/ 148046 h 14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052" h="148046">
                <a:moveTo>
                  <a:pt x="357052" y="0"/>
                </a:moveTo>
                <a:cubicBezTo>
                  <a:pt x="251823" y="5080"/>
                  <a:pt x="146595" y="10160"/>
                  <a:pt x="87086" y="34834"/>
                </a:cubicBezTo>
                <a:cubicBezTo>
                  <a:pt x="27577" y="59508"/>
                  <a:pt x="13788" y="103777"/>
                  <a:pt x="0" y="14804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4D2525B-E721-40F5-849E-E01D8E672A5A}"/>
              </a:ext>
            </a:extLst>
          </p:cNvPr>
          <p:cNvSpPr/>
          <p:nvPr/>
        </p:nvSpPr>
        <p:spPr bwMode="auto">
          <a:xfrm>
            <a:off x="7680960" y="4075611"/>
            <a:ext cx="287383" cy="217715"/>
          </a:xfrm>
          <a:custGeom>
            <a:avLst/>
            <a:gdLst>
              <a:gd name="connsiteX0" fmla="*/ 287383 w 287383"/>
              <a:gd name="connsiteY0" fmla="*/ 0 h 217715"/>
              <a:gd name="connsiteX1" fmla="*/ 78377 w 287383"/>
              <a:gd name="connsiteY1" fmla="*/ 52252 h 217715"/>
              <a:gd name="connsiteX2" fmla="*/ 0 w 287383"/>
              <a:gd name="connsiteY2" fmla="*/ 217715 h 21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217715">
                <a:moveTo>
                  <a:pt x="287383" y="0"/>
                </a:moveTo>
                <a:cubicBezTo>
                  <a:pt x="206828" y="7983"/>
                  <a:pt x="126274" y="15966"/>
                  <a:pt x="78377" y="52252"/>
                </a:cubicBezTo>
                <a:cubicBezTo>
                  <a:pt x="30480" y="88538"/>
                  <a:pt x="15240" y="153126"/>
                  <a:pt x="0" y="21771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24304D42-5A9A-4127-B10C-22B45952E656}"/>
              </a:ext>
            </a:extLst>
          </p:cNvPr>
          <p:cNvSpPr txBox="1"/>
          <p:nvPr/>
        </p:nvSpPr>
        <p:spPr>
          <a:xfrm>
            <a:off x="6758666" y="6064231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703E6746-84AE-4FA4-9714-DC22AC554450}"/>
              </a:ext>
            </a:extLst>
          </p:cNvPr>
          <p:cNvSpPr/>
          <p:nvPr/>
        </p:nvSpPr>
        <p:spPr bwMode="auto">
          <a:xfrm>
            <a:off x="6940731" y="5986024"/>
            <a:ext cx="374469" cy="127393"/>
          </a:xfrm>
          <a:custGeom>
            <a:avLst/>
            <a:gdLst>
              <a:gd name="connsiteX0" fmla="*/ 0 w 374469"/>
              <a:gd name="connsiteY0" fmla="*/ 127393 h 127393"/>
              <a:gd name="connsiteX1" fmla="*/ 121920 w 374469"/>
              <a:gd name="connsiteY1" fmla="*/ 14182 h 127393"/>
              <a:gd name="connsiteX2" fmla="*/ 374469 w 374469"/>
              <a:gd name="connsiteY2" fmla="*/ 5473 h 12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469" h="127393">
                <a:moveTo>
                  <a:pt x="0" y="127393"/>
                </a:moveTo>
                <a:cubicBezTo>
                  <a:pt x="29754" y="80947"/>
                  <a:pt x="59509" y="34502"/>
                  <a:pt x="121920" y="14182"/>
                </a:cubicBezTo>
                <a:cubicBezTo>
                  <a:pt x="184331" y="-6138"/>
                  <a:pt x="279400" y="-333"/>
                  <a:pt x="374469" y="5473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05B3FDB-976B-408D-9C14-D27F8E72D08A}"/>
              </a:ext>
            </a:extLst>
          </p:cNvPr>
          <p:cNvSpPr txBox="1"/>
          <p:nvPr/>
        </p:nvSpPr>
        <p:spPr>
          <a:xfrm>
            <a:off x="7324107" y="5664999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52690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480" cy="5220000"/>
          </a:xfrm>
        </p:spPr>
        <p:txBody>
          <a:bodyPr/>
          <a:lstStyle/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Arvore *exclui(Arvore *r,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valor)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Continuação: achou o nó!!!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3º caso: nó tem filho à esquerda e direita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 &amp;&amp; 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NULL) {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Arvore *m = maior(p-&gt;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esq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 = m-&gt;valor;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exclui(p, v);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pt-B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p-&gt;valor = v;</a:t>
            </a:r>
          </a:p>
          <a:p>
            <a:pPr marL="0" indent="0" algn="just">
              <a:spcBef>
                <a:spcPts val="600"/>
              </a:spcBef>
              <a:buNone/>
              <a:defRPr/>
            </a:pPr>
            <a:r>
              <a:rPr lang="pt-BR" sz="1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pt-BR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xfrm>
            <a:off x="1619672" y="0"/>
            <a:ext cx="7371928" cy="764704"/>
          </a:xfrm>
          <a:noFill/>
        </p:spPr>
        <p:txBody>
          <a:bodyPr/>
          <a:lstStyle/>
          <a:p>
            <a:pPr eaLnBrk="1" hangingPunct="1"/>
            <a:r>
              <a:rPr lang="pt-BR" sz="2800" dirty="0"/>
              <a:t>Exclusão em Árvores Binárias de Busca</a:t>
            </a:r>
            <a:endParaRPr lang="en-US" sz="2800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E234F7-C718-4F02-8A91-E25AB611C7C7}"/>
              </a:ext>
            </a:extLst>
          </p:cNvPr>
          <p:cNvSpPr txBox="1"/>
          <p:nvPr/>
        </p:nvSpPr>
        <p:spPr>
          <a:xfrm>
            <a:off x="6319127" y="2996952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accent2"/>
                </a:solidFill>
              </a:rPr>
              <a:t>Excluir 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249A7D3-0E75-440C-A319-7F11925B37B8}"/>
              </a:ext>
            </a:extLst>
          </p:cNvPr>
          <p:cNvSpPr/>
          <p:nvPr/>
        </p:nvSpPr>
        <p:spPr bwMode="auto">
          <a:xfrm>
            <a:off x="6360548" y="3850783"/>
            <a:ext cx="360040" cy="360040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10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F14C44A2-1C35-44FB-AC94-3A8B9E785E57}"/>
              </a:ext>
            </a:extLst>
          </p:cNvPr>
          <p:cNvSpPr/>
          <p:nvPr/>
        </p:nvSpPr>
        <p:spPr bwMode="auto">
          <a:xfrm>
            <a:off x="7368660" y="4354839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6A20CE93-E3F3-4818-B9FD-8D2AD23C3CDF}"/>
              </a:ext>
            </a:extLst>
          </p:cNvPr>
          <p:cNvSpPr/>
          <p:nvPr/>
        </p:nvSpPr>
        <p:spPr bwMode="auto">
          <a:xfrm>
            <a:off x="8163493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30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EE19F31-F9CA-4B1D-9A95-8A4F8DD87AA6}"/>
              </a:ext>
            </a:extLst>
          </p:cNvPr>
          <p:cNvSpPr/>
          <p:nvPr/>
        </p:nvSpPr>
        <p:spPr bwMode="auto">
          <a:xfrm>
            <a:off x="853244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35</a:t>
            </a:r>
          </a:p>
        </p:txBody>
      </p: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F27AC518-956D-4F61-8B3C-66851243574B}"/>
              </a:ext>
            </a:extLst>
          </p:cNvPr>
          <p:cNvCxnSpPr>
            <a:cxnSpLocks/>
            <a:stCxn id="34" idx="3"/>
            <a:endCxn id="36" idx="0"/>
          </p:cNvCxnSpPr>
          <p:nvPr/>
        </p:nvCxnSpPr>
        <p:spPr bwMode="auto">
          <a:xfrm>
            <a:off x="6720588" y="4030803"/>
            <a:ext cx="82809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3F838A74-A8CF-431C-B522-D05A8B5AE362}"/>
              </a:ext>
            </a:extLst>
          </p:cNvPr>
          <p:cNvCxnSpPr>
            <a:stCxn id="36" idx="3"/>
            <a:endCxn id="37" idx="0"/>
          </p:cNvCxnSpPr>
          <p:nvPr/>
        </p:nvCxnSpPr>
        <p:spPr bwMode="auto">
          <a:xfrm>
            <a:off x="7728700" y="4534859"/>
            <a:ext cx="6148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CFBEF7F8-EAD6-4B7E-9624-4C272433CEAB}"/>
              </a:ext>
            </a:extLst>
          </p:cNvPr>
          <p:cNvCxnSpPr>
            <a:stCxn id="37" idx="3"/>
            <a:endCxn id="38" idx="0"/>
          </p:cNvCxnSpPr>
          <p:nvPr/>
        </p:nvCxnSpPr>
        <p:spPr bwMode="auto">
          <a:xfrm>
            <a:off x="8523533" y="5038915"/>
            <a:ext cx="18892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CEDFE726-CF16-42C0-91C7-C342791E8555}"/>
              </a:ext>
            </a:extLst>
          </p:cNvPr>
          <p:cNvSpPr/>
          <p:nvPr/>
        </p:nvSpPr>
        <p:spPr bwMode="auto">
          <a:xfrm>
            <a:off x="5898210" y="356349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5E1BE95-6CC9-4678-8E80-41B70FC88E9E}"/>
              </a:ext>
            </a:extLst>
          </p:cNvPr>
          <p:cNvSpPr txBox="1"/>
          <p:nvPr/>
        </p:nvSpPr>
        <p:spPr>
          <a:xfrm>
            <a:off x="5436096" y="339227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62BC9C9-FC3F-4014-A4F6-F40036539B99}"/>
              </a:ext>
            </a:extLst>
          </p:cNvPr>
          <p:cNvSpPr/>
          <p:nvPr/>
        </p:nvSpPr>
        <p:spPr bwMode="auto">
          <a:xfrm>
            <a:off x="5293031" y="435483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5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C9F02C2-5D5B-49F1-B650-CA58D0821321}"/>
              </a:ext>
            </a:extLst>
          </p:cNvPr>
          <p:cNvSpPr/>
          <p:nvPr/>
        </p:nvSpPr>
        <p:spPr bwMode="auto">
          <a:xfrm>
            <a:off x="6536755" y="48588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8BC07FF-38CE-45C0-9DC2-CC471991191E}"/>
              </a:ext>
            </a:extLst>
          </p:cNvPr>
          <p:cNvSpPr/>
          <p:nvPr/>
        </p:nvSpPr>
        <p:spPr bwMode="auto">
          <a:xfrm>
            <a:off x="5652120" y="484089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EAB61469-ADB7-4076-9A84-194967BBE52E}"/>
              </a:ext>
            </a:extLst>
          </p:cNvPr>
          <p:cNvSpPr/>
          <p:nvPr/>
        </p:nvSpPr>
        <p:spPr bwMode="auto">
          <a:xfrm>
            <a:off x="4932040" y="484293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</a:t>
            </a:r>
          </a:p>
        </p:txBody>
      </p: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6AB37C44-BE55-45FA-864E-7ACC03057B30}"/>
              </a:ext>
            </a:extLst>
          </p:cNvPr>
          <p:cNvCxnSpPr>
            <a:stCxn id="44" idx="3"/>
            <a:endCxn id="46" idx="0"/>
          </p:cNvCxnSpPr>
          <p:nvPr/>
        </p:nvCxnSpPr>
        <p:spPr bwMode="auto">
          <a:xfrm>
            <a:off x="5653071" y="4534859"/>
            <a:ext cx="179069" cy="30603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F926D94E-EB4E-4998-B87B-09D66011E95E}"/>
              </a:ext>
            </a:extLst>
          </p:cNvPr>
          <p:cNvCxnSpPr>
            <a:stCxn id="44" idx="1"/>
            <a:endCxn id="68" idx="0"/>
          </p:cNvCxnSpPr>
          <p:nvPr/>
        </p:nvCxnSpPr>
        <p:spPr bwMode="auto">
          <a:xfrm rot="10800000" flipV="1">
            <a:off x="5112061" y="4534859"/>
            <a:ext cx="180971" cy="30807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7" name="Conector: Angulado 76">
            <a:extLst>
              <a:ext uri="{FF2B5EF4-FFF2-40B4-BE49-F238E27FC236}">
                <a16:creationId xmlns:a16="http://schemas.microsoft.com/office/drawing/2014/main" id="{E5087F0E-5683-4A47-AD16-B0FE454FADAE}"/>
              </a:ext>
            </a:extLst>
          </p:cNvPr>
          <p:cNvCxnSpPr>
            <a:stCxn id="34" idx="1"/>
            <a:endCxn id="44" idx="0"/>
          </p:cNvCxnSpPr>
          <p:nvPr/>
        </p:nvCxnSpPr>
        <p:spPr bwMode="auto">
          <a:xfrm rot="10800000" flipV="1">
            <a:off x="5473052" y="4030803"/>
            <a:ext cx="887497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Retângulo 77">
            <a:extLst>
              <a:ext uri="{FF2B5EF4-FFF2-40B4-BE49-F238E27FC236}">
                <a16:creationId xmlns:a16="http://schemas.microsoft.com/office/drawing/2014/main" id="{E1ED2D24-C70B-4F6C-9AC0-D02766572234}"/>
              </a:ext>
            </a:extLst>
          </p:cNvPr>
          <p:cNvSpPr/>
          <p:nvPr/>
        </p:nvSpPr>
        <p:spPr bwMode="auto">
          <a:xfrm>
            <a:off x="6948264" y="53649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FC40B40B-05BB-4B68-8BD0-7B30D6001442}"/>
              </a:ext>
            </a:extLst>
          </p:cNvPr>
          <p:cNvSpPr/>
          <p:nvPr/>
        </p:nvSpPr>
        <p:spPr bwMode="auto">
          <a:xfrm>
            <a:off x="6156176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12</a:t>
            </a:r>
          </a:p>
        </p:txBody>
      </p:sp>
      <p:cxnSp>
        <p:nvCxnSpPr>
          <p:cNvPr id="80" name="Conector: Angulado 79">
            <a:extLst>
              <a:ext uri="{FF2B5EF4-FFF2-40B4-BE49-F238E27FC236}">
                <a16:creationId xmlns:a16="http://schemas.microsoft.com/office/drawing/2014/main" id="{0AD1BF86-3D13-4CEB-AF5C-4B5203552A50}"/>
              </a:ext>
            </a:extLst>
          </p:cNvPr>
          <p:cNvCxnSpPr>
            <a:stCxn id="45" idx="1"/>
            <a:endCxn id="79" idx="0"/>
          </p:cNvCxnSpPr>
          <p:nvPr/>
        </p:nvCxnSpPr>
        <p:spPr bwMode="auto">
          <a:xfrm rot="10800000" flipV="1">
            <a:off x="6336197" y="5038915"/>
            <a:ext cx="200559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1" name="Conector: Angulado 80">
            <a:extLst>
              <a:ext uri="{FF2B5EF4-FFF2-40B4-BE49-F238E27FC236}">
                <a16:creationId xmlns:a16="http://schemas.microsoft.com/office/drawing/2014/main" id="{78C4B7A2-CD13-4967-AC1D-FB2CF64C9CB5}"/>
              </a:ext>
            </a:extLst>
          </p:cNvPr>
          <p:cNvCxnSpPr>
            <a:stCxn id="45" idx="3"/>
            <a:endCxn id="78" idx="0"/>
          </p:cNvCxnSpPr>
          <p:nvPr/>
        </p:nvCxnSpPr>
        <p:spPr bwMode="auto">
          <a:xfrm>
            <a:off x="6896795" y="5038915"/>
            <a:ext cx="231489" cy="32608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2" name="Retângulo 81">
            <a:extLst>
              <a:ext uri="{FF2B5EF4-FFF2-40B4-BE49-F238E27FC236}">
                <a16:creationId xmlns:a16="http://schemas.microsoft.com/office/drawing/2014/main" id="{29477D14-5E67-441E-B7E9-5F2F62D55595}"/>
              </a:ext>
            </a:extLst>
          </p:cNvPr>
          <p:cNvSpPr/>
          <p:nvPr/>
        </p:nvSpPr>
        <p:spPr bwMode="auto">
          <a:xfrm>
            <a:off x="7380312" y="5877272"/>
            <a:ext cx="360040" cy="360040"/>
          </a:xfrm>
          <a:prstGeom prst="rect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17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7B1947DC-F261-4D35-AB7B-1A61ECACDEF6}"/>
              </a:ext>
            </a:extLst>
          </p:cNvPr>
          <p:cNvSpPr/>
          <p:nvPr/>
        </p:nvSpPr>
        <p:spPr bwMode="auto">
          <a:xfrm>
            <a:off x="7812360" y="536295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25</a:t>
            </a:r>
          </a:p>
        </p:txBody>
      </p: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8860DDB2-535A-4F5D-AADB-9D21092D53E0}"/>
              </a:ext>
            </a:extLst>
          </p:cNvPr>
          <p:cNvCxnSpPr>
            <a:stCxn id="37" idx="1"/>
            <a:endCxn id="84" idx="0"/>
          </p:cNvCxnSpPr>
          <p:nvPr/>
        </p:nvCxnSpPr>
        <p:spPr bwMode="auto">
          <a:xfrm rot="10800000" flipV="1">
            <a:off x="7992381" y="5038915"/>
            <a:ext cx="171113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441939CC-003A-41EA-A4E3-76DAEDDD00C7}"/>
              </a:ext>
            </a:extLst>
          </p:cNvPr>
          <p:cNvCxnSpPr>
            <a:cxnSpLocks/>
            <a:stCxn id="36" idx="1"/>
            <a:endCxn id="45" idx="0"/>
          </p:cNvCxnSpPr>
          <p:nvPr/>
        </p:nvCxnSpPr>
        <p:spPr bwMode="auto">
          <a:xfrm rot="10800000" flipV="1">
            <a:off x="6716776" y="4534859"/>
            <a:ext cx="651885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05BFEC60-8615-4B5E-B6CF-420B282352C3}"/>
              </a:ext>
            </a:extLst>
          </p:cNvPr>
          <p:cNvSpPr txBox="1"/>
          <p:nvPr/>
        </p:nvSpPr>
        <p:spPr>
          <a:xfrm>
            <a:off x="7033168" y="3493441"/>
            <a:ext cx="4203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pai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FDC631C-9111-41A1-8495-BB6CCEC4A8CD}"/>
              </a:ext>
            </a:extLst>
          </p:cNvPr>
          <p:cNvSpPr txBox="1"/>
          <p:nvPr/>
        </p:nvSpPr>
        <p:spPr>
          <a:xfrm>
            <a:off x="7958597" y="389559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16B71DCB-D9C0-4B92-9B9B-5D51672FA852}"/>
              </a:ext>
            </a:extLst>
          </p:cNvPr>
          <p:cNvSpPr/>
          <p:nvPr/>
        </p:nvSpPr>
        <p:spPr bwMode="auto">
          <a:xfrm>
            <a:off x="6696891" y="3657600"/>
            <a:ext cx="357052" cy="148046"/>
          </a:xfrm>
          <a:custGeom>
            <a:avLst/>
            <a:gdLst>
              <a:gd name="connsiteX0" fmla="*/ 357052 w 357052"/>
              <a:gd name="connsiteY0" fmla="*/ 0 h 148046"/>
              <a:gd name="connsiteX1" fmla="*/ 87086 w 357052"/>
              <a:gd name="connsiteY1" fmla="*/ 34834 h 148046"/>
              <a:gd name="connsiteX2" fmla="*/ 0 w 357052"/>
              <a:gd name="connsiteY2" fmla="*/ 148046 h 14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052" h="148046">
                <a:moveTo>
                  <a:pt x="357052" y="0"/>
                </a:moveTo>
                <a:cubicBezTo>
                  <a:pt x="251823" y="5080"/>
                  <a:pt x="146595" y="10160"/>
                  <a:pt x="87086" y="34834"/>
                </a:cubicBezTo>
                <a:cubicBezTo>
                  <a:pt x="27577" y="59508"/>
                  <a:pt x="13788" y="103777"/>
                  <a:pt x="0" y="148046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4D2525B-E721-40F5-849E-E01D8E672A5A}"/>
              </a:ext>
            </a:extLst>
          </p:cNvPr>
          <p:cNvSpPr/>
          <p:nvPr/>
        </p:nvSpPr>
        <p:spPr bwMode="auto">
          <a:xfrm>
            <a:off x="7680960" y="4075611"/>
            <a:ext cx="287383" cy="217715"/>
          </a:xfrm>
          <a:custGeom>
            <a:avLst/>
            <a:gdLst>
              <a:gd name="connsiteX0" fmla="*/ 287383 w 287383"/>
              <a:gd name="connsiteY0" fmla="*/ 0 h 217715"/>
              <a:gd name="connsiteX1" fmla="*/ 78377 w 287383"/>
              <a:gd name="connsiteY1" fmla="*/ 52252 h 217715"/>
              <a:gd name="connsiteX2" fmla="*/ 0 w 287383"/>
              <a:gd name="connsiteY2" fmla="*/ 217715 h 217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383" h="217715">
                <a:moveTo>
                  <a:pt x="287383" y="0"/>
                </a:moveTo>
                <a:cubicBezTo>
                  <a:pt x="206828" y="7983"/>
                  <a:pt x="126274" y="15966"/>
                  <a:pt x="78377" y="52252"/>
                </a:cubicBezTo>
                <a:cubicBezTo>
                  <a:pt x="30480" y="88538"/>
                  <a:pt x="15240" y="153126"/>
                  <a:pt x="0" y="217715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24304D42-5A9A-4127-B10C-22B45952E656}"/>
              </a:ext>
            </a:extLst>
          </p:cNvPr>
          <p:cNvSpPr txBox="1"/>
          <p:nvPr/>
        </p:nvSpPr>
        <p:spPr>
          <a:xfrm>
            <a:off x="6758666" y="6064231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703E6746-84AE-4FA4-9714-DC22AC554450}"/>
              </a:ext>
            </a:extLst>
          </p:cNvPr>
          <p:cNvSpPr/>
          <p:nvPr/>
        </p:nvSpPr>
        <p:spPr bwMode="auto">
          <a:xfrm>
            <a:off x="6940731" y="5986024"/>
            <a:ext cx="374469" cy="127393"/>
          </a:xfrm>
          <a:custGeom>
            <a:avLst/>
            <a:gdLst>
              <a:gd name="connsiteX0" fmla="*/ 0 w 374469"/>
              <a:gd name="connsiteY0" fmla="*/ 127393 h 127393"/>
              <a:gd name="connsiteX1" fmla="*/ 121920 w 374469"/>
              <a:gd name="connsiteY1" fmla="*/ 14182 h 127393"/>
              <a:gd name="connsiteX2" fmla="*/ 374469 w 374469"/>
              <a:gd name="connsiteY2" fmla="*/ 5473 h 12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469" h="127393">
                <a:moveTo>
                  <a:pt x="0" y="127393"/>
                </a:moveTo>
                <a:cubicBezTo>
                  <a:pt x="29754" y="80947"/>
                  <a:pt x="59509" y="34502"/>
                  <a:pt x="121920" y="14182"/>
                </a:cubicBezTo>
                <a:cubicBezTo>
                  <a:pt x="184331" y="-6138"/>
                  <a:pt x="279400" y="-333"/>
                  <a:pt x="374469" y="5473"/>
                </a:cubicBez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F05B3FDB-976B-408D-9C14-D27F8E72D08A}"/>
              </a:ext>
            </a:extLst>
          </p:cNvPr>
          <p:cNvSpPr txBox="1"/>
          <p:nvPr/>
        </p:nvSpPr>
        <p:spPr>
          <a:xfrm>
            <a:off x="7324107" y="5664999"/>
            <a:ext cx="5116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0337098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Exercícios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>
          <a:xfrm>
            <a:off x="396000" y="1080000"/>
            <a:ext cx="8496000" cy="5220000"/>
          </a:xfrm>
        </p:spPr>
        <p:txBody>
          <a:bodyPr/>
          <a:lstStyle/>
          <a:p>
            <a:pPr algn="just">
              <a:spcBef>
                <a:spcPts val="1800"/>
              </a:spcBef>
              <a:defRPr/>
            </a:pPr>
            <a:r>
              <a:rPr lang="pt-BR" dirty="0"/>
              <a:t>Exercício 5: altere o programa anterior para, ao final da inclusão, solicitar que número deve ser excluído, até que o usuário digite 0 (zero). Após cada exclusão, imprima os números da ABB em ordem crescente, informando também qual o valor da raiz.</a:t>
            </a:r>
            <a:endParaRPr lang="pt-BR" sz="1800" dirty="0"/>
          </a:p>
          <a:p>
            <a:pPr algn="just">
              <a:spcBef>
                <a:spcPts val="1800"/>
              </a:spcBef>
              <a:defRPr/>
            </a:pPr>
            <a:endParaRPr lang="pt-BR" dirty="0"/>
          </a:p>
          <a:p>
            <a:pPr algn="just">
              <a:spcBef>
                <a:spcPts val="1800"/>
              </a:spcBef>
              <a:defRPr/>
            </a:pPr>
            <a:endParaRPr lang="pt-BR" dirty="0"/>
          </a:p>
          <a:p>
            <a:pPr algn="just" eaLnBrk="1" hangingPunct="1">
              <a:spcBef>
                <a:spcPts val="1800"/>
              </a:spcBef>
              <a:buFont typeface="Wingdings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39708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Situação 1: no programa do exercício anterior, que ABB será criada se o usuário digitasse a sequência </a:t>
            </a:r>
            <a:r>
              <a:rPr lang="pt-BR" sz="2000" dirty="0">
                <a:solidFill>
                  <a:schemeClr val="accent2"/>
                </a:solidFill>
              </a:rPr>
              <a:t>4  7  16  20  37  38  43</a:t>
            </a:r>
            <a:r>
              <a:rPr lang="pt-BR" sz="2000" dirty="0"/>
              <a:t>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654D0D-2D14-4835-ADD7-49BD691A6491}"/>
              </a:ext>
            </a:extLst>
          </p:cNvPr>
          <p:cNvSpPr/>
          <p:nvPr/>
        </p:nvSpPr>
        <p:spPr bwMode="auto">
          <a:xfrm>
            <a:off x="3151333" y="245614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4EFE4E-6362-4F11-9A84-4C9F447FE45E}"/>
              </a:ext>
            </a:extLst>
          </p:cNvPr>
          <p:cNvSpPr/>
          <p:nvPr/>
        </p:nvSpPr>
        <p:spPr bwMode="auto">
          <a:xfrm>
            <a:off x="3635896" y="295140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43CA6B0-16D1-458B-B674-5BA0F027F03A}"/>
              </a:ext>
            </a:extLst>
          </p:cNvPr>
          <p:cNvSpPr/>
          <p:nvPr/>
        </p:nvSpPr>
        <p:spPr bwMode="auto">
          <a:xfrm>
            <a:off x="4139952" y="345545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F273AA7-FC27-4A03-82D2-D28E9C30D336}"/>
              </a:ext>
            </a:extLst>
          </p:cNvPr>
          <p:cNvSpPr/>
          <p:nvPr/>
        </p:nvSpPr>
        <p:spPr bwMode="auto">
          <a:xfrm>
            <a:off x="4644008" y="395951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520917-CA93-4455-8962-A926730721B7}"/>
              </a:ext>
            </a:extLst>
          </p:cNvPr>
          <p:cNvSpPr/>
          <p:nvPr/>
        </p:nvSpPr>
        <p:spPr bwMode="auto">
          <a:xfrm>
            <a:off x="5148064" y="446356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90D791-9CE5-414A-BEC2-7709948D1ADE}"/>
              </a:ext>
            </a:extLst>
          </p:cNvPr>
          <p:cNvSpPr/>
          <p:nvPr/>
        </p:nvSpPr>
        <p:spPr bwMode="auto">
          <a:xfrm>
            <a:off x="5652120" y="496762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56A58BE-7325-4360-8E95-2652AD709437}"/>
              </a:ext>
            </a:extLst>
          </p:cNvPr>
          <p:cNvSpPr/>
          <p:nvPr/>
        </p:nvSpPr>
        <p:spPr bwMode="auto">
          <a:xfrm>
            <a:off x="6156176" y="547168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F603C02B-A7FD-48A3-BC1C-5CC756F58911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4499992" y="363547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D4A02C54-5034-45C3-9303-3D3F20925CBA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5004048" y="413953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CEE0DE4F-5FE8-4C50-A22B-3093C50E9C31}"/>
              </a:ext>
            </a:extLst>
          </p:cNvPr>
          <p:cNvCxnSpPr>
            <a:stCxn id="8" idx="3"/>
            <a:endCxn id="9" idx="0"/>
          </p:cNvCxnSpPr>
          <p:nvPr/>
        </p:nvCxnSpPr>
        <p:spPr bwMode="auto">
          <a:xfrm>
            <a:off x="5508104" y="464358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40BDB428-8B99-4D90-9157-69CCCA5EF5C3}"/>
              </a:ext>
            </a:extLst>
          </p:cNvPr>
          <p:cNvCxnSpPr>
            <a:stCxn id="9" idx="3"/>
            <a:endCxn id="10" idx="0"/>
          </p:cNvCxnSpPr>
          <p:nvPr/>
        </p:nvCxnSpPr>
        <p:spPr bwMode="auto">
          <a:xfrm>
            <a:off x="6012160" y="514764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6F358C8E-060B-4200-9D2C-9951E9F788EA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6516216" y="5651701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5164BE1B-C660-4AF1-A4FA-803E10D385BF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rot="10800000" flipV="1">
            <a:off x="4319972" y="413953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C1EE4D36-2DEF-4209-80FC-C8389F7EE70F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4903250" y="464358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5C4A133D-E83E-4ED6-8AA6-46DF0E2CA6EE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V="1">
            <a:off x="5386250" y="514764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D18D9D8A-2041-4B95-9E23-725DF27A3D4C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5832140" y="565170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F6E8CF68-E1B4-4D2C-8FAB-4B9A09976275}"/>
              </a:ext>
            </a:extLst>
          </p:cNvPr>
          <p:cNvSpPr/>
          <p:nvPr/>
        </p:nvSpPr>
        <p:spPr bwMode="auto">
          <a:xfrm>
            <a:off x="2669502" y="2160057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CADFC88-F928-4CDC-BAF2-C1420631F861}"/>
              </a:ext>
            </a:extLst>
          </p:cNvPr>
          <p:cNvSpPr txBox="1"/>
          <p:nvPr/>
        </p:nvSpPr>
        <p:spPr>
          <a:xfrm>
            <a:off x="2207388" y="1988840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BCA1AF55-BF47-4E87-8DBB-557C9BCB6307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3995936" y="313142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AA165140-BFD1-4BFD-B440-4E45F94335A0}"/>
              </a:ext>
            </a:extLst>
          </p:cNvPr>
          <p:cNvCxnSpPr>
            <a:stCxn id="4" idx="3"/>
            <a:endCxn id="5" idx="0"/>
          </p:cNvCxnSpPr>
          <p:nvPr/>
        </p:nvCxnSpPr>
        <p:spPr bwMode="auto">
          <a:xfrm>
            <a:off x="3511373" y="2636168"/>
            <a:ext cx="304543" cy="315233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D7EDDDBC-2E34-4782-9DD3-9A338E15B4F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818191" y="3619018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14672335-740B-4908-9BA2-2FBE44100B47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315305" y="3104616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DD74E5A7-EFAB-4200-B0C8-64824A57DBD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827297" y="262736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4F2C2C-B0E6-4001-AD3C-E21B5FB889D7}"/>
              </a:ext>
            </a:extLst>
          </p:cNvPr>
          <p:cNvSpPr txBox="1"/>
          <p:nvPr/>
        </p:nvSpPr>
        <p:spPr>
          <a:xfrm>
            <a:off x="346170" y="4840880"/>
            <a:ext cx="3110185" cy="117570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Quantas comparações são necessárias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</a:t>
            </a:r>
          </a:p>
        </p:txBody>
      </p:sp>
    </p:spTree>
    <p:extLst>
      <p:ext uri="{BB962C8B-B14F-4D97-AF65-F5344CB8AC3E}">
        <p14:creationId xmlns:p14="http://schemas.microsoft.com/office/powerpoint/2010/main" val="799281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Situação 1: no programa do exercício anterior, que ABB será criada se o usuário digitasse a sequência </a:t>
            </a:r>
            <a:r>
              <a:rPr lang="pt-BR" sz="2000" dirty="0">
                <a:solidFill>
                  <a:schemeClr val="accent2"/>
                </a:solidFill>
              </a:rPr>
              <a:t>4  7  16  20  37  38  43</a:t>
            </a:r>
            <a:r>
              <a:rPr lang="pt-BR" sz="2000" dirty="0"/>
              <a:t>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6654D0D-2D14-4835-ADD7-49BD691A6491}"/>
              </a:ext>
            </a:extLst>
          </p:cNvPr>
          <p:cNvSpPr/>
          <p:nvPr/>
        </p:nvSpPr>
        <p:spPr bwMode="auto">
          <a:xfrm>
            <a:off x="3151333" y="245614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4EFE4E-6362-4F11-9A84-4C9F447FE45E}"/>
              </a:ext>
            </a:extLst>
          </p:cNvPr>
          <p:cNvSpPr/>
          <p:nvPr/>
        </p:nvSpPr>
        <p:spPr bwMode="auto">
          <a:xfrm>
            <a:off x="3635896" y="295140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43CA6B0-16D1-458B-B674-5BA0F027F03A}"/>
              </a:ext>
            </a:extLst>
          </p:cNvPr>
          <p:cNvSpPr/>
          <p:nvPr/>
        </p:nvSpPr>
        <p:spPr bwMode="auto">
          <a:xfrm>
            <a:off x="4139952" y="345545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F273AA7-FC27-4A03-82D2-D28E9C30D336}"/>
              </a:ext>
            </a:extLst>
          </p:cNvPr>
          <p:cNvSpPr/>
          <p:nvPr/>
        </p:nvSpPr>
        <p:spPr bwMode="auto">
          <a:xfrm>
            <a:off x="4644008" y="395951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5520917-CA93-4455-8962-A926730721B7}"/>
              </a:ext>
            </a:extLst>
          </p:cNvPr>
          <p:cNvSpPr/>
          <p:nvPr/>
        </p:nvSpPr>
        <p:spPr bwMode="auto">
          <a:xfrm>
            <a:off x="5148064" y="446356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B90D791-9CE5-414A-BEC2-7709948D1ADE}"/>
              </a:ext>
            </a:extLst>
          </p:cNvPr>
          <p:cNvSpPr/>
          <p:nvPr/>
        </p:nvSpPr>
        <p:spPr bwMode="auto">
          <a:xfrm>
            <a:off x="5652120" y="496762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56A58BE-7325-4360-8E95-2652AD709437}"/>
              </a:ext>
            </a:extLst>
          </p:cNvPr>
          <p:cNvSpPr/>
          <p:nvPr/>
        </p:nvSpPr>
        <p:spPr bwMode="auto">
          <a:xfrm>
            <a:off x="6156176" y="547168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F603C02B-A7FD-48A3-BC1C-5CC756F58911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4499992" y="363547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D4A02C54-5034-45C3-9303-3D3F20925CBA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5004048" y="413953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CEE0DE4F-5FE8-4C50-A22B-3093C50E9C31}"/>
              </a:ext>
            </a:extLst>
          </p:cNvPr>
          <p:cNvCxnSpPr>
            <a:stCxn id="8" idx="3"/>
            <a:endCxn id="9" idx="0"/>
          </p:cNvCxnSpPr>
          <p:nvPr/>
        </p:nvCxnSpPr>
        <p:spPr bwMode="auto">
          <a:xfrm>
            <a:off x="5508104" y="464358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id="{40BDB428-8B99-4D90-9157-69CCCA5EF5C3}"/>
              </a:ext>
            </a:extLst>
          </p:cNvPr>
          <p:cNvCxnSpPr>
            <a:stCxn id="9" idx="3"/>
            <a:endCxn id="10" idx="0"/>
          </p:cNvCxnSpPr>
          <p:nvPr/>
        </p:nvCxnSpPr>
        <p:spPr bwMode="auto">
          <a:xfrm>
            <a:off x="6012160" y="514764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6F358C8E-060B-4200-9D2C-9951E9F788EA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6516216" y="5651701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5164BE1B-C660-4AF1-A4FA-803E10D385BF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rot="10800000" flipV="1">
            <a:off x="4319972" y="413953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C1EE4D36-2DEF-4209-80FC-C8389F7EE70F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4903250" y="464358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5C4A133D-E83E-4ED6-8AA6-46DF0E2CA6EE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V="1">
            <a:off x="5386250" y="514764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D18D9D8A-2041-4B95-9E23-725DF27A3D4C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5832140" y="565170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F6E8CF68-E1B4-4D2C-8FAB-4B9A09976275}"/>
              </a:ext>
            </a:extLst>
          </p:cNvPr>
          <p:cNvSpPr/>
          <p:nvPr/>
        </p:nvSpPr>
        <p:spPr bwMode="auto">
          <a:xfrm>
            <a:off x="2669502" y="2160057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CADFC88-F928-4CDC-BAF2-C1420631F861}"/>
              </a:ext>
            </a:extLst>
          </p:cNvPr>
          <p:cNvSpPr txBox="1"/>
          <p:nvPr/>
        </p:nvSpPr>
        <p:spPr>
          <a:xfrm>
            <a:off x="2207388" y="1988840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BCA1AF55-BF47-4E87-8DBB-557C9BCB6307}"/>
              </a:ext>
            </a:extLst>
          </p:cNvPr>
          <p:cNvCxnSpPr>
            <a:stCxn id="5" idx="3"/>
            <a:endCxn id="6" idx="0"/>
          </p:cNvCxnSpPr>
          <p:nvPr/>
        </p:nvCxnSpPr>
        <p:spPr bwMode="auto">
          <a:xfrm>
            <a:off x="3995936" y="313142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AA165140-BFD1-4BFD-B440-4E45F94335A0}"/>
              </a:ext>
            </a:extLst>
          </p:cNvPr>
          <p:cNvCxnSpPr>
            <a:stCxn id="4" idx="3"/>
            <a:endCxn id="5" idx="0"/>
          </p:cNvCxnSpPr>
          <p:nvPr/>
        </p:nvCxnSpPr>
        <p:spPr bwMode="auto">
          <a:xfrm>
            <a:off x="3511373" y="2636168"/>
            <a:ext cx="304543" cy="315233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D7EDDDBC-2E34-4782-9DD3-9A338E15B4F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818191" y="3619018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14672335-740B-4908-9BA2-2FBE44100B47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315305" y="3104616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DD74E5A7-EFAB-4200-B0C8-64824A57DBD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827297" y="262736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965A2BF-47F5-42BD-AEA7-EE37117C43D3}"/>
              </a:ext>
            </a:extLst>
          </p:cNvPr>
          <p:cNvSpPr txBox="1"/>
          <p:nvPr/>
        </p:nvSpPr>
        <p:spPr>
          <a:xfrm>
            <a:off x="346170" y="4840880"/>
            <a:ext cx="3110185" cy="117570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Quantas comparações são necessárias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124866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Situação 2: no programa do </a:t>
            </a:r>
            <a:r>
              <a:rPr lang="pt-BR" sz="2000" dirty="0"/>
              <a:t>exercício anterior, que ABB será criada se o usuário digitasse a sequência </a:t>
            </a:r>
            <a:r>
              <a:rPr lang="pt-BR" sz="2000" dirty="0">
                <a:solidFill>
                  <a:schemeClr val="accent2"/>
                </a:solidFill>
              </a:rPr>
              <a:t>16  4  7  20  37  38  43</a:t>
            </a:r>
            <a:r>
              <a:rPr lang="pt-BR" sz="2000" dirty="0"/>
              <a:t>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1277F4E-8C5C-41E7-AF0C-3EABB9C14F93}"/>
              </a:ext>
            </a:extLst>
          </p:cNvPr>
          <p:cNvSpPr/>
          <p:nvPr/>
        </p:nvSpPr>
        <p:spPr bwMode="auto">
          <a:xfrm>
            <a:off x="3173173" y="325925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151572-9A34-4C07-A4CF-B8A6C5C4B7A4}"/>
              </a:ext>
            </a:extLst>
          </p:cNvPr>
          <p:cNvSpPr/>
          <p:nvPr/>
        </p:nvSpPr>
        <p:spPr bwMode="auto">
          <a:xfrm>
            <a:off x="3602146" y="376498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C2FD86-1355-4260-A539-1340B5399DE2}"/>
              </a:ext>
            </a:extLst>
          </p:cNvPr>
          <p:cNvSpPr/>
          <p:nvPr/>
        </p:nvSpPr>
        <p:spPr bwMode="auto">
          <a:xfrm>
            <a:off x="3851920" y="274502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69E24F7-AE54-483D-9718-77BF2AF3836C}"/>
              </a:ext>
            </a:extLst>
          </p:cNvPr>
          <p:cNvSpPr/>
          <p:nvPr/>
        </p:nvSpPr>
        <p:spPr bwMode="auto">
          <a:xfrm>
            <a:off x="4541325" y="3257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9E6D5BC-D4B7-490C-9484-B2FAB9130999}"/>
              </a:ext>
            </a:extLst>
          </p:cNvPr>
          <p:cNvSpPr/>
          <p:nvPr/>
        </p:nvSpPr>
        <p:spPr bwMode="auto">
          <a:xfrm>
            <a:off x="5045381" y="3761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A3FFA13-717A-4878-BA5A-D66732DF8BB0}"/>
              </a:ext>
            </a:extLst>
          </p:cNvPr>
          <p:cNvSpPr/>
          <p:nvPr/>
        </p:nvSpPr>
        <p:spPr bwMode="auto">
          <a:xfrm>
            <a:off x="5549437" y="4265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4F906E-5AF8-46D9-8CD5-6136454C1E02}"/>
              </a:ext>
            </a:extLst>
          </p:cNvPr>
          <p:cNvSpPr/>
          <p:nvPr/>
        </p:nvSpPr>
        <p:spPr bwMode="auto">
          <a:xfrm>
            <a:off x="6053493" y="476999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34E201D1-43EE-4517-A143-757DBDD0D148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4211960" y="2925047"/>
            <a:ext cx="509385" cy="3327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38F86CF9-DF8D-49CA-8933-31A216507435}"/>
              </a:ext>
            </a:extLst>
          </p:cNvPr>
          <p:cNvCxnSpPr>
            <a:stCxn id="8" idx="3"/>
            <a:endCxn id="10" idx="0"/>
          </p:cNvCxnSpPr>
          <p:nvPr/>
        </p:nvCxnSpPr>
        <p:spPr bwMode="auto">
          <a:xfrm>
            <a:off x="4901365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39E8D57C-F68F-47E3-8FBF-CA7000BBF616}"/>
              </a:ext>
            </a:extLst>
          </p:cNvPr>
          <p:cNvCxnSpPr>
            <a:stCxn id="10" idx="3"/>
            <a:endCxn id="11" idx="0"/>
          </p:cNvCxnSpPr>
          <p:nvPr/>
        </p:nvCxnSpPr>
        <p:spPr bwMode="auto">
          <a:xfrm>
            <a:off x="5405421" y="39418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43EEE4BC-18FF-43F8-9A73-CDB07DD5BEDA}"/>
              </a:ext>
            </a:extLst>
          </p:cNvPr>
          <p:cNvCxnSpPr>
            <a:stCxn id="11" idx="3"/>
            <a:endCxn id="12" idx="0"/>
          </p:cNvCxnSpPr>
          <p:nvPr/>
        </p:nvCxnSpPr>
        <p:spPr bwMode="auto">
          <a:xfrm>
            <a:off x="5909477" y="444595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855C4949-2DC8-41A4-A267-272ACB07142C}"/>
              </a:ext>
            </a:extLst>
          </p:cNvPr>
          <p:cNvCxnSpPr>
            <a:cxnSpLocks/>
            <a:stCxn id="12" idx="3"/>
          </p:cNvCxnSpPr>
          <p:nvPr/>
        </p:nvCxnSpPr>
        <p:spPr bwMode="auto">
          <a:xfrm>
            <a:off x="6413533" y="4950011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E50BC668-921C-41AE-B495-DE7CB9212198}"/>
              </a:ext>
            </a:extLst>
          </p:cNvPr>
          <p:cNvCxnSpPr>
            <a:cxnSpLocks/>
            <a:stCxn id="7" idx="1"/>
            <a:endCxn id="2" idx="0"/>
          </p:cNvCxnSpPr>
          <p:nvPr/>
        </p:nvCxnSpPr>
        <p:spPr bwMode="auto">
          <a:xfrm rot="10800000" flipV="1">
            <a:off x="3353194" y="2925047"/>
            <a:ext cx="498727" cy="33420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314C0EC-C7B8-4DBD-96B7-E7390EF48412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4217289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0BB67A66-7AC4-4D6E-BEAA-8D9763B71947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4800567" y="394189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209AD606-A316-47C1-8C3D-957057CB7A1C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rot="10800000" flipV="1">
            <a:off x="5283567" y="444595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D9D32B51-6DAC-4C04-8E8D-FA3B2F232F74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rot="10800000" flipV="1">
            <a:off x="5729457" y="495001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6A6D2F65-F4D0-4939-AFC0-5126AAB66D45}"/>
              </a:ext>
            </a:extLst>
          </p:cNvPr>
          <p:cNvSpPr/>
          <p:nvPr/>
        </p:nvSpPr>
        <p:spPr bwMode="auto">
          <a:xfrm>
            <a:off x="3385328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42C4245-4D85-4BBD-B6C1-864AC7FDD149}"/>
              </a:ext>
            </a:extLst>
          </p:cNvPr>
          <p:cNvSpPr txBox="1"/>
          <p:nvPr/>
        </p:nvSpPr>
        <p:spPr>
          <a:xfrm>
            <a:off x="2923214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236D0B8E-2F6F-43AE-9978-B0ABC06EB27A}"/>
              </a:ext>
            </a:extLst>
          </p:cNvPr>
          <p:cNvCxnSpPr>
            <a:stCxn id="2" idx="3"/>
            <a:endCxn id="6" idx="0"/>
          </p:cNvCxnSpPr>
          <p:nvPr/>
        </p:nvCxnSpPr>
        <p:spPr bwMode="auto">
          <a:xfrm>
            <a:off x="3533213" y="3439275"/>
            <a:ext cx="248953" cy="325712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8CEA2DD8-21AF-4B1D-9C71-D2CFBA70DA20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357332" y="3927783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E9B0F9E3-E0E9-4884-B3D0-164B6801FF70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923215" y="3437843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6A3662E2-8AAF-434D-86B5-D0683759C8E1}"/>
              </a:ext>
            </a:extLst>
          </p:cNvPr>
          <p:cNvCxnSpPr/>
          <p:nvPr/>
        </p:nvCxnSpPr>
        <p:spPr bwMode="auto">
          <a:xfrm>
            <a:off x="3961576" y="393026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CAF0B48-AB8C-413D-A9A9-370B5AF9A346}"/>
              </a:ext>
            </a:extLst>
          </p:cNvPr>
          <p:cNvSpPr txBox="1"/>
          <p:nvPr/>
        </p:nvSpPr>
        <p:spPr>
          <a:xfrm>
            <a:off x="346170" y="4840880"/>
            <a:ext cx="3110185" cy="117570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Quantas comparações são necessárias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</a:t>
            </a:r>
          </a:p>
        </p:txBody>
      </p:sp>
    </p:spTree>
    <p:extLst>
      <p:ext uri="{BB962C8B-B14F-4D97-AF65-F5344CB8AC3E}">
        <p14:creationId xmlns:p14="http://schemas.microsoft.com/office/powerpoint/2010/main" val="2789499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Situação 2: no programa do </a:t>
            </a:r>
            <a:r>
              <a:rPr lang="pt-BR" sz="2000" dirty="0"/>
              <a:t>exercício anterior, que ABB será criada se o usuário digitasse a sequência </a:t>
            </a:r>
            <a:r>
              <a:rPr lang="pt-BR" sz="2000" dirty="0">
                <a:solidFill>
                  <a:schemeClr val="accent2"/>
                </a:solidFill>
              </a:rPr>
              <a:t>16  4  7  20  37  38  43</a:t>
            </a:r>
            <a:r>
              <a:rPr lang="pt-BR" sz="2000" dirty="0"/>
              <a:t>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1277F4E-8C5C-41E7-AF0C-3EABB9C14F93}"/>
              </a:ext>
            </a:extLst>
          </p:cNvPr>
          <p:cNvSpPr/>
          <p:nvPr/>
        </p:nvSpPr>
        <p:spPr bwMode="auto">
          <a:xfrm>
            <a:off x="3173173" y="325925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151572-9A34-4C07-A4CF-B8A6C5C4B7A4}"/>
              </a:ext>
            </a:extLst>
          </p:cNvPr>
          <p:cNvSpPr/>
          <p:nvPr/>
        </p:nvSpPr>
        <p:spPr bwMode="auto">
          <a:xfrm>
            <a:off x="3602146" y="376498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9C2FD86-1355-4260-A539-1340B5399DE2}"/>
              </a:ext>
            </a:extLst>
          </p:cNvPr>
          <p:cNvSpPr/>
          <p:nvPr/>
        </p:nvSpPr>
        <p:spPr bwMode="auto">
          <a:xfrm>
            <a:off x="3851920" y="274502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69E24F7-AE54-483D-9718-77BF2AF3836C}"/>
              </a:ext>
            </a:extLst>
          </p:cNvPr>
          <p:cNvSpPr/>
          <p:nvPr/>
        </p:nvSpPr>
        <p:spPr bwMode="auto">
          <a:xfrm>
            <a:off x="4541325" y="3257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9E6D5BC-D4B7-490C-9484-B2FAB9130999}"/>
              </a:ext>
            </a:extLst>
          </p:cNvPr>
          <p:cNvSpPr/>
          <p:nvPr/>
        </p:nvSpPr>
        <p:spPr bwMode="auto">
          <a:xfrm>
            <a:off x="5045381" y="3761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A3FFA13-717A-4878-BA5A-D66732DF8BB0}"/>
              </a:ext>
            </a:extLst>
          </p:cNvPr>
          <p:cNvSpPr/>
          <p:nvPr/>
        </p:nvSpPr>
        <p:spPr bwMode="auto">
          <a:xfrm>
            <a:off x="5549437" y="4265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4F906E-5AF8-46D9-8CD5-6136454C1E02}"/>
              </a:ext>
            </a:extLst>
          </p:cNvPr>
          <p:cNvSpPr/>
          <p:nvPr/>
        </p:nvSpPr>
        <p:spPr bwMode="auto">
          <a:xfrm>
            <a:off x="6053493" y="476999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id="{34E201D1-43EE-4517-A143-757DBDD0D148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4211960" y="2925047"/>
            <a:ext cx="509385" cy="3327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38F86CF9-DF8D-49CA-8933-31A216507435}"/>
              </a:ext>
            </a:extLst>
          </p:cNvPr>
          <p:cNvCxnSpPr>
            <a:stCxn id="8" idx="3"/>
            <a:endCxn id="10" idx="0"/>
          </p:cNvCxnSpPr>
          <p:nvPr/>
        </p:nvCxnSpPr>
        <p:spPr bwMode="auto">
          <a:xfrm>
            <a:off x="4901365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39E8D57C-F68F-47E3-8FBF-CA7000BBF616}"/>
              </a:ext>
            </a:extLst>
          </p:cNvPr>
          <p:cNvCxnSpPr>
            <a:stCxn id="10" idx="3"/>
            <a:endCxn id="11" idx="0"/>
          </p:cNvCxnSpPr>
          <p:nvPr/>
        </p:nvCxnSpPr>
        <p:spPr bwMode="auto">
          <a:xfrm>
            <a:off x="5405421" y="39418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43EEE4BC-18FF-43F8-9A73-CDB07DD5BEDA}"/>
              </a:ext>
            </a:extLst>
          </p:cNvPr>
          <p:cNvCxnSpPr>
            <a:stCxn id="11" idx="3"/>
            <a:endCxn id="12" idx="0"/>
          </p:cNvCxnSpPr>
          <p:nvPr/>
        </p:nvCxnSpPr>
        <p:spPr bwMode="auto">
          <a:xfrm>
            <a:off x="5909477" y="444595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855C4949-2DC8-41A4-A267-272ACB07142C}"/>
              </a:ext>
            </a:extLst>
          </p:cNvPr>
          <p:cNvCxnSpPr>
            <a:cxnSpLocks/>
            <a:stCxn id="12" idx="3"/>
          </p:cNvCxnSpPr>
          <p:nvPr/>
        </p:nvCxnSpPr>
        <p:spPr bwMode="auto">
          <a:xfrm>
            <a:off x="6413533" y="4950011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E50BC668-921C-41AE-B495-DE7CB9212198}"/>
              </a:ext>
            </a:extLst>
          </p:cNvPr>
          <p:cNvCxnSpPr>
            <a:cxnSpLocks/>
            <a:stCxn id="7" idx="1"/>
            <a:endCxn id="2" idx="0"/>
          </p:cNvCxnSpPr>
          <p:nvPr/>
        </p:nvCxnSpPr>
        <p:spPr bwMode="auto">
          <a:xfrm rot="10800000" flipV="1">
            <a:off x="3353194" y="2925047"/>
            <a:ext cx="498727" cy="33420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314C0EC-C7B8-4DBD-96B7-E7390EF48412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4217289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0BB67A66-7AC4-4D6E-BEAA-8D9763B71947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4800567" y="394189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209AD606-A316-47C1-8C3D-957057CB7A1C}"/>
              </a:ext>
            </a:extLst>
          </p:cNvPr>
          <p:cNvCxnSpPr>
            <a:cxnSpLocks/>
            <a:stCxn id="11" idx="1"/>
          </p:cNvCxnSpPr>
          <p:nvPr/>
        </p:nvCxnSpPr>
        <p:spPr bwMode="auto">
          <a:xfrm rot="10800000" flipV="1">
            <a:off x="5283567" y="444595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D9D32B51-6DAC-4C04-8E8D-FA3B2F232F74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rot="10800000" flipV="1">
            <a:off x="5729457" y="495001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6A6D2F65-F4D0-4939-AFC0-5126AAB66D45}"/>
              </a:ext>
            </a:extLst>
          </p:cNvPr>
          <p:cNvSpPr/>
          <p:nvPr/>
        </p:nvSpPr>
        <p:spPr bwMode="auto">
          <a:xfrm>
            <a:off x="3385328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242C4245-4D85-4BBD-B6C1-864AC7FDD149}"/>
              </a:ext>
            </a:extLst>
          </p:cNvPr>
          <p:cNvSpPr txBox="1"/>
          <p:nvPr/>
        </p:nvSpPr>
        <p:spPr>
          <a:xfrm>
            <a:off x="2923214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236D0B8E-2F6F-43AE-9978-B0ABC06EB27A}"/>
              </a:ext>
            </a:extLst>
          </p:cNvPr>
          <p:cNvCxnSpPr>
            <a:stCxn id="2" idx="3"/>
            <a:endCxn id="6" idx="0"/>
          </p:cNvCxnSpPr>
          <p:nvPr/>
        </p:nvCxnSpPr>
        <p:spPr bwMode="auto">
          <a:xfrm>
            <a:off x="3533213" y="3439275"/>
            <a:ext cx="248953" cy="325712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8CEA2DD8-21AF-4B1D-9C71-D2CFBA70DA20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357332" y="3927783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60" name="Conector: Angulado 59">
            <a:extLst>
              <a:ext uri="{FF2B5EF4-FFF2-40B4-BE49-F238E27FC236}">
                <a16:creationId xmlns:a16="http://schemas.microsoft.com/office/drawing/2014/main" id="{E9B0F9E3-E0E9-4884-B3D0-164B6801FF70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2923215" y="3437843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6A3662E2-8AAF-434D-86B5-D0683759C8E1}"/>
              </a:ext>
            </a:extLst>
          </p:cNvPr>
          <p:cNvCxnSpPr/>
          <p:nvPr/>
        </p:nvCxnSpPr>
        <p:spPr bwMode="auto">
          <a:xfrm>
            <a:off x="3961576" y="393026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CAF0B48-AB8C-413D-A9A9-370B5AF9A346}"/>
              </a:ext>
            </a:extLst>
          </p:cNvPr>
          <p:cNvSpPr txBox="1"/>
          <p:nvPr/>
        </p:nvSpPr>
        <p:spPr>
          <a:xfrm>
            <a:off x="346170" y="4840880"/>
            <a:ext cx="3110185" cy="117570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Quantas comparações são necessárias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99176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Situação 3: no programa do </a:t>
            </a:r>
            <a:r>
              <a:rPr lang="pt-BR" sz="2000" dirty="0"/>
              <a:t>exercício anterior, que ABB será criada se o usuário digitasse a sequência </a:t>
            </a:r>
            <a:r>
              <a:rPr lang="pt-BR" sz="2000" dirty="0">
                <a:solidFill>
                  <a:schemeClr val="accent2"/>
                </a:solidFill>
              </a:rPr>
              <a:t>20  </a:t>
            </a:r>
            <a:r>
              <a:rPr lang="pt-BR" dirty="0">
                <a:solidFill>
                  <a:schemeClr val="accent2"/>
                </a:solidFill>
              </a:rPr>
              <a:t>7  38  4</a:t>
            </a:r>
            <a:r>
              <a:rPr lang="pt-BR" sz="2000" dirty="0">
                <a:solidFill>
                  <a:schemeClr val="accent2"/>
                </a:solidFill>
              </a:rPr>
              <a:t>  17  37  43</a:t>
            </a:r>
            <a:r>
              <a:rPr lang="pt-BR" sz="2000" dirty="0"/>
              <a:t>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40F86A-B08B-49CD-8D03-33B96652307B}"/>
              </a:ext>
            </a:extLst>
          </p:cNvPr>
          <p:cNvSpPr/>
          <p:nvPr/>
        </p:nvSpPr>
        <p:spPr bwMode="auto">
          <a:xfrm>
            <a:off x="3390160" y="325971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0CBFE9-7230-4BD2-AF34-952B03B3206F}"/>
              </a:ext>
            </a:extLst>
          </p:cNvPr>
          <p:cNvSpPr/>
          <p:nvPr/>
        </p:nvSpPr>
        <p:spPr bwMode="auto">
          <a:xfrm>
            <a:off x="3904405" y="393124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CF74B46-AEF4-401F-A6A8-2C97495E6BEC}"/>
              </a:ext>
            </a:extLst>
          </p:cNvPr>
          <p:cNvSpPr/>
          <p:nvPr/>
        </p:nvSpPr>
        <p:spPr bwMode="auto">
          <a:xfrm>
            <a:off x="4685751" y="274464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4C1B1A-2DAF-4D8C-AAB0-F17DBE73384D}"/>
              </a:ext>
            </a:extLst>
          </p:cNvPr>
          <p:cNvSpPr/>
          <p:nvPr/>
        </p:nvSpPr>
        <p:spPr bwMode="auto">
          <a:xfrm>
            <a:off x="5897436" y="325971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DB9889-74EE-4192-9992-405F9C692046}"/>
              </a:ext>
            </a:extLst>
          </p:cNvPr>
          <p:cNvSpPr/>
          <p:nvPr/>
        </p:nvSpPr>
        <p:spPr bwMode="auto">
          <a:xfrm>
            <a:off x="6538377" y="392694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92BBDC-403A-47B1-9E02-9E458FF8B0A3}"/>
              </a:ext>
            </a:extLst>
          </p:cNvPr>
          <p:cNvSpPr/>
          <p:nvPr/>
        </p:nvSpPr>
        <p:spPr bwMode="auto">
          <a:xfrm>
            <a:off x="5260667" y="393124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2D15F8-FA80-4132-9627-300F2B6B019E}"/>
              </a:ext>
            </a:extLst>
          </p:cNvPr>
          <p:cNvSpPr/>
          <p:nvPr/>
        </p:nvSpPr>
        <p:spPr bwMode="auto">
          <a:xfrm>
            <a:off x="2849456" y="3901696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E3F6F2BD-9D2F-485C-AF76-1691221C0FC3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5045791" y="2924663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7303EEB8-EBA9-48C8-B2F5-C4F85CDAAE59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6257476" y="3439738"/>
            <a:ext cx="460921" cy="48720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3F032C26-03C6-4C2F-8F84-BC2100F91322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6898417" y="4106963"/>
            <a:ext cx="265871" cy="3743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1FF37A17-EC9A-4940-A437-EC0266955008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3209496" y="4081716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6D131C9D-A018-414B-800A-F0653CCAD068}"/>
              </a:ext>
            </a:extLst>
          </p:cNvPr>
          <p:cNvCxnSpPr>
            <a:cxnSpLocks/>
            <a:stCxn id="6" idx="1"/>
            <a:endCxn id="4" idx="0"/>
          </p:cNvCxnSpPr>
          <p:nvPr/>
        </p:nvCxnSpPr>
        <p:spPr bwMode="auto">
          <a:xfrm rot="10800000" flipV="1">
            <a:off x="3570181" y="2924662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929FE51C-A864-4811-817E-4BC25CEEEE61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6293563" y="4106962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7F20DD99-9D04-446D-A98A-BD39E9C164B0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V="1">
            <a:off x="4994797" y="4111267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365738F2-5B6F-4A5C-9A84-5FFD4FF83B04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2525420" y="4081716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FB804E8E-C9F6-469A-AD6A-1688FE285473}"/>
              </a:ext>
            </a:extLst>
          </p:cNvPr>
          <p:cNvSpPr/>
          <p:nvPr/>
        </p:nvSpPr>
        <p:spPr bwMode="auto">
          <a:xfrm>
            <a:off x="4212314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4633E9B-5AA5-483B-860E-0E04F86F693D}"/>
              </a:ext>
            </a:extLst>
          </p:cNvPr>
          <p:cNvSpPr txBox="1"/>
          <p:nvPr/>
        </p:nvSpPr>
        <p:spPr>
          <a:xfrm>
            <a:off x="3750200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8B5B0637-F183-428A-B34E-BB6B2CFD430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3750200" y="3439738"/>
            <a:ext cx="334225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6D13DB69-620D-4A34-99EB-33A8A87D7DBD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659591" y="4094043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51C50BAF-82AA-4ABB-B1AB-71306890D035}"/>
              </a:ext>
            </a:extLst>
          </p:cNvPr>
          <p:cNvCxnSpPr>
            <a:cxnSpLocks/>
          </p:cNvCxnSpPr>
          <p:nvPr/>
        </p:nvCxnSpPr>
        <p:spPr bwMode="auto">
          <a:xfrm>
            <a:off x="4263835" y="409652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D2422204-ADB9-4C5F-B0ED-DDE6C832AAFE}"/>
              </a:ext>
            </a:extLst>
          </p:cNvPr>
          <p:cNvCxnSpPr>
            <a:stCxn id="4" idx="1"/>
            <a:endCxn id="10" idx="0"/>
          </p:cNvCxnSpPr>
          <p:nvPr/>
        </p:nvCxnSpPr>
        <p:spPr bwMode="auto">
          <a:xfrm rot="10800000" flipV="1">
            <a:off x="3029476" y="3439738"/>
            <a:ext cx="360684" cy="4619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37" name="Conector: Angulado 1036">
            <a:extLst>
              <a:ext uri="{FF2B5EF4-FFF2-40B4-BE49-F238E27FC236}">
                <a16:creationId xmlns:a16="http://schemas.microsoft.com/office/drawing/2014/main" id="{7EB9A9A6-646F-466C-93F9-765995ACFAC0}"/>
              </a:ext>
            </a:extLst>
          </p:cNvPr>
          <p:cNvCxnSpPr>
            <a:stCxn id="7" idx="1"/>
            <a:endCxn id="9" idx="0"/>
          </p:cNvCxnSpPr>
          <p:nvPr/>
        </p:nvCxnSpPr>
        <p:spPr bwMode="auto">
          <a:xfrm rot="10800000" flipV="1">
            <a:off x="5440688" y="3439737"/>
            <a:ext cx="456749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BC235179-832C-43D3-BD12-A15AB3D4FE7D}"/>
              </a:ext>
            </a:extLst>
          </p:cNvPr>
          <p:cNvCxnSpPr>
            <a:cxnSpLocks/>
          </p:cNvCxnSpPr>
          <p:nvPr/>
        </p:nvCxnSpPr>
        <p:spPr bwMode="auto">
          <a:xfrm>
            <a:off x="5615096" y="409171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6D1C192-6817-4DAC-B19F-9D3716BFE3B8}"/>
              </a:ext>
            </a:extLst>
          </p:cNvPr>
          <p:cNvSpPr txBox="1"/>
          <p:nvPr/>
        </p:nvSpPr>
        <p:spPr>
          <a:xfrm>
            <a:off x="346170" y="4840880"/>
            <a:ext cx="3110185" cy="117570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Quantas comparações são necessárias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</a:t>
            </a:r>
          </a:p>
        </p:txBody>
      </p:sp>
    </p:spTree>
    <p:extLst>
      <p:ext uri="{BB962C8B-B14F-4D97-AF65-F5344CB8AC3E}">
        <p14:creationId xmlns:p14="http://schemas.microsoft.com/office/powerpoint/2010/main" val="876242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Situação 3: no programa do </a:t>
            </a:r>
            <a:r>
              <a:rPr lang="pt-BR" sz="2000" dirty="0"/>
              <a:t>exercício anterior, que ABB será criada se o usuário digitasse a sequência </a:t>
            </a:r>
            <a:r>
              <a:rPr lang="pt-BR" sz="2000" dirty="0">
                <a:solidFill>
                  <a:schemeClr val="accent2"/>
                </a:solidFill>
              </a:rPr>
              <a:t>20  </a:t>
            </a:r>
            <a:r>
              <a:rPr lang="pt-BR" dirty="0">
                <a:solidFill>
                  <a:schemeClr val="accent2"/>
                </a:solidFill>
              </a:rPr>
              <a:t>7  38  4</a:t>
            </a:r>
            <a:r>
              <a:rPr lang="pt-BR" sz="2000" dirty="0">
                <a:solidFill>
                  <a:schemeClr val="accent2"/>
                </a:solidFill>
              </a:rPr>
              <a:t>  17  37  43</a:t>
            </a:r>
            <a:r>
              <a:rPr lang="pt-BR" sz="2000" dirty="0"/>
              <a:t>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40F86A-B08B-49CD-8D03-33B96652307B}"/>
              </a:ext>
            </a:extLst>
          </p:cNvPr>
          <p:cNvSpPr/>
          <p:nvPr/>
        </p:nvSpPr>
        <p:spPr bwMode="auto">
          <a:xfrm>
            <a:off x="3390160" y="325971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0CBFE9-7230-4BD2-AF34-952B03B3206F}"/>
              </a:ext>
            </a:extLst>
          </p:cNvPr>
          <p:cNvSpPr/>
          <p:nvPr/>
        </p:nvSpPr>
        <p:spPr bwMode="auto">
          <a:xfrm>
            <a:off x="3904405" y="393124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CF74B46-AEF4-401F-A6A8-2C97495E6BEC}"/>
              </a:ext>
            </a:extLst>
          </p:cNvPr>
          <p:cNvSpPr/>
          <p:nvPr/>
        </p:nvSpPr>
        <p:spPr bwMode="auto">
          <a:xfrm>
            <a:off x="4685751" y="274464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4C1B1A-2DAF-4D8C-AAB0-F17DBE73384D}"/>
              </a:ext>
            </a:extLst>
          </p:cNvPr>
          <p:cNvSpPr/>
          <p:nvPr/>
        </p:nvSpPr>
        <p:spPr bwMode="auto">
          <a:xfrm>
            <a:off x="5897436" y="3259718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DB9889-74EE-4192-9992-405F9C692046}"/>
              </a:ext>
            </a:extLst>
          </p:cNvPr>
          <p:cNvSpPr/>
          <p:nvPr/>
        </p:nvSpPr>
        <p:spPr bwMode="auto">
          <a:xfrm>
            <a:off x="6538377" y="392694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92BBDC-403A-47B1-9E02-9E458FF8B0A3}"/>
              </a:ext>
            </a:extLst>
          </p:cNvPr>
          <p:cNvSpPr/>
          <p:nvPr/>
        </p:nvSpPr>
        <p:spPr bwMode="auto">
          <a:xfrm>
            <a:off x="5260667" y="393124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2D15F8-FA80-4132-9627-300F2B6B019E}"/>
              </a:ext>
            </a:extLst>
          </p:cNvPr>
          <p:cNvSpPr/>
          <p:nvPr/>
        </p:nvSpPr>
        <p:spPr bwMode="auto">
          <a:xfrm>
            <a:off x="2849456" y="3901696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E3F6F2BD-9D2F-485C-AF76-1691221C0FC3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5045791" y="2924663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7303EEB8-EBA9-48C8-B2F5-C4F85CDAAE59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6257476" y="3439738"/>
            <a:ext cx="460921" cy="48720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3F032C26-03C6-4C2F-8F84-BC2100F91322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6898417" y="4106963"/>
            <a:ext cx="265871" cy="3743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1FF37A17-EC9A-4940-A437-EC0266955008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3209496" y="4081716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6D131C9D-A018-414B-800A-F0653CCAD068}"/>
              </a:ext>
            </a:extLst>
          </p:cNvPr>
          <p:cNvCxnSpPr>
            <a:cxnSpLocks/>
            <a:stCxn id="6" idx="1"/>
            <a:endCxn id="4" idx="0"/>
          </p:cNvCxnSpPr>
          <p:nvPr/>
        </p:nvCxnSpPr>
        <p:spPr bwMode="auto">
          <a:xfrm rot="10800000" flipV="1">
            <a:off x="3570181" y="2924662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929FE51C-A864-4811-817E-4BC25CEEEE61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6293563" y="4106962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7F20DD99-9D04-446D-A98A-BD39E9C164B0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V="1">
            <a:off x="4994797" y="4111267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365738F2-5B6F-4A5C-9A84-5FFD4FF83B04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2525420" y="4081716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FB804E8E-C9F6-469A-AD6A-1688FE285473}"/>
              </a:ext>
            </a:extLst>
          </p:cNvPr>
          <p:cNvSpPr/>
          <p:nvPr/>
        </p:nvSpPr>
        <p:spPr bwMode="auto">
          <a:xfrm>
            <a:off x="4212314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4633E9B-5AA5-483B-860E-0E04F86F693D}"/>
              </a:ext>
            </a:extLst>
          </p:cNvPr>
          <p:cNvSpPr txBox="1"/>
          <p:nvPr/>
        </p:nvSpPr>
        <p:spPr>
          <a:xfrm>
            <a:off x="3750200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8B5B0637-F183-428A-B34E-BB6B2CFD430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3750200" y="3439738"/>
            <a:ext cx="334225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6D13DB69-620D-4A34-99EB-33A8A87D7DBD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3659591" y="4094043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51C50BAF-82AA-4ABB-B1AB-71306890D035}"/>
              </a:ext>
            </a:extLst>
          </p:cNvPr>
          <p:cNvCxnSpPr>
            <a:cxnSpLocks/>
          </p:cNvCxnSpPr>
          <p:nvPr/>
        </p:nvCxnSpPr>
        <p:spPr bwMode="auto">
          <a:xfrm>
            <a:off x="4263835" y="409652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D2422204-ADB9-4C5F-B0ED-DDE6C832AAFE}"/>
              </a:ext>
            </a:extLst>
          </p:cNvPr>
          <p:cNvCxnSpPr>
            <a:stCxn id="4" idx="1"/>
            <a:endCxn id="10" idx="0"/>
          </p:cNvCxnSpPr>
          <p:nvPr/>
        </p:nvCxnSpPr>
        <p:spPr bwMode="auto">
          <a:xfrm rot="10800000" flipV="1">
            <a:off x="3029476" y="3439738"/>
            <a:ext cx="360684" cy="4619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37" name="Conector: Angulado 1036">
            <a:extLst>
              <a:ext uri="{FF2B5EF4-FFF2-40B4-BE49-F238E27FC236}">
                <a16:creationId xmlns:a16="http://schemas.microsoft.com/office/drawing/2014/main" id="{7EB9A9A6-646F-466C-93F9-765995ACFAC0}"/>
              </a:ext>
            </a:extLst>
          </p:cNvPr>
          <p:cNvCxnSpPr>
            <a:stCxn id="7" idx="1"/>
            <a:endCxn id="9" idx="0"/>
          </p:cNvCxnSpPr>
          <p:nvPr/>
        </p:nvCxnSpPr>
        <p:spPr bwMode="auto">
          <a:xfrm rot="10800000" flipV="1">
            <a:off x="5440688" y="3439737"/>
            <a:ext cx="456749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BC235179-832C-43D3-BD12-A15AB3D4FE7D}"/>
              </a:ext>
            </a:extLst>
          </p:cNvPr>
          <p:cNvCxnSpPr>
            <a:cxnSpLocks/>
          </p:cNvCxnSpPr>
          <p:nvPr/>
        </p:nvCxnSpPr>
        <p:spPr bwMode="auto">
          <a:xfrm>
            <a:off x="5615096" y="409171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A6D1C192-6817-4DAC-B19F-9D3716BFE3B8}"/>
              </a:ext>
            </a:extLst>
          </p:cNvPr>
          <p:cNvSpPr txBox="1"/>
          <p:nvPr/>
        </p:nvSpPr>
        <p:spPr>
          <a:xfrm>
            <a:off x="346170" y="4840880"/>
            <a:ext cx="3110185" cy="117570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Quantas comparações são necessárias para: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596895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Por que a ABB da esquerda requer mais comparações que a ABB da direita?</a:t>
            </a:r>
            <a:endParaRPr lang="pt-BR" sz="20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C40F86A-B08B-49CD-8D03-33B96652307B}"/>
              </a:ext>
            </a:extLst>
          </p:cNvPr>
          <p:cNvSpPr/>
          <p:nvPr/>
        </p:nvSpPr>
        <p:spPr bwMode="auto">
          <a:xfrm>
            <a:off x="5292725" y="321150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0CBFE9-7230-4BD2-AF34-952B03B3206F}"/>
              </a:ext>
            </a:extLst>
          </p:cNvPr>
          <p:cNvSpPr/>
          <p:nvPr/>
        </p:nvSpPr>
        <p:spPr bwMode="auto">
          <a:xfrm>
            <a:off x="5806970" y="38830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CF74B46-AEF4-401F-A6A8-2C97495E6BEC}"/>
              </a:ext>
            </a:extLst>
          </p:cNvPr>
          <p:cNvSpPr/>
          <p:nvPr/>
        </p:nvSpPr>
        <p:spPr bwMode="auto">
          <a:xfrm>
            <a:off x="6588316" y="2696426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44C1B1A-2DAF-4D8C-AAB0-F17DBE73384D}"/>
              </a:ext>
            </a:extLst>
          </p:cNvPr>
          <p:cNvSpPr/>
          <p:nvPr/>
        </p:nvSpPr>
        <p:spPr bwMode="auto">
          <a:xfrm>
            <a:off x="7800001" y="321150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DB9889-74EE-4192-9992-405F9C692046}"/>
              </a:ext>
            </a:extLst>
          </p:cNvPr>
          <p:cNvSpPr/>
          <p:nvPr/>
        </p:nvSpPr>
        <p:spPr bwMode="auto">
          <a:xfrm>
            <a:off x="8440942" y="3878726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C92BBDC-403A-47B1-9E02-9E458FF8B0A3}"/>
              </a:ext>
            </a:extLst>
          </p:cNvPr>
          <p:cNvSpPr/>
          <p:nvPr/>
        </p:nvSpPr>
        <p:spPr bwMode="auto">
          <a:xfrm>
            <a:off x="7163232" y="38830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2D15F8-FA80-4132-9627-300F2B6B019E}"/>
              </a:ext>
            </a:extLst>
          </p:cNvPr>
          <p:cNvSpPr/>
          <p:nvPr/>
        </p:nvSpPr>
        <p:spPr bwMode="auto">
          <a:xfrm>
            <a:off x="4752021" y="38534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E3F6F2BD-9D2F-485C-AF76-1691221C0FC3}"/>
              </a:ext>
            </a:extLst>
          </p:cNvPr>
          <p:cNvCxnSpPr>
            <a:stCxn id="6" idx="3"/>
            <a:endCxn id="7" idx="0"/>
          </p:cNvCxnSpPr>
          <p:nvPr/>
        </p:nvCxnSpPr>
        <p:spPr bwMode="auto">
          <a:xfrm>
            <a:off x="6948356" y="2876446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7303EEB8-EBA9-48C8-B2F5-C4F85CDAAE59}"/>
              </a:ext>
            </a:extLst>
          </p:cNvPr>
          <p:cNvCxnSpPr>
            <a:stCxn id="7" idx="3"/>
            <a:endCxn id="8" idx="0"/>
          </p:cNvCxnSpPr>
          <p:nvPr/>
        </p:nvCxnSpPr>
        <p:spPr bwMode="auto">
          <a:xfrm>
            <a:off x="8160041" y="3391521"/>
            <a:ext cx="460921" cy="48720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Conector: Angulado 12">
            <a:extLst>
              <a:ext uri="{FF2B5EF4-FFF2-40B4-BE49-F238E27FC236}">
                <a16:creationId xmlns:a16="http://schemas.microsoft.com/office/drawing/2014/main" id="{3F032C26-03C6-4C2F-8F84-BC2100F91322}"/>
              </a:ext>
            </a:extLst>
          </p:cNvPr>
          <p:cNvCxnSpPr>
            <a:cxnSpLocks/>
            <a:stCxn id="8" idx="3"/>
          </p:cNvCxnSpPr>
          <p:nvPr/>
        </p:nvCxnSpPr>
        <p:spPr bwMode="auto">
          <a:xfrm>
            <a:off x="8800982" y="4058746"/>
            <a:ext cx="265871" cy="3743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1FF37A17-EC9A-4940-A437-EC0266955008}"/>
              </a:ext>
            </a:extLst>
          </p:cNvPr>
          <p:cNvCxnSpPr>
            <a:cxnSpLocks/>
            <a:stCxn id="10" idx="3"/>
          </p:cNvCxnSpPr>
          <p:nvPr/>
        </p:nvCxnSpPr>
        <p:spPr bwMode="auto">
          <a:xfrm>
            <a:off x="5112061" y="4033499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6D131C9D-A018-414B-800A-F0653CCAD068}"/>
              </a:ext>
            </a:extLst>
          </p:cNvPr>
          <p:cNvCxnSpPr>
            <a:cxnSpLocks/>
            <a:stCxn id="6" idx="1"/>
            <a:endCxn id="4" idx="0"/>
          </p:cNvCxnSpPr>
          <p:nvPr/>
        </p:nvCxnSpPr>
        <p:spPr bwMode="auto">
          <a:xfrm rot="10800000" flipV="1">
            <a:off x="5472746" y="2876445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929FE51C-A864-4811-817E-4BC25CEEEE61}"/>
              </a:ext>
            </a:extLst>
          </p:cNvPr>
          <p:cNvCxnSpPr>
            <a:cxnSpLocks/>
            <a:stCxn id="8" idx="1"/>
          </p:cNvCxnSpPr>
          <p:nvPr/>
        </p:nvCxnSpPr>
        <p:spPr bwMode="auto">
          <a:xfrm rot="10800000" flipV="1">
            <a:off x="8196128" y="4058745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7F20DD99-9D04-446D-A98A-BD39E9C164B0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rot="10800000" flipV="1">
            <a:off x="6897362" y="4063050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365738F2-5B6F-4A5C-9A84-5FFD4FF83B04}"/>
              </a:ext>
            </a:extLst>
          </p:cNvPr>
          <p:cNvCxnSpPr>
            <a:cxnSpLocks/>
            <a:stCxn id="10" idx="1"/>
          </p:cNvCxnSpPr>
          <p:nvPr/>
        </p:nvCxnSpPr>
        <p:spPr bwMode="auto">
          <a:xfrm rot="10800000" flipV="1">
            <a:off x="4427985" y="40334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FB804E8E-C9F6-469A-AD6A-1688FE285473}"/>
              </a:ext>
            </a:extLst>
          </p:cNvPr>
          <p:cNvSpPr/>
          <p:nvPr/>
        </p:nvSpPr>
        <p:spPr bwMode="auto">
          <a:xfrm>
            <a:off x="6114879" y="2399872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54633E9B-5AA5-483B-860E-0E04F86F693D}"/>
              </a:ext>
            </a:extLst>
          </p:cNvPr>
          <p:cNvSpPr txBox="1"/>
          <p:nvPr/>
        </p:nvSpPr>
        <p:spPr>
          <a:xfrm>
            <a:off x="5652765" y="2228655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8B5B0637-F183-428A-B34E-BB6B2CFD4303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 bwMode="auto">
          <a:xfrm>
            <a:off x="5652765" y="3391521"/>
            <a:ext cx="334225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6D13DB69-620D-4A34-99EB-33A8A87D7DBD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562156" y="4045826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51C50BAF-82AA-4ABB-B1AB-71306890D035}"/>
              </a:ext>
            </a:extLst>
          </p:cNvPr>
          <p:cNvCxnSpPr>
            <a:cxnSpLocks/>
          </p:cNvCxnSpPr>
          <p:nvPr/>
        </p:nvCxnSpPr>
        <p:spPr bwMode="auto">
          <a:xfrm>
            <a:off x="6166400" y="404830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D2422204-ADB9-4C5F-B0ED-DDE6C832AAFE}"/>
              </a:ext>
            </a:extLst>
          </p:cNvPr>
          <p:cNvCxnSpPr>
            <a:stCxn id="4" idx="1"/>
            <a:endCxn id="10" idx="0"/>
          </p:cNvCxnSpPr>
          <p:nvPr/>
        </p:nvCxnSpPr>
        <p:spPr bwMode="auto">
          <a:xfrm rot="10800000" flipV="1">
            <a:off x="4932041" y="3391521"/>
            <a:ext cx="360684" cy="4619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37" name="Conector: Angulado 1036">
            <a:extLst>
              <a:ext uri="{FF2B5EF4-FFF2-40B4-BE49-F238E27FC236}">
                <a16:creationId xmlns:a16="http://schemas.microsoft.com/office/drawing/2014/main" id="{7EB9A9A6-646F-466C-93F9-765995ACFAC0}"/>
              </a:ext>
            </a:extLst>
          </p:cNvPr>
          <p:cNvCxnSpPr>
            <a:stCxn id="7" idx="1"/>
            <a:endCxn id="9" idx="0"/>
          </p:cNvCxnSpPr>
          <p:nvPr/>
        </p:nvCxnSpPr>
        <p:spPr bwMode="auto">
          <a:xfrm rot="10800000" flipV="1">
            <a:off x="7343253" y="3391520"/>
            <a:ext cx="456749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BC235179-832C-43D3-BD12-A15AB3D4FE7D}"/>
              </a:ext>
            </a:extLst>
          </p:cNvPr>
          <p:cNvCxnSpPr>
            <a:cxnSpLocks/>
          </p:cNvCxnSpPr>
          <p:nvPr/>
        </p:nvCxnSpPr>
        <p:spPr bwMode="auto">
          <a:xfrm>
            <a:off x="7517661" y="404349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3778563E-E61B-44B6-AA92-108C7E32B9FF}"/>
              </a:ext>
            </a:extLst>
          </p:cNvPr>
          <p:cNvSpPr/>
          <p:nvPr/>
        </p:nvSpPr>
        <p:spPr bwMode="auto">
          <a:xfrm>
            <a:off x="1123457" y="260016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5D7B66-B387-4B46-9904-2546A2DD497B}"/>
              </a:ext>
            </a:extLst>
          </p:cNvPr>
          <p:cNvSpPr/>
          <p:nvPr/>
        </p:nvSpPr>
        <p:spPr bwMode="auto">
          <a:xfrm>
            <a:off x="1608020" y="30954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3C72699F-C367-4EDF-A3DB-AA0D44CACC60}"/>
              </a:ext>
            </a:extLst>
          </p:cNvPr>
          <p:cNvSpPr/>
          <p:nvPr/>
        </p:nvSpPr>
        <p:spPr bwMode="auto">
          <a:xfrm>
            <a:off x="2112076" y="359947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BCAADB9-D530-4322-9579-E995E6D6828E}"/>
              </a:ext>
            </a:extLst>
          </p:cNvPr>
          <p:cNvSpPr/>
          <p:nvPr/>
        </p:nvSpPr>
        <p:spPr bwMode="auto">
          <a:xfrm>
            <a:off x="2616132" y="41035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94F5F02-3326-4242-9DA8-905EFF851FDC}"/>
              </a:ext>
            </a:extLst>
          </p:cNvPr>
          <p:cNvSpPr/>
          <p:nvPr/>
        </p:nvSpPr>
        <p:spPr bwMode="auto">
          <a:xfrm>
            <a:off x="3120188" y="460758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EB18110-2861-4464-9CBE-D84F0F96A713}"/>
              </a:ext>
            </a:extLst>
          </p:cNvPr>
          <p:cNvSpPr/>
          <p:nvPr/>
        </p:nvSpPr>
        <p:spPr bwMode="auto">
          <a:xfrm>
            <a:off x="3624244" y="511164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D4ED55F-A0CD-481C-A39D-A0AF76820EAC}"/>
              </a:ext>
            </a:extLst>
          </p:cNvPr>
          <p:cNvSpPr/>
          <p:nvPr/>
        </p:nvSpPr>
        <p:spPr bwMode="auto">
          <a:xfrm>
            <a:off x="4128300" y="56156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25F425E6-A277-4A1E-A05C-0D66372C56FA}"/>
              </a:ext>
            </a:extLst>
          </p:cNvPr>
          <p:cNvCxnSpPr>
            <a:stCxn id="30" idx="3"/>
            <a:endCxn id="31" idx="0"/>
          </p:cNvCxnSpPr>
          <p:nvPr/>
        </p:nvCxnSpPr>
        <p:spPr bwMode="auto">
          <a:xfrm>
            <a:off x="2472116" y="377949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02BF7A34-CB18-4951-A008-75A6A9B59F94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2976172" y="428354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434A670F-1247-43B6-A418-08CD69E3919A}"/>
              </a:ext>
            </a:extLst>
          </p:cNvPr>
          <p:cNvCxnSpPr>
            <a:stCxn id="32" idx="3"/>
            <a:endCxn id="33" idx="0"/>
          </p:cNvCxnSpPr>
          <p:nvPr/>
        </p:nvCxnSpPr>
        <p:spPr bwMode="auto">
          <a:xfrm>
            <a:off x="3480228" y="478760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F14E4F52-9F9E-4340-872A-0D49BE5794C3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3984284" y="529166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8712DF8B-D026-47A5-9672-AA5972EDDAF8}"/>
              </a:ext>
            </a:extLst>
          </p:cNvPr>
          <p:cNvCxnSpPr>
            <a:cxnSpLocks/>
            <a:stCxn id="34" idx="3"/>
          </p:cNvCxnSpPr>
          <p:nvPr/>
        </p:nvCxnSpPr>
        <p:spPr bwMode="auto">
          <a:xfrm>
            <a:off x="4488340" y="5795717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3E1A316B-1E93-4E5C-A36C-526150944D19}"/>
              </a:ext>
            </a:extLst>
          </p:cNvPr>
          <p:cNvCxnSpPr>
            <a:cxnSpLocks/>
            <a:stCxn id="31" idx="1"/>
          </p:cNvCxnSpPr>
          <p:nvPr/>
        </p:nvCxnSpPr>
        <p:spPr bwMode="auto">
          <a:xfrm rot="10800000" flipV="1">
            <a:off x="2292096" y="428354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1746C45D-D218-435A-B833-4423803CBBE1}"/>
              </a:ext>
            </a:extLst>
          </p:cNvPr>
          <p:cNvCxnSpPr>
            <a:cxnSpLocks/>
            <a:stCxn id="32" idx="1"/>
          </p:cNvCxnSpPr>
          <p:nvPr/>
        </p:nvCxnSpPr>
        <p:spPr bwMode="auto">
          <a:xfrm rot="10800000" flipV="1">
            <a:off x="2875374" y="4787604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B3DD9AF5-9022-4B47-BBE2-CE6454F2319C}"/>
              </a:ext>
            </a:extLst>
          </p:cNvPr>
          <p:cNvCxnSpPr>
            <a:cxnSpLocks/>
            <a:stCxn id="33" idx="1"/>
          </p:cNvCxnSpPr>
          <p:nvPr/>
        </p:nvCxnSpPr>
        <p:spPr bwMode="auto">
          <a:xfrm rot="10800000" flipV="1">
            <a:off x="3358374" y="5291661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8801F695-9AF9-4BFF-825C-638B47D55218}"/>
              </a:ext>
            </a:extLst>
          </p:cNvPr>
          <p:cNvCxnSpPr>
            <a:cxnSpLocks/>
            <a:stCxn id="34" idx="1"/>
          </p:cNvCxnSpPr>
          <p:nvPr/>
        </p:nvCxnSpPr>
        <p:spPr bwMode="auto">
          <a:xfrm rot="10800000" flipV="1">
            <a:off x="3804264" y="579571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CAF1193D-A0A0-4418-B972-58A4B0635DCE}"/>
              </a:ext>
            </a:extLst>
          </p:cNvPr>
          <p:cNvSpPr/>
          <p:nvPr/>
        </p:nvSpPr>
        <p:spPr bwMode="auto">
          <a:xfrm>
            <a:off x="641626" y="230407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ABF026-41AF-4CD2-912E-8EC7BE4C7E67}"/>
              </a:ext>
            </a:extLst>
          </p:cNvPr>
          <p:cNvSpPr txBox="1"/>
          <p:nvPr/>
        </p:nvSpPr>
        <p:spPr>
          <a:xfrm>
            <a:off x="179512" y="213285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6E2F1829-C530-4770-83B6-A46CB3B37DB5}"/>
              </a:ext>
            </a:extLst>
          </p:cNvPr>
          <p:cNvCxnSpPr>
            <a:stCxn id="29" idx="3"/>
            <a:endCxn id="30" idx="0"/>
          </p:cNvCxnSpPr>
          <p:nvPr/>
        </p:nvCxnSpPr>
        <p:spPr bwMode="auto">
          <a:xfrm>
            <a:off x="1968060" y="327543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858AEAAD-D0AB-4952-A469-DA80BCAD6CBA}"/>
              </a:ext>
            </a:extLst>
          </p:cNvPr>
          <p:cNvCxnSpPr>
            <a:stCxn id="28" idx="3"/>
            <a:endCxn id="29" idx="0"/>
          </p:cNvCxnSpPr>
          <p:nvPr/>
        </p:nvCxnSpPr>
        <p:spPr bwMode="auto">
          <a:xfrm>
            <a:off x="1483497" y="2780184"/>
            <a:ext cx="304543" cy="315233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04834B4F-EF56-4D66-872C-E9337636D83A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1790315" y="376303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349EE34F-D425-4A0A-9D42-01D84EB3788A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1287429" y="324863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FAB7D667-1C8C-4B13-A357-E50FEB1CBA72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799421" y="277138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8167FDBE-45AC-47E0-8C78-4E10D841CAD0}"/>
              </a:ext>
            </a:extLst>
          </p:cNvPr>
          <p:cNvSpPr txBox="1"/>
          <p:nvPr/>
        </p:nvSpPr>
        <p:spPr>
          <a:xfrm>
            <a:off x="184699" y="5346502"/>
            <a:ext cx="2630002" cy="63402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6</a:t>
            </a:r>
          </a:p>
          <a:p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1270A4DE-4755-43CB-A3CF-5B5091DD3C92}"/>
              </a:ext>
            </a:extLst>
          </p:cNvPr>
          <p:cNvSpPr txBox="1"/>
          <p:nvPr/>
        </p:nvSpPr>
        <p:spPr>
          <a:xfrm>
            <a:off x="6368703" y="4902070"/>
            <a:ext cx="2590598" cy="63402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38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2</a:t>
            </a:r>
          </a:p>
          <a:p>
            <a:r>
              <a:rPr lang="pt-BR" sz="1600" dirty="0">
                <a:solidFill>
                  <a:schemeClr val="accent2"/>
                </a:solidFill>
              </a:rPr>
              <a:t>Verificar se o </a:t>
            </a:r>
            <a:r>
              <a:rPr lang="pt-BR" sz="1600" b="1" dirty="0">
                <a:solidFill>
                  <a:schemeClr val="accent2"/>
                </a:solidFill>
              </a:rPr>
              <a:t>84</a:t>
            </a:r>
            <a:r>
              <a:rPr lang="pt-BR" sz="1600" dirty="0">
                <a:solidFill>
                  <a:schemeClr val="accent2"/>
                </a:solidFill>
              </a:rPr>
              <a:t> existe? </a:t>
            </a:r>
            <a:r>
              <a:rPr lang="pt-BR" sz="16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79158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9516A098-19FB-479B-8B02-F5AC8A374C61}"/>
              </a:ext>
            </a:extLst>
          </p:cNvPr>
          <p:cNvSpPr/>
          <p:nvPr/>
        </p:nvSpPr>
        <p:spPr bwMode="auto">
          <a:xfrm>
            <a:off x="4659207" y="2867487"/>
            <a:ext cx="569741" cy="498739"/>
          </a:xfrm>
          <a:custGeom>
            <a:avLst/>
            <a:gdLst>
              <a:gd name="connsiteX0" fmla="*/ 232389 w 569741"/>
              <a:gd name="connsiteY0" fmla="*/ 8878 h 498739"/>
              <a:gd name="connsiteX1" fmla="*/ 232389 w 569741"/>
              <a:gd name="connsiteY1" fmla="*/ 8878 h 498739"/>
              <a:gd name="connsiteX2" fmla="*/ 143612 w 569741"/>
              <a:gd name="connsiteY2" fmla="*/ 35511 h 498739"/>
              <a:gd name="connsiteX3" fmla="*/ 116979 w 569741"/>
              <a:gd name="connsiteY3" fmla="*/ 53266 h 498739"/>
              <a:gd name="connsiteX4" fmla="*/ 37080 w 569741"/>
              <a:gd name="connsiteY4" fmla="*/ 88777 h 498739"/>
              <a:gd name="connsiteX5" fmla="*/ 28203 w 569741"/>
              <a:gd name="connsiteY5" fmla="*/ 115410 h 498739"/>
              <a:gd name="connsiteX6" fmla="*/ 1570 w 569741"/>
              <a:gd name="connsiteY6" fmla="*/ 159798 h 498739"/>
              <a:gd name="connsiteX7" fmla="*/ 10447 w 569741"/>
              <a:gd name="connsiteY7" fmla="*/ 399496 h 498739"/>
              <a:gd name="connsiteX8" fmla="*/ 108102 w 569741"/>
              <a:gd name="connsiteY8" fmla="*/ 426129 h 498739"/>
              <a:gd name="connsiteX9" fmla="*/ 170245 w 569741"/>
              <a:gd name="connsiteY9" fmla="*/ 435006 h 498739"/>
              <a:gd name="connsiteX10" fmla="*/ 188001 w 569741"/>
              <a:gd name="connsiteY10" fmla="*/ 452762 h 498739"/>
              <a:gd name="connsiteX11" fmla="*/ 223511 w 569741"/>
              <a:gd name="connsiteY11" fmla="*/ 461639 h 498739"/>
              <a:gd name="connsiteX12" fmla="*/ 294533 w 569741"/>
              <a:gd name="connsiteY12" fmla="*/ 479395 h 498739"/>
              <a:gd name="connsiteX13" fmla="*/ 321166 w 569741"/>
              <a:gd name="connsiteY13" fmla="*/ 497150 h 498739"/>
              <a:gd name="connsiteX14" fmla="*/ 454331 w 569741"/>
              <a:gd name="connsiteY14" fmla="*/ 479395 h 498739"/>
              <a:gd name="connsiteX15" fmla="*/ 489842 w 569741"/>
              <a:gd name="connsiteY15" fmla="*/ 443884 h 498739"/>
              <a:gd name="connsiteX16" fmla="*/ 525352 w 569741"/>
              <a:gd name="connsiteY16" fmla="*/ 381740 h 498739"/>
              <a:gd name="connsiteX17" fmla="*/ 551985 w 569741"/>
              <a:gd name="connsiteY17" fmla="*/ 248575 h 498739"/>
              <a:gd name="connsiteX18" fmla="*/ 569741 w 569741"/>
              <a:gd name="connsiteY18" fmla="*/ 230820 h 498739"/>
              <a:gd name="connsiteX19" fmla="*/ 560863 w 569741"/>
              <a:gd name="connsiteY19" fmla="*/ 150921 h 498739"/>
              <a:gd name="connsiteX20" fmla="*/ 543108 w 569741"/>
              <a:gd name="connsiteY20" fmla="*/ 133165 h 498739"/>
              <a:gd name="connsiteX21" fmla="*/ 498719 w 569741"/>
              <a:gd name="connsiteY21" fmla="*/ 88777 h 498739"/>
              <a:gd name="connsiteX22" fmla="*/ 480964 w 569741"/>
              <a:gd name="connsiteY22" fmla="*/ 62144 h 498739"/>
              <a:gd name="connsiteX23" fmla="*/ 401065 w 569741"/>
              <a:gd name="connsiteY23" fmla="*/ 26633 h 498739"/>
              <a:gd name="connsiteX24" fmla="*/ 374432 w 569741"/>
              <a:gd name="connsiteY24" fmla="*/ 17756 h 498739"/>
              <a:gd name="connsiteX25" fmla="*/ 347799 w 569741"/>
              <a:gd name="connsiteY25" fmla="*/ 8878 h 498739"/>
              <a:gd name="connsiteX26" fmla="*/ 321166 w 569741"/>
              <a:gd name="connsiteY26" fmla="*/ 0 h 498739"/>
              <a:gd name="connsiteX27" fmla="*/ 232389 w 569741"/>
              <a:gd name="connsiteY27" fmla="*/ 8878 h 498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69741" h="498739">
                <a:moveTo>
                  <a:pt x="232389" y="8878"/>
                </a:moveTo>
                <a:lnTo>
                  <a:pt x="232389" y="8878"/>
                </a:lnTo>
                <a:cubicBezTo>
                  <a:pt x="202797" y="17756"/>
                  <a:pt x="172448" y="24420"/>
                  <a:pt x="143612" y="35511"/>
                </a:cubicBezTo>
                <a:cubicBezTo>
                  <a:pt x="133654" y="39341"/>
                  <a:pt x="126729" y="48933"/>
                  <a:pt x="116979" y="53266"/>
                </a:cubicBezTo>
                <a:cubicBezTo>
                  <a:pt x="21897" y="95525"/>
                  <a:pt x="97354" y="48595"/>
                  <a:pt x="37080" y="88777"/>
                </a:cubicBezTo>
                <a:cubicBezTo>
                  <a:pt x="34121" y="97655"/>
                  <a:pt x="33018" y="107386"/>
                  <a:pt x="28203" y="115410"/>
                </a:cubicBezTo>
                <a:cubicBezTo>
                  <a:pt x="-8355" y="176340"/>
                  <a:pt x="26717" y="84352"/>
                  <a:pt x="1570" y="159798"/>
                </a:cubicBezTo>
                <a:cubicBezTo>
                  <a:pt x="4529" y="239697"/>
                  <a:pt x="-8313" y="321774"/>
                  <a:pt x="10447" y="399496"/>
                </a:cubicBezTo>
                <a:cubicBezTo>
                  <a:pt x="12627" y="408528"/>
                  <a:pt x="98090" y="424460"/>
                  <a:pt x="108102" y="426129"/>
                </a:cubicBezTo>
                <a:cubicBezTo>
                  <a:pt x="128742" y="429569"/>
                  <a:pt x="149531" y="432047"/>
                  <a:pt x="170245" y="435006"/>
                </a:cubicBezTo>
                <a:cubicBezTo>
                  <a:pt x="176164" y="440925"/>
                  <a:pt x="180514" y="449019"/>
                  <a:pt x="188001" y="452762"/>
                </a:cubicBezTo>
                <a:cubicBezTo>
                  <a:pt x="198914" y="458218"/>
                  <a:pt x="211780" y="458287"/>
                  <a:pt x="223511" y="461639"/>
                </a:cubicBezTo>
                <a:cubicBezTo>
                  <a:pt x="287217" y="479840"/>
                  <a:pt x="204272" y="461342"/>
                  <a:pt x="294533" y="479395"/>
                </a:cubicBezTo>
                <a:cubicBezTo>
                  <a:pt x="303411" y="485313"/>
                  <a:pt x="310520" y="496440"/>
                  <a:pt x="321166" y="497150"/>
                </a:cubicBezTo>
                <a:cubicBezTo>
                  <a:pt x="393574" y="501977"/>
                  <a:pt x="405303" y="495736"/>
                  <a:pt x="454331" y="479395"/>
                </a:cubicBezTo>
                <a:cubicBezTo>
                  <a:pt x="473701" y="421286"/>
                  <a:pt x="446798" y="478320"/>
                  <a:pt x="489842" y="443884"/>
                </a:cubicBezTo>
                <a:cubicBezTo>
                  <a:pt x="500299" y="435518"/>
                  <a:pt x="520983" y="390478"/>
                  <a:pt x="525352" y="381740"/>
                </a:cubicBezTo>
                <a:cubicBezTo>
                  <a:pt x="526908" y="367741"/>
                  <a:pt x="532314" y="268245"/>
                  <a:pt x="551985" y="248575"/>
                </a:cubicBezTo>
                <a:lnTo>
                  <a:pt x="569741" y="230820"/>
                </a:lnTo>
                <a:cubicBezTo>
                  <a:pt x="566782" y="204187"/>
                  <a:pt x="567914" y="176774"/>
                  <a:pt x="560863" y="150921"/>
                </a:cubicBezTo>
                <a:cubicBezTo>
                  <a:pt x="558661" y="142846"/>
                  <a:pt x="548337" y="139701"/>
                  <a:pt x="543108" y="133165"/>
                </a:cubicBezTo>
                <a:cubicBezTo>
                  <a:pt x="509290" y="90892"/>
                  <a:pt x="544373" y="119212"/>
                  <a:pt x="498719" y="88777"/>
                </a:cubicBezTo>
                <a:cubicBezTo>
                  <a:pt x="492801" y="79899"/>
                  <a:pt x="488509" y="69689"/>
                  <a:pt x="480964" y="62144"/>
                </a:cubicBezTo>
                <a:cubicBezTo>
                  <a:pt x="459863" y="41043"/>
                  <a:pt x="427433" y="35422"/>
                  <a:pt x="401065" y="26633"/>
                </a:cubicBezTo>
                <a:lnTo>
                  <a:pt x="374432" y="17756"/>
                </a:lnTo>
                <a:lnTo>
                  <a:pt x="347799" y="8878"/>
                </a:lnTo>
                <a:lnTo>
                  <a:pt x="321166" y="0"/>
                </a:lnTo>
                <a:lnTo>
                  <a:pt x="232389" y="8878"/>
                </a:ln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A0E81C61-062E-4556-8D0C-2E9779EA62CC}"/>
              </a:ext>
            </a:extLst>
          </p:cNvPr>
          <p:cNvSpPr/>
          <p:nvPr/>
        </p:nvSpPr>
        <p:spPr bwMode="auto">
          <a:xfrm>
            <a:off x="5317724" y="2938509"/>
            <a:ext cx="3781888" cy="3426780"/>
          </a:xfrm>
          <a:custGeom>
            <a:avLst/>
            <a:gdLst>
              <a:gd name="connsiteX0" fmla="*/ 390618 w 3781888"/>
              <a:gd name="connsiteY0" fmla="*/ 106532 h 3426780"/>
              <a:gd name="connsiteX1" fmla="*/ 390618 w 3781888"/>
              <a:gd name="connsiteY1" fmla="*/ 106532 h 3426780"/>
              <a:gd name="connsiteX2" fmla="*/ 319596 w 3781888"/>
              <a:gd name="connsiteY2" fmla="*/ 150920 h 3426780"/>
              <a:gd name="connsiteX3" fmla="*/ 292963 w 3781888"/>
              <a:gd name="connsiteY3" fmla="*/ 177553 h 3426780"/>
              <a:gd name="connsiteX4" fmla="*/ 266330 w 3781888"/>
              <a:gd name="connsiteY4" fmla="*/ 195308 h 3426780"/>
              <a:gd name="connsiteX5" fmla="*/ 248575 w 3781888"/>
              <a:gd name="connsiteY5" fmla="*/ 213064 h 3426780"/>
              <a:gd name="connsiteX6" fmla="*/ 230820 w 3781888"/>
              <a:gd name="connsiteY6" fmla="*/ 239697 h 3426780"/>
              <a:gd name="connsiteX7" fmla="*/ 195309 w 3781888"/>
              <a:gd name="connsiteY7" fmla="*/ 257452 h 3426780"/>
              <a:gd name="connsiteX8" fmla="*/ 142043 w 3781888"/>
              <a:gd name="connsiteY8" fmla="*/ 284085 h 3426780"/>
              <a:gd name="connsiteX9" fmla="*/ 115410 w 3781888"/>
              <a:gd name="connsiteY9" fmla="*/ 301841 h 3426780"/>
              <a:gd name="connsiteX10" fmla="*/ 88777 w 3781888"/>
              <a:gd name="connsiteY10" fmla="*/ 310718 h 3426780"/>
              <a:gd name="connsiteX11" fmla="*/ 62144 w 3781888"/>
              <a:gd name="connsiteY11" fmla="*/ 346229 h 3426780"/>
              <a:gd name="connsiteX12" fmla="*/ 35511 w 3781888"/>
              <a:gd name="connsiteY12" fmla="*/ 363984 h 3426780"/>
              <a:gd name="connsiteX13" fmla="*/ 17756 w 3781888"/>
              <a:gd name="connsiteY13" fmla="*/ 417250 h 3426780"/>
              <a:gd name="connsiteX14" fmla="*/ 8878 w 3781888"/>
              <a:gd name="connsiteY14" fmla="*/ 443883 h 3426780"/>
              <a:gd name="connsiteX15" fmla="*/ 0 w 3781888"/>
              <a:gd name="connsiteY15" fmla="*/ 479394 h 3426780"/>
              <a:gd name="connsiteX16" fmla="*/ 8878 w 3781888"/>
              <a:gd name="connsiteY16" fmla="*/ 541538 h 3426780"/>
              <a:gd name="connsiteX17" fmla="*/ 17756 w 3781888"/>
              <a:gd name="connsiteY17" fmla="*/ 577048 h 3426780"/>
              <a:gd name="connsiteX18" fmla="*/ 26633 w 3781888"/>
              <a:gd name="connsiteY18" fmla="*/ 736846 h 3426780"/>
              <a:gd name="connsiteX19" fmla="*/ 62144 w 3781888"/>
              <a:gd name="connsiteY19" fmla="*/ 878889 h 3426780"/>
              <a:gd name="connsiteX20" fmla="*/ 115410 w 3781888"/>
              <a:gd name="connsiteY20" fmla="*/ 967666 h 3426780"/>
              <a:gd name="connsiteX21" fmla="*/ 142043 w 3781888"/>
              <a:gd name="connsiteY21" fmla="*/ 994299 h 3426780"/>
              <a:gd name="connsiteX22" fmla="*/ 195309 w 3781888"/>
              <a:gd name="connsiteY22" fmla="*/ 1038687 h 3426780"/>
              <a:gd name="connsiteX23" fmla="*/ 230820 w 3781888"/>
              <a:gd name="connsiteY23" fmla="*/ 1109708 h 3426780"/>
              <a:gd name="connsiteX24" fmla="*/ 248575 w 3781888"/>
              <a:gd name="connsiteY24" fmla="*/ 1127464 h 3426780"/>
              <a:gd name="connsiteX25" fmla="*/ 284086 w 3781888"/>
              <a:gd name="connsiteY25" fmla="*/ 1171852 h 3426780"/>
              <a:gd name="connsiteX26" fmla="*/ 310719 w 3781888"/>
              <a:gd name="connsiteY26" fmla="*/ 1180730 h 3426780"/>
              <a:gd name="connsiteX27" fmla="*/ 346229 w 3781888"/>
              <a:gd name="connsiteY27" fmla="*/ 1207363 h 3426780"/>
              <a:gd name="connsiteX28" fmla="*/ 399495 w 3781888"/>
              <a:gd name="connsiteY28" fmla="*/ 1242874 h 3426780"/>
              <a:gd name="connsiteX29" fmla="*/ 443884 w 3781888"/>
              <a:gd name="connsiteY29" fmla="*/ 1278384 h 3426780"/>
              <a:gd name="connsiteX30" fmla="*/ 488272 w 3781888"/>
              <a:gd name="connsiteY30" fmla="*/ 1331650 h 3426780"/>
              <a:gd name="connsiteX31" fmla="*/ 514905 w 3781888"/>
              <a:gd name="connsiteY31" fmla="*/ 1349406 h 3426780"/>
              <a:gd name="connsiteX32" fmla="*/ 541538 w 3781888"/>
              <a:gd name="connsiteY32" fmla="*/ 1384916 h 3426780"/>
              <a:gd name="connsiteX33" fmla="*/ 577049 w 3781888"/>
              <a:gd name="connsiteY33" fmla="*/ 1429305 h 3426780"/>
              <a:gd name="connsiteX34" fmla="*/ 594804 w 3781888"/>
              <a:gd name="connsiteY34" fmla="*/ 1491448 h 3426780"/>
              <a:gd name="connsiteX35" fmla="*/ 648070 w 3781888"/>
              <a:gd name="connsiteY35" fmla="*/ 1544714 h 3426780"/>
              <a:gd name="connsiteX36" fmla="*/ 683581 w 3781888"/>
              <a:gd name="connsiteY36" fmla="*/ 1580225 h 3426780"/>
              <a:gd name="connsiteX37" fmla="*/ 736847 w 3781888"/>
              <a:gd name="connsiteY37" fmla="*/ 1633491 h 3426780"/>
              <a:gd name="connsiteX38" fmla="*/ 798991 w 3781888"/>
              <a:gd name="connsiteY38" fmla="*/ 1677879 h 3426780"/>
              <a:gd name="connsiteX39" fmla="*/ 834501 w 3781888"/>
              <a:gd name="connsiteY39" fmla="*/ 1695635 h 3426780"/>
              <a:gd name="connsiteX40" fmla="*/ 870012 w 3781888"/>
              <a:gd name="connsiteY40" fmla="*/ 1740023 h 3426780"/>
              <a:gd name="connsiteX41" fmla="*/ 896645 w 3781888"/>
              <a:gd name="connsiteY41" fmla="*/ 1757778 h 3426780"/>
              <a:gd name="connsiteX42" fmla="*/ 923278 w 3781888"/>
              <a:gd name="connsiteY42" fmla="*/ 1811044 h 3426780"/>
              <a:gd name="connsiteX43" fmla="*/ 958789 w 3781888"/>
              <a:gd name="connsiteY43" fmla="*/ 1828800 h 3426780"/>
              <a:gd name="connsiteX44" fmla="*/ 994299 w 3781888"/>
              <a:gd name="connsiteY44" fmla="*/ 1882066 h 3426780"/>
              <a:gd name="connsiteX45" fmla="*/ 1038688 w 3781888"/>
              <a:gd name="connsiteY45" fmla="*/ 1917576 h 3426780"/>
              <a:gd name="connsiteX46" fmla="*/ 1056443 w 3781888"/>
              <a:gd name="connsiteY46" fmla="*/ 1961965 h 3426780"/>
              <a:gd name="connsiteX47" fmla="*/ 1083076 w 3781888"/>
              <a:gd name="connsiteY47" fmla="*/ 1979720 h 3426780"/>
              <a:gd name="connsiteX48" fmla="*/ 1100831 w 3781888"/>
              <a:gd name="connsiteY48" fmla="*/ 2006353 h 3426780"/>
              <a:gd name="connsiteX49" fmla="*/ 1136342 w 3781888"/>
              <a:gd name="connsiteY49" fmla="*/ 2041864 h 3426780"/>
              <a:gd name="connsiteX50" fmla="*/ 1154097 w 3781888"/>
              <a:gd name="connsiteY50" fmla="*/ 2068497 h 3426780"/>
              <a:gd name="connsiteX51" fmla="*/ 1162975 w 3781888"/>
              <a:gd name="connsiteY51" fmla="*/ 2095130 h 3426780"/>
              <a:gd name="connsiteX52" fmla="*/ 1189608 w 3781888"/>
              <a:gd name="connsiteY52" fmla="*/ 2121763 h 3426780"/>
              <a:gd name="connsiteX53" fmla="*/ 1207363 w 3781888"/>
              <a:gd name="connsiteY53" fmla="*/ 2148396 h 3426780"/>
              <a:gd name="connsiteX54" fmla="*/ 1225119 w 3781888"/>
              <a:gd name="connsiteY54" fmla="*/ 2166151 h 3426780"/>
              <a:gd name="connsiteX55" fmla="*/ 1269507 w 3781888"/>
              <a:gd name="connsiteY55" fmla="*/ 2228295 h 3426780"/>
              <a:gd name="connsiteX56" fmla="*/ 1305018 w 3781888"/>
              <a:gd name="connsiteY56" fmla="*/ 2237173 h 3426780"/>
              <a:gd name="connsiteX57" fmla="*/ 1331651 w 3781888"/>
              <a:gd name="connsiteY57" fmla="*/ 2272683 h 3426780"/>
              <a:gd name="connsiteX58" fmla="*/ 1349406 w 3781888"/>
              <a:gd name="connsiteY58" fmla="*/ 2290439 h 3426780"/>
              <a:gd name="connsiteX59" fmla="*/ 1376039 w 3781888"/>
              <a:gd name="connsiteY59" fmla="*/ 2325949 h 3426780"/>
              <a:gd name="connsiteX60" fmla="*/ 1411550 w 3781888"/>
              <a:gd name="connsiteY60" fmla="*/ 2396971 h 3426780"/>
              <a:gd name="connsiteX61" fmla="*/ 1447060 w 3781888"/>
              <a:gd name="connsiteY61" fmla="*/ 2432481 h 3426780"/>
              <a:gd name="connsiteX62" fmla="*/ 1464816 w 3781888"/>
              <a:gd name="connsiteY62" fmla="*/ 2459114 h 3426780"/>
              <a:gd name="connsiteX63" fmla="*/ 1509204 w 3781888"/>
              <a:gd name="connsiteY63" fmla="*/ 2494625 h 3426780"/>
              <a:gd name="connsiteX64" fmla="*/ 1518082 w 3781888"/>
              <a:gd name="connsiteY64" fmla="*/ 2539013 h 3426780"/>
              <a:gd name="connsiteX65" fmla="*/ 1535837 w 3781888"/>
              <a:gd name="connsiteY65" fmla="*/ 2556769 h 3426780"/>
              <a:gd name="connsiteX66" fmla="*/ 1580226 w 3781888"/>
              <a:gd name="connsiteY66" fmla="*/ 2610035 h 3426780"/>
              <a:gd name="connsiteX67" fmla="*/ 1597981 w 3781888"/>
              <a:gd name="connsiteY67" fmla="*/ 2636668 h 3426780"/>
              <a:gd name="connsiteX68" fmla="*/ 1624614 w 3781888"/>
              <a:gd name="connsiteY68" fmla="*/ 2672178 h 3426780"/>
              <a:gd name="connsiteX69" fmla="*/ 1633492 w 3781888"/>
              <a:gd name="connsiteY69" fmla="*/ 2698811 h 3426780"/>
              <a:gd name="connsiteX70" fmla="*/ 1686758 w 3781888"/>
              <a:gd name="connsiteY70" fmla="*/ 2743200 h 3426780"/>
              <a:gd name="connsiteX71" fmla="*/ 1740024 w 3781888"/>
              <a:gd name="connsiteY71" fmla="*/ 2796466 h 3426780"/>
              <a:gd name="connsiteX72" fmla="*/ 1784412 w 3781888"/>
              <a:gd name="connsiteY72" fmla="*/ 2840854 h 3426780"/>
              <a:gd name="connsiteX73" fmla="*/ 1819923 w 3781888"/>
              <a:gd name="connsiteY73" fmla="*/ 2902998 h 3426780"/>
              <a:gd name="connsiteX74" fmla="*/ 1828800 w 3781888"/>
              <a:gd name="connsiteY74" fmla="*/ 2929631 h 3426780"/>
              <a:gd name="connsiteX75" fmla="*/ 1873189 w 3781888"/>
              <a:gd name="connsiteY75" fmla="*/ 2956264 h 3426780"/>
              <a:gd name="connsiteX76" fmla="*/ 1908699 w 3781888"/>
              <a:gd name="connsiteY76" fmla="*/ 2982897 h 3426780"/>
              <a:gd name="connsiteX77" fmla="*/ 1944210 w 3781888"/>
              <a:gd name="connsiteY77" fmla="*/ 3018408 h 3426780"/>
              <a:gd name="connsiteX78" fmla="*/ 1953088 w 3781888"/>
              <a:gd name="connsiteY78" fmla="*/ 3045041 h 3426780"/>
              <a:gd name="connsiteX79" fmla="*/ 2015231 w 3781888"/>
              <a:gd name="connsiteY79" fmla="*/ 3071674 h 3426780"/>
              <a:gd name="connsiteX80" fmla="*/ 2095130 w 3781888"/>
              <a:gd name="connsiteY80" fmla="*/ 3116062 h 3426780"/>
              <a:gd name="connsiteX81" fmla="*/ 2121763 w 3781888"/>
              <a:gd name="connsiteY81" fmla="*/ 3142695 h 3426780"/>
              <a:gd name="connsiteX82" fmla="*/ 2148396 w 3781888"/>
              <a:gd name="connsiteY82" fmla="*/ 3151573 h 3426780"/>
              <a:gd name="connsiteX83" fmla="*/ 2183907 w 3781888"/>
              <a:gd name="connsiteY83" fmla="*/ 3169328 h 3426780"/>
              <a:gd name="connsiteX84" fmla="*/ 2237173 w 3781888"/>
              <a:gd name="connsiteY84" fmla="*/ 3187083 h 3426780"/>
              <a:gd name="connsiteX85" fmla="*/ 2263806 w 3781888"/>
              <a:gd name="connsiteY85" fmla="*/ 3195961 h 3426780"/>
              <a:gd name="connsiteX86" fmla="*/ 2290439 w 3781888"/>
              <a:gd name="connsiteY86" fmla="*/ 3204839 h 3426780"/>
              <a:gd name="connsiteX87" fmla="*/ 2325950 w 3781888"/>
              <a:gd name="connsiteY87" fmla="*/ 3222594 h 3426780"/>
              <a:gd name="connsiteX88" fmla="*/ 2388093 w 3781888"/>
              <a:gd name="connsiteY88" fmla="*/ 3258105 h 3426780"/>
              <a:gd name="connsiteX89" fmla="*/ 2494626 w 3781888"/>
              <a:gd name="connsiteY89" fmla="*/ 3302493 h 3426780"/>
              <a:gd name="connsiteX90" fmla="*/ 2574525 w 3781888"/>
              <a:gd name="connsiteY90" fmla="*/ 3320248 h 3426780"/>
              <a:gd name="connsiteX91" fmla="*/ 2601158 w 3781888"/>
              <a:gd name="connsiteY91" fmla="*/ 3329126 h 3426780"/>
              <a:gd name="connsiteX92" fmla="*/ 2672179 w 3781888"/>
              <a:gd name="connsiteY92" fmla="*/ 3338004 h 3426780"/>
              <a:gd name="connsiteX93" fmla="*/ 2734323 w 3781888"/>
              <a:gd name="connsiteY93" fmla="*/ 3355759 h 3426780"/>
              <a:gd name="connsiteX94" fmla="*/ 2796466 w 3781888"/>
              <a:gd name="connsiteY94" fmla="*/ 3364637 h 3426780"/>
              <a:gd name="connsiteX95" fmla="*/ 2867488 w 3781888"/>
              <a:gd name="connsiteY95" fmla="*/ 3382392 h 3426780"/>
              <a:gd name="connsiteX96" fmla="*/ 2911876 w 3781888"/>
              <a:gd name="connsiteY96" fmla="*/ 3400147 h 3426780"/>
              <a:gd name="connsiteX97" fmla="*/ 2974020 w 3781888"/>
              <a:gd name="connsiteY97" fmla="*/ 3409025 h 3426780"/>
              <a:gd name="connsiteX98" fmla="*/ 3045041 w 3781888"/>
              <a:gd name="connsiteY98" fmla="*/ 3426780 h 3426780"/>
              <a:gd name="connsiteX99" fmla="*/ 3462292 w 3781888"/>
              <a:gd name="connsiteY99" fmla="*/ 3417903 h 3426780"/>
              <a:gd name="connsiteX100" fmla="*/ 3506680 w 3781888"/>
              <a:gd name="connsiteY100" fmla="*/ 3409025 h 3426780"/>
              <a:gd name="connsiteX101" fmla="*/ 3568824 w 3781888"/>
              <a:gd name="connsiteY101" fmla="*/ 3400147 h 3426780"/>
              <a:gd name="connsiteX102" fmla="*/ 3595457 w 3781888"/>
              <a:gd name="connsiteY102" fmla="*/ 3391270 h 3426780"/>
              <a:gd name="connsiteX103" fmla="*/ 3701989 w 3781888"/>
              <a:gd name="connsiteY103" fmla="*/ 3382392 h 3426780"/>
              <a:gd name="connsiteX104" fmla="*/ 3728622 w 3781888"/>
              <a:gd name="connsiteY104" fmla="*/ 3364637 h 3426780"/>
              <a:gd name="connsiteX105" fmla="*/ 3737499 w 3781888"/>
              <a:gd name="connsiteY105" fmla="*/ 3329126 h 3426780"/>
              <a:gd name="connsiteX106" fmla="*/ 3755255 w 3781888"/>
              <a:gd name="connsiteY106" fmla="*/ 3311371 h 3426780"/>
              <a:gd name="connsiteX107" fmla="*/ 3781888 w 3781888"/>
              <a:gd name="connsiteY107" fmla="*/ 3249227 h 3426780"/>
              <a:gd name="connsiteX108" fmla="*/ 3773010 w 3781888"/>
              <a:gd name="connsiteY108" fmla="*/ 3151573 h 3426780"/>
              <a:gd name="connsiteX109" fmla="*/ 3755255 w 3781888"/>
              <a:gd name="connsiteY109" fmla="*/ 3098307 h 3426780"/>
              <a:gd name="connsiteX110" fmla="*/ 3746377 w 3781888"/>
              <a:gd name="connsiteY110" fmla="*/ 2947386 h 3426780"/>
              <a:gd name="connsiteX111" fmla="*/ 3728622 w 3781888"/>
              <a:gd name="connsiteY111" fmla="*/ 2894120 h 3426780"/>
              <a:gd name="connsiteX112" fmla="*/ 3719744 w 3781888"/>
              <a:gd name="connsiteY112" fmla="*/ 2867487 h 3426780"/>
              <a:gd name="connsiteX113" fmla="*/ 3710866 w 3781888"/>
              <a:gd name="connsiteY113" fmla="*/ 2840854 h 3426780"/>
              <a:gd name="connsiteX114" fmla="*/ 3693111 w 3781888"/>
              <a:gd name="connsiteY114" fmla="*/ 2814221 h 3426780"/>
              <a:gd name="connsiteX115" fmla="*/ 3684233 w 3781888"/>
              <a:gd name="connsiteY115" fmla="*/ 2787588 h 3426780"/>
              <a:gd name="connsiteX116" fmla="*/ 3639845 w 3781888"/>
              <a:gd name="connsiteY116" fmla="*/ 2734322 h 3426780"/>
              <a:gd name="connsiteX117" fmla="*/ 3630967 w 3781888"/>
              <a:gd name="connsiteY117" fmla="*/ 2707689 h 3426780"/>
              <a:gd name="connsiteX118" fmla="*/ 3622090 w 3781888"/>
              <a:gd name="connsiteY118" fmla="*/ 2672178 h 3426780"/>
              <a:gd name="connsiteX119" fmla="*/ 3604334 w 3781888"/>
              <a:gd name="connsiteY119" fmla="*/ 2636668 h 3426780"/>
              <a:gd name="connsiteX120" fmla="*/ 3577701 w 3781888"/>
              <a:gd name="connsiteY120" fmla="*/ 2574524 h 3426780"/>
              <a:gd name="connsiteX121" fmla="*/ 3559946 w 3781888"/>
              <a:gd name="connsiteY121" fmla="*/ 2547891 h 3426780"/>
              <a:gd name="connsiteX122" fmla="*/ 3506680 w 3781888"/>
              <a:gd name="connsiteY122" fmla="*/ 2494625 h 3426780"/>
              <a:gd name="connsiteX123" fmla="*/ 3462292 w 3781888"/>
              <a:gd name="connsiteY123" fmla="*/ 2423604 h 3426780"/>
              <a:gd name="connsiteX124" fmla="*/ 3426781 w 3781888"/>
              <a:gd name="connsiteY124" fmla="*/ 2370338 h 3426780"/>
              <a:gd name="connsiteX125" fmla="*/ 3409026 w 3781888"/>
              <a:gd name="connsiteY125" fmla="*/ 2352582 h 3426780"/>
              <a:gd name="connsiteX126" fmla="*/ 3355759 w 3781888"/>
              <a:gd name="connsiteY126" fmla="*/ 2263806 h 3426780"/>
              <a:gd name="connsiteX127" fmla="*/ 3302493 w 3781888"/>
              <a:gd name="connsiteY127" fmla="*/ 2210540 h 3426780"/>
              <a:gd name="connsiteX128" fmla="*/ 3293616 w 3781888"/>
              <a:gd name="connsiteY128" fmla="*/ 2183907 h 3426780"/>
              <a:gd name="connsiteX129" fmla="*/ 3266983 w 3781888"/>
              <a:gd name="connsiteY129" fmla="*/ 2166151 h 3426780"/>
              <a:gd name="connsiteX130" fmla="*/ 3222594 w 3781888"/>
              <a:gd name="connsiteY130" fmla="*/ 2121763 h 3426780"/>
              <a:gd name="connsiteX131" fmla="*/ 3133818 w 3781888"/>
              <a:gd name="connsiteY131" fmla="*/ 2032986 h 3426780"/>
              <a:gd name="connsiteX132" fmla="*/ 3116062 w 3781888"/>
              <a:gd name="connsiteY132" fmla="*/ 2006353 h 3426780"/>
              <a:gd name="connsiteX133" fmla="*/ 3053919 w 3781888"/>
              <a:gd name="connsiteY133" fmla="*/ 1953087 h 3426780"/>
              <a:gd name="connsiteX134" fmla="*/ 3009530 w 3781888"/>
              <a:gd name="connsiteY134" fmla="*/ 1917576 h 3426780"/>
              <a:gd name="connsiteX135" fmla="*/ 2991775 w 3781888"/>
              <a:gd name="connsiteY135" fmla="*/ 1882066 h 3426780"/>
              <a:gd name="connsiteX136" fmla="*/ 2956264 w 3781888"/>
              <a:gd name="connsiteY136" fmla="*/ 1855433 h 3426780"/>
              <a:gd name="connsiteX137" fmla="*/ 2894121 w 3781888"/>
              <a:gd name="connsiteY137" fmla="*/ 1793289 h 3426780"/>
              <a:gd name="connsiteX138" fmla="*/ 2876365 w 3781888"/>
              <a:gd name="connsiteY138" fmla="*/ 1775534 h 3426780"/>
              <a:gd name="connsiteX139" fmla="*/ 2858610 w 3781888"/>
              <a:gd name="connsiteY139" fmla="*/ 1748901 h 3426780"/>
              <a:gd name="connsiteX140" fmla="*/ 2831977 w 3781888"/>
              <a:gd name="connsiteY140" fmla="*/ 1731145 h 3426780"/>
              <a:gd name="connsiteX141" fmla="*/ 2743200 w 3781888"/>
              <a:gd name="connsiteY141" fmla="*/ 1624613 h 3426780"/>
              <a:gd name="connsiteX142" fmla="*/ 2707690 w 3781888"/>
              <a:gd name="connsiteY142" fmla="*/ 1597980 h 3426780"/>
              <a:gd name="connsiteX143" fmla="*/ 2636668 w 3781888"/>
              <a:gd name="connsiteY143" fmla="*/ 1553592 h 3426780"/>
              <a:gd name="connsiteX144" fmla="*/ 2565647 w 3781888"/>
              <a:gd name="connsiteY144" fmla="*/ 1509204 h 3426780"/>
              <a:gd name="connsiteX145" fmla="*/ 2512381 w 3781888"/>
              <a:gd name="connsiteY145" fmla="*/ 1473693 h 3426780"/>
              <a:gd name="connsiteX146" fmla="*/ 2485748 w 3781888"/>
              <a:gd name="connsiteY146" fmla="*/ 1455938 h 3426780"/>
              <a:gd name="connsiteX147" fmla="*/ 2450237 w 3781888"/>
              <a:gd name="connsiteY147" fmla="*/ 1429305 h 3426780"/>
              <a:gd name="connsiteX148" fmla="*/ 2388093 w 3781888"/>
              <a:gd name="connsiteY148" fmla="*/ 1358283 h 3426780"/>
              <a:gd name="connsiteX149" fmla="*/ 2334827 w 3781888"/>
              <a:gd name="connsiteY149" fmla="*/ 1305017 h 3426780"/>
              <a:gd name="connsiteX150" fmla="*/ 2308194 w 3781888"/>
              <a:gd name="connsiteY150" fmla="*/ 1278384 h 3426780"/>
              <a:gd name="connsiteX151" fmla="*/ 2281561 w 3781888"/>
              <a:gd name="connsiteY151" fmla="*/ 1269507 h 3426780"/>
              <a:gd name="connsiteX152" fmla="*/ 2228295 w 3781888"/>
              <a:gd name="connsiteY152" fmla="*/ 1189608 h 3426780"/>
              <a:gd name="connsiteX153" fmla="*/ 2175029 w 3781888"/>
              <a:gd name="connsiteY153" fmla="*/ 1136341 h 3426780"/>
              <a:gd name="connsiteX154" fmla="*/ 2104008 w 3781888"/>
              <a:gd name="connsiteY154" fmla="*/ 1074198 h 3426780"/>
              <a:gd name="connsiteX155" fmla="*/ 2059620 w 3781888"/>
              <a:gd name="connsiteY155" fmla="*/ 1020932 h 3426780"/>
              <a:gd name="connsiteX156" fmla="*/ 2041864 w 3781888"/>
              <a:gd name="connsiteY156" fmla="*/ 1003176 h 3426780"/>
              <a:gd name="connsiteX157" fmla="*/ 2024109 w 3781888"/>
              <a:gd name="connsiteY157" fmla="*/ 976543 h 3426780"/>
              <a:gd name="connsiteX158" fmla="*/ 1961965 w 3781888"/>
              <a:gd name="connsiteY158" fmla="*/ 923277 h 3426780"/>
              <a:gd name="connsiteX159" fmla="*/ 1917577 w 3781888"/>
              <a:gd name="connsiteY159" fmla="*/ 870011 h 3426780"/>
              <a:gd name="connsiteX160" fmla="*/ 1890944 w 3781888"/>
              <a:gd name="connsiteY160" fmla="*/ 852256 h 3426780"/>
              <a:gd name="connsiteX161" fmla="*/ 1864311 w 3781888"/>
              <a:gd name="connsiteY161" fmla="*/ 825623 h 3426780"/>
              <a:gd name="connsiteX162" fmla="*/ 1837678 w 3781888"/>
              <a:gd name="connsiteY162" fmla="*/ 807868 h 3426780"/>
              <a:gd name="connsiteX163" fmla="*/ 1819923 w 3781888"/>
              <a:gd name="connsiteY163" fmla="*/ 790112 h 3426780"/>
              <a:gd name="connsiteX164" fmla="*/ 1793290 w 3781888"/>
              <a:gd name="connsiteY164" fmla="*/ 772357 h 3426780"/>
              <a:gd name="connsiteX165" fmla="*/ 1704513 w 3781888"/>
              <a:gd name="connsiteY165" fmla="*/ 701336 h 3426780"/>
              <a:gd name="connsiteX166" fmla="*/ 1669002 w 3781888"/>
              <a:gd name="connsiteY166" fmla="*/ 683580 h 3426780"/>
              <a:gd name="connsiteX167" fmla="*/ 1624614 w 3781888"/>
              <a:gd name="connsiteY167" fmla="*/ 648070 h 3426780"/>
              <a:gd name="connsiteX168" fmla="*/ 1589103 w 3781888"/>
              <a:gd name="connsiteY168" fmla="*/ 630314 h 3426780"/>
              <a:gd name="connsiteX169" fmla="*/ 1526959 w 3781888"/>
              <a:gd name="connsiteY169" fmla="*/ 559293 h 3426780"/>
              <a:gd name="connsiteX170" fmla="*/ 1455938 w 3781888"/>
              <a:gd name="connsiteY170" fmla="*/ 497149 h 3426780"/>
              <a:gd name="connsiteX171" fmla="*/ 1420427 w 3781888"/>
              <a:gd name="connsiteY171" fmla="*/ 452761 h 3426780"/>
              <a:gd name="connsiteX172" fmla="*/ 1411550 w 3781888"/>
              <a:gd name="connsiteY172" fmla="*/ 426128 h 3426780"/>
              <a:gd name="connsiteX173" fmla="*/ 1376039 w 3781888"/>
              <a:gd name="connsiteY173" fmla="*/ 390617 h 3426780"/>
              <a:gd name="connsiteX174" fmla="*/ 1340528 w 3781888"/>
              <a:gd name="connsiteY174" fmla="*/ 346229 h 3426780"/>
              <a:gd name="connsiteX175" fmla="*/ 1322773 w 3781888"/>
              <a:gd name="connsiteY175" fmla="*/ 310718 h 3426780"/>
              <a:gd name="connsiteX176" fmla="*/ 1287262 w 3781888"/>
              <a:gd name="connsiteY176" fmla="*/ 292963 h 3426780"/>
              <a:gd name="connsiteX177" fmla="*/ 1251752 w 3781888"/>
              <a:gd name="connsiteY177" fmla="*/ 266330 h 3426780"/>
              <a:gd name="connsiteX178" fmla="*/ 1198486 w 3781888"/>
              <a:gd name="connsiteY178" fmla="*/ 204186 h 3426780"/>
              <a:gd name="connsiteX179" fmla="*/ 1189608 w 3781888"/>
              <a:gd name="connsiteY179" fmla="*/ 177553 h 3426780"/>
              <a:gd name="connsiteX180" fmla="*/ 1127464 w 3781888"/>
              <a:gd name="connsiteY180" fmla="*/ 133165 h 3426780"/>
              <a:gd name="connsiteX181" fmla="*/ 1100831 w 3781888"/>
              <a:gd name="connsiteY181" fmla="*/ 124287 h 3426780"/>
              <a:gd name="connsiteX182" fmla="*/ 1074198 w 3781888"/>
              <a:gd name="connsiteY182" fmla="*/ 106532 h 3426780"/>
              <a:gd name="connsiteX183" fmla="*/ 1047565 w 3781888"/>
              <a:gd name="connsiteY183" fmla="*/ 97654 h 3426780"/>
              <a:gd name="connsiteX184" fmla="*/ 985422 w 3781888"/>
              <a:gd name="connsiteY184" fmla="*/ 71021 h 3426780"/>
              <a:gd name="connsiteX185" fmla="*/ 967666 w 3781888"/>
              <a:gd name="connsiteY185" fmla="*/ 53266 h 3426780"/>
              <a:gd name="connsiteX186" fmla="*/ 887767 w 3781888"/>
              <a:gd name="connsiteY186" fmla="*/ 35510 h 3426780"/>
              <a:gd name="connsiteX187" fmla="*/ 852257 w 3781888"/>
              <a:gd name="connsiteY187" fmla="*/ 17755 h 3426780"/>
              <a:gd name="connsiteX188" fmla="*/ 807868 w 3781888"/>
              <a:gd name="connsiteY188" fmla="*/ 8877 h 3426780"/>
              <a:gd name="connsiteX189" fmla="*/ 772358 w 3781888"/>
              <a:gd name="connsiteY189" fmla="*/ 0 h 3426780"/>
              <a:gd name="connsiteX190" fmla="*/ 568171 w 3781888"/>
              <a:gd name="connsiteY190" fmla="*/ 8877 h 3426780"/>
              <a:gd name="connsiteX191" fmla="*/ 488272 w 3781888"/>
              <a:gd name="connsiteY191" fmla="*/ 44388 h 3426780"/>
              <a:gd name="connsiteX192" fmla="*/ 461639 w 3781888"/>
              <a:gd name="connsiteY192" fmla="*/ 53266 h 3426780"/>
              <a:gd name="connsiteX193" fmla="*/ 435006 w 3781888"/>
              <a:gd name="connsiteY193" fmla="*/ 71021 h 3426780"/>
              <a:gd name="connsiteX194" fmla="*/ 408373 w 3781888"/>
              <a:gd name="connsiteY194" fmla="*/ 79899 h 3426780"/>
              <a:gd name="connsiteX195" fmla="*/ 390618 w 3781888"/>
              <a:gd name="connsiteY195" fmla="*/ 106532 h 3426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781888" h="3426780">
                <a:moveTo>
                  <a:pt x="390618" y="106532"/>
                </a:moveTo>
                <a:lnTo>
                  <a:pt x="390618" y="106532"/>
                </a:lnTo>
                <a:cubicBezTo>
                  <a:pt x="366944" y="121328"/>
                  <a:pt x="342174" y="134500"/>
                  <a:pt x="319596" y="150920"/>
                </a:cubicBezTo>
                <a:cubicBezTo>
                  <a:pt x="309442" y="158304"/>
                  <a:pt x="302608" y="169516"/>
                  <a:pt x="292963" y="177553"/>
                </a:cubicBezTo>
                <a:cubicBezTo>
                  <a:pt x="284766" y="184383"/>
                  <a:pt x="274661" y="188643"/>
                  <a:pt x="266330" y="195308"/>
                </a:cubicBezTo>
                <a:cubicBezTo>
                  <a:pt x="259794" y="200537"/>
                  <a:pt x="253804" y="206528"/>
                  <a:pt x="248575" y="213064"/>
                </a:cubicBezTo>
                <a:cubicBezTo>
                  <a:pt x="241910" y="221396"/>
                  <a:pt x="239017" y="232867"/>
                  <a:pt x="230820" y="239697"/>
                </a:cubicBezTo>
                <a:cubicBezTo>
                  <a:pt x="220653" y="248169"/>
                  <a:pt x="206799" y="250886"/>
                  <a:pt x="195309" y="257452"/>
                </a:cubicBezTo>
                <a:cubicBezTo>
                  <a:pt x="147121" y="284988"/>
                  <a:pt x="190875" y="267809"/>
                  <a:pt x="142043" y="284085"/>
                </a:cubicBezTo>
                <a:cubicBezTo>
                  <a:pt x="133165" y="290004"/>
                  <a:pt x="124953" y="297069"/>
                  <a:pt x="115410" y="301841"/>
                </a:cubicBezTo>
                <a:cubicBezTo>
                  <a:pt x="107040" y="306026"/>
                  <a:pt x="95966" y="304727"/>
                  <a:pt x="88777" y="310718"/>
                </a:cubicBezTo>
                <a:cubicBezTo>
                  <a:pt x="77410" y="320190"/>
                  <a:pt x="72606" y="335767"/>
                  <a:pt x="62144" y="346229"/>
                </a:cubicBezTo>
                <a:cubicBezTo>
                  <a:pt x="54599" y="353774"/>
                  <a:pt x="44389" y="358066"/>
                  <a:pt x="35511" y="363984"/>
                </a:cubicBezTo>
                <a:lnTo>
                  <a:pt x="17756" y="417250"/>
                </a:lnTo>
                <a:cubicBezTo>
                  <a:pt x="14797" y="426128"/>
                  <a:pt x="11148" y="434805"/>
                  <a:pt x="8878" y="443883"/>
                </a:cubicBezTo>
                <a:lnTo>
                  <a:pt x="0" y="479394"/>
                </a:lnTo>
                <a:cubicBezTo>
                  <a:pt x="2959" y="500109"/>
                  <a:pt x="5135" y="520951"/>
                  <a:pt x="8878" y="541538"/>
                </a:cubicBezTo>
                <a:cubicBezTo>
                  <a:pt x="11061" y="553542"/>
                  <a:pt x="16651" y="564897"/>
                  <a:pt x="17756" y="577048"/>
                </a:cubicBezTo>
                <a:cubicBezTo>
                  <a:pt x="22586" y="630177"/>
                  <a:pt x="23198" y="683609"/>
                  <a:pt x="26633" y="736846"/>
                </a:cubicBezTo>
                <a:cubicBezTo>
                  <a:pt x="34777" y="863077"/>
                  <a:pt x="8780" y="825525"/>
                  <a:pt x="62144" y="878889"/>
                </a:cubicBezTo>
                <a:cubicBezTo>
                  <a:pt x="76155" y="906912"/>
                  <a:pt x="93982" y="946238"/>
                  <a:pt x="115410" y="967666"/>
                </a:cubicBezTo>
                <a:cubicBezTo>
                  <a:pt x="124288" y="976544"/>
                  <a:pt x="132398" y="986262"/>
                  <a:pt x="142043" y="994299"/>
                </a:cubicBezTo>
                <a:cubicBezTo>
                  <a:pt x="216202" y="1056098"/>
                  <a:pt x="117500" y="960878"/>
                  <a:pt x="195309" y="1038687"/>
                </a:cubicBezTo>
                <a:cubicBezTo>
                  <a:pt x="209084" y="1073126"/>
                  <a:pt x="209542" y="1083110"/>
                  <a:pt x="230820" y="1109708"/>
                </a:cubicBezTo>
                <a:cubicBezTo>
                  <a:pt x="236049" y="1116244"/>
                  <a:pt x="243346" y="1120928"/>
                  <a:pt x="248575" y="1127464"/>
                </a:cubicBezTo>
                <a:cubicBezTo>
                  <a:pt x="259743" y="1141424"/>
                  <a:pt x="267595" y="1161957"/>
                  <a:pt x="284086" y="1171852"/>
                </a:cubicBezTo>
                <a:cubicBezTo>
                  <a:pt x="292110" y="1176667"/>
                  <a:pt x="301841" y="1177771"/>
                  <a:pt x="310719" y="1180730"/>
                </a:cubicBezTo>
                <a:cubicBezTo>
                  <a:pt x="322556" y="1189608"/>
                  <a:pt x="334108" y="1198878"/>
                  <a:pt x="346229" y="1207363"/>
                </a:cubicBezTo>
                <a:cubicBezTo>
                  <a:pt x="363711" y="1219600"/>
                  <a:pt x="384405" y="1227785"/>
                  <a:pt x="399495" y="1242874"/>
                </a:cubicBezTo>
                <a:cubicBezTo>
                  <a:pt x="424796" y="1268173"/>
                  <a:pt x="410287" y="1255986"/>
                  <a:pt x="443884" y="1278384"/>
                </a:cubicBezTo>
                <a:cubicBezTo>
                  <a:pt x="461343" y="1304572"/>
                  <a:pt x="462638" y="1310288"/>
                  <a:pt x="488272" y="1331650"/>
                </a:cubicBezTo>
                <a:cubicBezTo>
                  <a:pt x="496469" y="1338481"/>
                  <a:pt x="507360" y="1341861"/>
                  <a:pt x="514905" y="1349406"/>
                </a:cubicBezTo>
                <a:cubicBezTo>
                  <a:pt x="525367" y="1359868"/>
                  <a:pt x="532660" y="1373079"/>
                  <a:pt x="541538" y="1384916"/>
                </a:cubicBezTo>
                <a:cubicBezTo>
                  <a:pt x="570563" y="1471986"/>
                  <a:pt x="523506" y="1348989"/>
                  <a:pt x="577049" y="1429305"/>
                </a:cubicBezTo>
                <a:cubicBezTo>
                  <a:pt x="585411" y="1441848"/>
                  <a:pt x="584204" y="1477819"/>
                  <a:pt x="594804" y="1491448"/>
                </a:cubicBezTo>
                <a:cubicBezTo>
                  <a:pt x="610220" y="1511268"/>
                  <a:pt x="648070" y="1544714"/>
                  <a:pt x="648070" y="1544714"/>
                </a:cubicBezTo>
                <a:cubicBezTo>
                  <a:pt x="667010" y="1601531"/>
                  <a:pt x="640968" y="1547081"/>
                  <a:pt x="683581" y="1580225"/>
                </a:cubicBezTo>
                <a:cubicBezTo>
                  <a:pt x="703401" y="1595641"/>
                  <a:pt x="716759" y="1618425"/>
                  <a:pt x="736847" y="1633491"/>
                </a:cubicBezTo>
                <a:cubicBezTo>
                  <a:pt x="752094" y="1644926"/>
                  <a:pt x="780814" y="1667492"/>
                  <a:pt x="798991" y="1677879"/>
                </a:cubicBezTo>
                <a:cubicBezTo>
                  <a:pt x="810481" y="1684445"/>
                  <a:pt x="823490" y="1688294"/>
                  <a:pt x="834501" y="1695635"/>
                </a:cubicBezTo>
                <a:cubicBezTo>
                  <a:pt x="860863" y="1713210"/>
                  <a:pt x="846261" y="1716272"/>
                  <a:pt x="870012" y="1740023"/>
                </a:cubicBezTo>
                <a:cubicBezTo>
                  <a:pt x="877557" y="1747568"/>
                  <a:pt x="887767" y="1751860"/>
                  <a:pt x="896645" y="1757778"/>
                </a:cubicBezTo>
                <a:cubicBezTo>
                  <a:pt x="902704" y="1775955"/>
                  <a:pt x="907393" y="1797806"/>
                  <a:pt x="923278" y="1811044"/>
                </a:cubicBezTo>
                <a:cubicBezTo>
                  <a:pt x="933445" y="1819516"/>
                  <a:pt x="946952" y="1822881"/>
                  <a:pt x="958789" y="1828800"/>
                </a:cubicBezTo>
                <a:cubicBezTo>
                  <a:pt x="970626" y="1846555"/>
                  <a:pt x="976544" y="1870229"/>
                  <a:pt x="994299" y="1882066"/>
                </a:cubicBezTo>
                <a:cubicBezTo>
                  <a:pt x="1027896" y="1904464"/>
                  <a:pt x="1013387" y="1892277"/>
                  <a:pt x="1038688" y="1917576"/>
                </a:cubicBezTo>
                <a:cubicBezTo>
                  <a:pt x="1044606" y="1932372"/>
                  <a:pt x="1047180" y="1948997"/>
                  <a:pt x="1056443" y="1961965"/>
                </a:cubicBezTo>
                <a:cubicBezTo>
                  <a:pt x="1062645" y="1970647"/>
                  <a:pt x="1075531" y="1972175"/>
                  <a:pt x="1083076" y="1979720"/>
                </a:cubicBezTo>
                <a:cubicBezTo>
                  <a:pt x="1090621" y="1987265"/>
                  <a:pt x="1093887" y="1998252"/>
                  <a:pt x="1100831" y="2006353"/>
                </a:cubicBezTo>
                <a:cubicBezTo>
                  <a:pt x="1111725" y="2019063"/>
                  <a:pt x="1127056" y="2027935"/>
                  <a:pt x="1136342" y="2041864"/>
                </a:cubicBezTo>
                <a:cubicBezTo>
                  <a:pt x="1142260" y="2050742"/>
                  <a:pt x="1149325" y="2058954"/>
                  <a:pt x="1154097" y="2068497"/>
                </a:cubicBezTo>
                <a:cubicBezTo>
                  <a:pt x="1158282" y="2076867"/>
                  <a:pt x="1157784" y="2087344"/>
                  <a:pt x="1162975" y="2095130"/>
                </a:cubicBezTo>
                <a:cubicBezTo>
                  <a:pt x="1169939" y="2105576"/>
                  <a:pt x="1181571" y="2112118"/>
                  <a:pt x="1189608" y="2121763"/>
                </a:cubicBezTo>
                <a:cubicBezTo>
                  <a:pt x="1196438" y="2129960"/>
                  <a:pt x="1200698" y="2140065"/>
                  <a:pt x="1207363" y="2148396"/>
                </a:cubicBezTo>
                <a:cubicBezTo>
                  <a:pt x="1212592" y="2154932"/>
                  <a:pt x="1219890" y="2159615"/>
                  <a:pt x="1225119" y="2166151"/>
                </a:cubicBezTo>
                <a:cubicBezTo>
                  <a:pt x="1235672" y="2179341"/>
                  <a:pt x="1257842" y="2219963"/>
                  <a:pt x="1269507" y="2228295"/>
                </a:cubicBezTo>
                <a:cubicBezTo>
                  <a:pt x="1279436" y="2235387"/>
                  <a:pt x="1293181" y="2234214"/>
                  <a:pt x="1305018" y="2237173"/>
                </a:cubicBezTo>
                <a:cubicBezTo>
                  <a:pt x="1313896" y="2249010"/>
                  <a:pt x="1322179" y="2261316"/>
                  <a:pt x="1331651" y="2272683"/>
                </a:cubicBezTo>
                <a:cubicBezTo>
                  <a:pt x="1337009" y="2279113"/>
                  <a:pt x="1344048" y="2284009"/>
                  <a:pt x="1349406" y="2290439"/>
                </a:cubicBezTo>
                <a:cubicBezTo>
                  <a:pt x="1358878" y="2301806"/>
                  <a:pt x="1367161" y="2314112"/>
                  <a:pt x="1376039" y="2325949"/>
                </a:cubicBezTo>
                <a:cubicBezTo>
                  <a:pt x="1386583" y="2357581"/>
                  <a:pt x="1387092" y="2365524"/>
                  <a:pt x="1411550" y="2396971"/>
                </a:cubicBezTo>
                <a:cubicBezTo>
                  <a:pt x="1421827" y="2410184"/>
                  <a:pt x="1436166" y="2419771"/>
                  <a:pt x="1447060" y="2432481"/>
                </a:cubicBezTo>
                <a:cubicBezTo>
                  <a:pt x="1454004" y="2440582"/>
                  <a:pt x="1458151" y="2450782"/>
                  <a:pt x="1464816" y="2459114"/>
                </a:cubicBezTo>
                <a:cubicBezTo>
                  <a:pt x="1479275" y="2477188"/>
                  <a:pt x="1489425" y="2481439"/>
                  <a:pt x="1509204" y="2494625"/>
                </a:cubicBezTo>
                <a:cubicBezTo>
                  <a:pt x="1512163" y="2509421"/>
                  <a:pt x="1512138" y="2525144"/>
                  <a:pt x="1518082" y="2539013"/>
                </a:cubicBezTo>
                <a:cubicBezTo>
                  <a:pt x="1521379" y="2546706"/>
                  <a:pt x="1531194" y="2549805"/>
                  <a:pt x="1535837" y="2556769"/>
                </a:cubicBezTo>
                <a:cubicBezTo>
                  <a:pt x="1571880" y="2610832"/>
                  <a:pt x="1531686" y="2577674"/>
                  <a:pt x="1580226" y="2610035"/>
                </a:cubicBezTo>
                <a:cubicBezTo>
                  <a:pt x="1586144" y="2618913"/>
                  <a:pt x="1591779" y="2627986"/>
                  <a:pt x="1597981" y="2636668"/>
                </a:cubicBezTo>
                <a:cubicBezTo>
                  <a:pt x="1606581" y="2648708"/>
                  <a:pt x="1617273" y="2659332"/>
                  <a:pt x="1624614" y="2672178"/>
                </a:cubicBezTo>
                <a:cubicBezTo>
                  <a:pt x="1629257" y="2680303"/>
                  <a:pt x="1628301" y="2691025"/>
                  <a:pt x="1633492" y="2698811"/>
                </a:cubicBezTo>
                <a:cubicBezTo>
                  <a:pt x="1655571" y="2731929"/>
                  <a:pt x="1659961" y="2719380"/>
                  <a:pt x="1686758" y="2743200"/>
                </a:cubicBezTo>
                <a:cubicBezTo>
                  <a:pt x="1705525" y="2759882"/>
                  <a:pt x="1722269" y="2778711"/>
                  <a:pt x="1740024" y="2796466"/>
                </a:cubicBezTo>
                <a:cubicBezTo>
                  <a:pt x="1754820" y="2811262"/>
                  <a:pt x="1772805" y="2823443"/>
                  <a:pt x="1784412" y="2840854"/>
                </a:cubicBezTo>
                <a:cubicBezTo>
                  <a:pt x="1802241" y="2867599"/>
                  <a:pt x="1806408" y="2871464"/>
                  <a:pt x="1819923" y="2902998"/>
                </a:cubicBezTo>
                <a:cubicBezTo>
                  <a:pt x="1823609" y="2911599"/>
                  <a:pt x="1822183" y="2923014"/>
                  <a:pt x="1828800" y="2929631"/>
                </a:cubicBezTo>
                <a:cubicBezTo>
                  <a:pt x="1841001" y="2941832"/>
                  <a:pt x="1858832" y="2946692"/>
                  <a:pt x="1873189" y="2956264"/>
                </a:cubicBezTo>
                <a:cubicBezTo>
                  <a:pt x="1885500" y="2964471"/>
                  <a:pt x="1897564" y="2973154"/>
                  <a:pt x="1908699" y="2982897"/>
                </a:cubicBezTo>
                <a:cubicBezTo>
                  <a:pt x="1921297" y="2993920"/>
                  <a:pt x="1944210" y="3018408"/>
                  <a:pt x="1944210" y="3018408"/>
                </a:cubicBezTo>
                <a:cubicBezTo>
                  <a:pt x="1947169" y="3027286"/>
                  <a:pt x="1947242" y="3037734"/>
                  <a:pt x="1953088" y="3045041"/>
                </a:cubicBezTo>
                <a:cubicBezTo>
                  <a:pt x="1968415" y="3064199"/>
                  <a:pt x="1993908" y="3066343"/>
                  <a:pt x="2015231" y="3071674"/>
                </a:cubicBezTo>
                <a:cubicBezTo>
                  <a:pt x="2076283" y="3112375"/>
                  <a:pt x="2048253" y="3100436"/>
                  <a:pt x="2095130" y="3116062"/>
                </a:cubicBezTo>
                <a:cubicBezTo>
                  <a:pt x="2104008" y="3124940"/>
                  <a:pt x="2111317" y="3135731"/>
                  <a:pt x="2121763" y="3142695"/>
                </a:cubicBezTo>
                <a:cubicBezTo>
                  <a:pt x="2129549" y="3147886"/>
                  <a:pt x="2139795" y="3147887"/>
                  <a:pt x="2148396" y="3151573"/>
                </a:cubicBezTo>
                <a:cubicBezTo>
                  <a:pt x="2160560" y="3156786"/>
                  <a:pt x="2171619" y="3164413"/>
                  <a:pt x="2183907" y="3169328"/>
                </a:cubicBezTo>
                <a:cubicBezTo>
                  <a:pt x="2201284" y="3176279"/>
                  <a:pt x="2219418" y="3181165"/>
                  <a:pt x="2237173" y="3187083"/>
                </a:cubicBezTo>
                <a:lnTo>
                  <a:pt x="2263806" y="3195961"/>
                </a:lnTo>
                <a:cubicBezTo>
                  <a:pt x="2272684" y="3198920"/>
                  <a:pt x="2282069" y="3200654"/>
                  <a:pt x="2290439" y="3204839"/>
                </a:cubicBezTo>
                <a:cubicBezTo>
                  <a:pt x="2302276" y="3210757"/>
                  <a:pt x="2314332" y="3216257"/>
                  <a:pt x="2325950" y="3222594"/>
                </a:cubicBezTo>
                <a:cubicBezTo>
                  <a:pt x="2346895" y="3234018"/>
                  <a:pt x="2366532" y="3247892"/>
                  <a:pt x="2388093" y="3258105"/>
                </a:cubicBezTo>
                <a:cubicBezTo>
                  <a:pt x="2422860" y="3274574"/>
                  <a:pt x="2456903" y="3294948"/>
                  <a:pt x="2494626" y="3302493"/>
                </a:cubicBezTo>
                <a:cubicBezTo>
                  <a:pt x="2525122" y="3308592"/>
                  <a:pt x="2545283" y="3311893"/>
                  <a:pt x="2574525" y="3320248"/>
                </a:cubicBezTo>
                <a:cubicBezTo>
                  <a:pt x="2583523" y="3322819"/>
                  <a:pt x="2591951" y="3327452"/>
                  <a:pt x="2601158" y="3329126"/>
                </a:cubicBezTo>
                <a:cubicBezTo>
                  <a:pt x="2624631" y="3333394"/>
                  <a:pt x="2648646" y="3334082"/>
                  <a:pt x="2672179" y="3338004"/>
                </a:cubicBezTo>
                <a:cubicBezTo>
                  <a:pt x="2804561" y="3360067"/>
                  <a:pt x="2628781" y="3334650"/>
                  <a:pt x="2734323" y="3355759"/>
                </a:cubicBezTo>
                <a:cubicBezTo>
                  <a:pt x="2754841" y="3359863"/>
                  <a:pt x="2775948" y="3360533"/>
                  <a:pt x="2796466" y="3364637"/>
                </a:cubicBezTo>
                <a:cubicBezTo>
                  <a:pt x="2820395" y="3369423"/>
                  <a:pt x="2844831" y="3373329"/>
                  <a:pt x="2867488" y="3382392"/>
                </a:cubicBezTo>
                <a:cubicBezTo>
                  <a:pt x="2882284" y="3388310"/>
                  <a:pt x="2896416" y="3396282"/>
                  <a:pt x="2911876" y="3400147"/>
                </a:cubicBezTo>
                <a:cubicBezTo>
                  <a:pt x="2932176" y="3405222"/>
                  <a:pt x="2953501" y="3404921"/>
                  <a:pt x="2974020" y="3409025"/>
                </a:cubicBezTo>
                <a:cubicBezTo>
                  <a:pt x="2997948" y="3413811"/>
                  <a:pt x="3021367" y="3420862"/>
                  <a:pt x="3045041" y="3426780"/>
                </a:cubicBezTo>
                <a:lnTo>
                  <a:pt x="3462292" y="3417903"/>
                </a:lnTo>
                <a:cubicBezTo>
                  <a:pt x="3477370" y="3417323"/>
                  <a:pt x="3491796" y="3411506"/>
                  <a:pt x="3506680" y="3409025"/>
                </a:cubicBezTo>
                <a:cubicBezTo>
                  <a:pt x="3527320" y="3405585"/>
                  <a:pt x="3548109" y="3403106"/>
                  <a:pt x="3568824" y="3400147"/>
                </a:cubicBezTo>
                <a:cubicBezTo>
                  <a:pt x="3577702" y="3397188"/>
                  <a:pt x="3586181" y="3392507"/>
                  <a:pt x="3595457" y="3391270"/>
                </a:cubicBezTo>
                <a:cubicBezTo>
                  <a:pt x="3630778" y="3386561"/>
                  <a:pt x="3667047" y="3389380"/>
                  <a:pt x="3701989" y="3382392"/>
                </a:cubicBezTo>
                <a:cubicBezTo>
                  <a:pt x="3712451" y="3380300"/>
                  <a:pt x="3719744" y="3370555"/>
                  <a:pt x="3728622" y="3364637"/>
                </a:cubicBezTo>
                <a:cubicBezTo>
                  <a:pt x="3731581" y="3352800"/>
                  <a:pt x="3732042" y="3340039"/>
                  <a:pt x="3737499" y="3329126"/>
                </a:cubicBezTo>
                <a:cubicBezTo>
                  <a:pt x="3741242" y="3321640"/>
                  <a:pt x="3750612" y="3318335"/>
                  <a:pt x="3755255" y="3311371"/>
                </a:cubicBezTo>
                <a:cubicBezTo>
                  <a:pt x="3769880" y="3289434"/>
                  <a:pt x="3773997" y="3272898"/>
                  <a:pt x="3781888" y="3249227"/>
                </a:cubicBezTo>
                <a:cubicBezTo>
                  <a:pt x="3778929" y="3216676"/>
                  <a:pt x="3778690" y="3183761"/>
                  <a:pt x="3773010" y="3151573"/>
                </a:cubicBezTo>
                <a:cubicBezTo>
                  <a:pt x="3769757" y="3133142"/>
                  <a:pt x="3755255" y="3098307"/>
                  <a:pt x="3755255" y="3098307"/>
                </a:cubicBezTo>
                <a:cubicBezTo>
                  <a:pt x="3752296" y="3048000"/>
                  <a:pt x="3752895" y="2997357"/>
                  <a:pt x="3746377" y="2947386"/>
                </a:cubicBezTo>
                <a:cubicBezTo>
                  <a:pt x="3743956" y="2928827"/>
                  <a:pt x="3734540" y="2911875"/>
                  <a:pt x="3728622" y="2894120"/>
                </a:cubicBezTo>
                <a:lnTo>
                  <a:pt x="3719744" y="2867487"/>
                </a:lnTo>
                <a:cubicBezTo>
                  <a:pt x="3716785" y="2858609"/>
                  <a:pt x="3716057" y="2848640"/>
                  <a:pt x="3710866" y="2840854"/>
                </a:cubicBezTo>
                <a:cubicBezTo>
                  <a:pt x="3704948" y="2831976"/>
                  <a:pt x="3697883" y="2823764"/>
                  <a:pt x="3693111" y="2814221"/>
                </a:cubicBezTo>
                <a:cubicBezTo>
                  <a:pt x="3688926" y="2805851"/>
                  <a:pt x="3688418" y="2795958"/>
                  <a:pt x="3684233" y="2787588"/>
                </a:cubicBezTo>
                <a:cubicBezTo>
                  <a:pt x="3671873" y="2762867"/>
                  <a:pt x="3659480" y="2753957"/>
                  <a:pt x="3639845" y="2734322"/>
                </a:cubicBezTo>
                <a:cubicBezTo>
                  <a:pt x="3636886" y="2725444"/>
                  <a:pt x="3633538" y="2716687"/>
                  <a:pt x="3630967" y="2707689"/>
                </a:cubicBezTo>
                <a:cubicBezTo>
                  <a:pt x="3627615" y="2695957"/>
                  <a:pt x="3626374" y="2683602"/>
                  <a:pt x="3622090" y="2672178"/>
                </a:cubicBezTo>
                <a:cubicBezTo>
                  <a:pt x="3617443" y="2659787"/>
                  <a:pt x="3609547" y="2648832"/>
                  <a:pt x="3604334" y="2636668"/>
                </a:cubicBezTo>
                <a:cubicBezTo>
                  <a:pt x="3582986" y="2586857"/>
                  <a:pt x="3611360" y="2633428"/>
                  <a:pt x="3577701" y="2574524"/>
                </a:cubicBezTo>
                <a:cubicBezTo>
                  <a:pt x="3572407" y="2565260"/>
                  <a:pt x="3567034" y="2555866"/>
                  <a:pt x="3559946" y="2547891"/>
                </a:cubicBezTo>
                <a:cubicBezTo>
                  <a:pt x="3543264" y="2529124"/>
                  <a:pt x="3506680" y="2494625"/>
                  <a:pt x="3506680" y="2494625"/>
                </a:cubicBezTo>
                <a:cubicBezTo>
                  <a:pt x="3490239" y="2445303"/>
                  <a:pt x="3506829" y="2484842"/>
                  <a:pt x="3462292" y="2423604"/>
                </a:cubicBezTo>
                <a:cubicBezTo>
                  <a:pt x="3449741" y="2406346"/>
                  <a:pt x="3441870" y="2385428"/>
                  <a:pt x="3426781" y="2370338"/>
                </a:cubicBezTo>
                <a:cubicBezTo>
                  <a:pt x="3420863" y="2364419"/>
                  <a:pt x="3413669" y="2359546"/>
                  <a:pt x="3409026" y="2352582"/>
                </a:cubicBezTo>
                <a:cubicBezTo>
                  <a:pt x="3390105" y="2324201"/>
                  <a:pt x="3385101" y="2285813"/>
                  <a:pt x="3355759" y="2263806"/>
                </a:cubicBezTo>
                <a:cubicBezTo>
                  <a:pt x="3311713" y="2230771"/>
                  <a:pt x="3328457" y="2249484"/>
                  <a:pt x="3302493" y="2210540"/>
                </a:cubicBezTo>
                <a:cubicBezTo>
                  <a:pt x="3299534" y="2201662"/>
                  <a:pt x="3299462" y="2191214"/>
                  <a:pt x="3293616" y="2183907"/>
                </a:cubicBezTo>
                <a:cubicBezTo>
                  <a:pt x="3286951" y="2175575"/>
                  <a:pt x="3275013" y="2173177"/>
                  <a:pt x="3266983" y="2166151"/>
                </a:cubicBezTo>
                <a:cubicBezTo>
                  <a:pt x="3251235" y="2152372"/>
                  <a:pt x="3235149" y="2138503"/>
                  <a:pt x="3222594" y="2121763"/>
                </a:cubicBezTo>
                <a:cubicBezTo>
                  <a:pt x="3162538" y="2041688"/>
                  <a:pt x="3238639" y="2137807"/>
                  <a:pt x="3133818" y="2032986"/>
                </a:cubicBezTo>
                <a:cubicBezTo>
                  <a:pt x="3126273" y="2025441"/>
                  <a:pt x="3123006" y="2014454"/>
                  <a:pt x="3116062" y="2006353"/>
                </a:cubicBezTo>
                <a:cubicBezTo>
                  <a:pt x="3069437" y="1951957"/>
                  <a:pt x="3096756" y="1987356"/>
                  <a:pt x="3053919" y="1953087"/>
                </a:cubicBezTo>
                <a:cubicBezTo>
                  <a:pt x="2990658" y="1902480"/>
                  <a:pt x="3091518" y="1972237"/>
                  <a:pt x="3009530" y="1917576"/>
                </a:cubicBezTo>
                <a:cubicBezTo>
                  <a:pt x="3003612" y="1905739"/>
                  <a:pt x="3000387" y="1892114"/>
                  <a:pt x="2991775" y="1882066"/>
                </a:cubicBezTo>
                <a:cubicBezTo>
                  <a:pt x="2982146" y="1870832"/>
                  <a:pt x="2967212" y="1865386"/>
                  <a:pt x="2956264" y="1855433"/>
                </a:cubicBezTo>
                <a:cubicBezTo>
                  <a:pt x="2934588" y="1835727"/>
                  <a:pt x="2914836" y="1814004"/>
                  <a:pt x="2894121" y="1793289"/>
                </a:cubicBezTo>
                <a:cubicBezTo>
                  <a:pt x="2888202" y="1787370"/>
                  <a:pt x="2881008" y="1782498"/>
                  <a:pt x="2876365" y="1775534"/>
                </a:cubicBezTo>
                <a:cubicBezTo>
                  <a:pt x="2870447" y="1766656"/>
                  <a:pt x="2866154" y="1756446"/>
                  <a:pt x="2858610" y="1748901"/>
                </a:cubicBezTo>
                <a:cubicBezTo>
                  <a:pt x="2851065" y="1741356"/>
                  <a:pt x="2840855" y="1737064"/>
                  <a:pt x="2831977" y="1731145"/>
                </a:cubicBezTo>
                <a:cubicBezTo>
                  <a:pt x="2801901" y="1686031"/>
                  <a:pt x="2788771" y="1658792"/>
                  <a:pt x="2743200" y="1624613"/>
                </a:cubicBezTo>
                <a:cubicBezTo>
                  <a:pt x="2731363" y="1615735"/>
                  <a:pt x="2720001" y="1606187"/>
                  <a:pt x="2707690" y="1597980"/>
                </a:cubicBezTo>
                <a:cubicBezTo>
                  <a:pt x="2684461" y="1582494"/>
                  <a:pt x="2660342" y="1568388"/>
                  <a:pt x="2636668" y="1553592"/>
                </a:cubicBezTo>
                <a:lnTo>
                  <a:pt x="2565647" y="1509204"/>
                </a:lnTo>
                <a:cubicBezTo>
                  <a:pt x="2547697" y="1497665"/>
                  <a:pt x="2530136" y="1485530"/>
                  <a:pt x="2512381" y="1473693"/>
                </a:cubicBezTo>
                <a:cubicBezTo>
                  <a:pt x="2503503" y="1467775"/>
                  <a:pt x="2494284" y="1462340"/>
                  <a:pt x="2485748" y="1455938"/>
                </a:cubicBezTo>
                <a:lnTo>
                  <a:pt x="2450237" y="1429305"/>
                </a:lnTo>
                <a:cubicBezTo>
                  <a:pt x="2420875" y="1385261"/>
                  <a:pt x="2440027" y="1410217"/>
                  <a:pt x="2388093" y="1358283"/>
                </a:cubicBezTo>
                <a:lnTo>
                  <a:pt x="2334827" y="1305017"/>
                </a:lnTo>
                <a:cubicBezTo>
                  <a:pt x="2325949" y="1296139"/>
                  <a:pt x="2320105" y="1282354"/>
                  <a:pt x="2308194" y="1278384"/>
                </a:cubicBezTo>
                <a:lnTo>
                  <a:pt x="2281561" y="1269507"/>
                </a:lnTo>
                <a:cubicBezTo>
                  <a:pt x="2260427" y="1227238"/>
                  <a:pt x="2264779" y="1229740"/>
                  <a:pt x="2228295" y="1189608"/>
                </a:cubicBezTo>
                <a:cubicBezTo>
                  <a:pt x="2211404" y="1171028"/>
                  <a:pt x="2190715" y="1155949"/>
                  <a:pt x="2175029" y="1136341"/>
                </a:cubicBezTo>
                <a:cubicBezTo>
                  <a:pt x="2131252" y="1081619"/>
                  <a:pt x="2156467" y="1100427"/>
                  <a:pt x="2104008" y="1074198"/>
                </a:cubicBezTo>
                <a:cubicBezTo>
                  <a:pt x="2040742" y="1010932"/>
                  <a:pt x="2109060" y="1082732"/>
                  <a:pt x="2059620" y="1020932"/>
                </a:cubicBezTo>
                <a:cubicBezTo>
                  <a:pt x="2054391" y="1014396"/>
                  <a:pt x="2047093" y="1009712"/>
                  <a:pt x="2041864" y="1003176"/>
                </a:cubicBezTo>
                <a:cubicBezTo>
                  <a:pt x="2035199" y="994844"/>
                  <a:pt x="2030939" y="984740"/>
                  <a:pt x="2024109" y="976543"/>
                </a:cubicBezTo>
                <a:cubicBezTo>
                  <a:pt x="1996573" y="943500"/>
                  <a:pt x="1996254" y="952667"/>
                  <a:pt x="1961965" y="923277"/>
                </a:cubicBezTo>
                <a:cubicBezTo>
                  <a:pt x="1860158" y="836014"/>
                  <a:pt x="1999770" y="952204"/>
                  <a:pt x="1917577" y="870011"/>
                </a:cubicBezTo>
                <a:cubicBezTo>
                  <a:pt x="1910032" y="862466"/>
                  <a:pt x="1899141" y="859086"/>
                  <a:pt x="1890944" y="852256"/>
                </a:cubicBezTo>
                <a:cubicBezTo>
                  <a:pt x="1881299" y="844219"/>
                  <a:pt x="1873956" y="833660"/>
                  <a:pt x="1864311" y="825623"/>
                </a:cubicBezTo>
                <a:cubicBezTo>
                  <a:pt x="1856114" y="818793"/>
                  <a:pt x="1846009" y="814533"/>
                  <a:pt x="1837678" y="807868"/>
                </a:cubicBezTo>
                <a:cubicBezTo>
                  <a:pt x="1831142" y="802639"/>
                  <a:pt x="1826459" y="795341"/>
                  <a:pt x="1819923" y="790112"/>
                </a:cubicBezTo>
                <a:cubicBezTo>
                  <a:pt x="1811592" y="783447"/>
                  <a:pt x="1801712" y="778907"/>
                  <a:pt x="1793290" y="772357"/>
                </a:cubicBezTo>
                <a:cubicBezTo>
                  <a:pt x="1774166" y="757483"/>
                  <a:pt x="1729380" y="716878"/>
                  <a:pt x="1704513" y="701336"/>
                </a:cubicBezTo>
                <a:cubicBezTo>
                  <a:pt x="1693290" y="694322"/>
                  <a:pt x="1680014" y="690921"/>
                  <a:pt x="1669002" y="683580"/>
                </a:cubicBezTo>
                <a:cubicBezTo>
                  <a:pt x="1653236" y="673070"/>
                  <a:pt x="1640380" y="658580"/>
                  <a:pt x="1624614" y="648070"/>
                </a:cubicBezTo>
                <a:cubicBezTo>
                  <a:pt x="1613602" y="640729"/>
                  <a:pt x="1599872" y="638006"/>
                  <a:pt x="1589103" y="630314"/>
                </a:cubicBezTo>
                <a:cubicBezTo>
                  <a:pt x="1568178" y="615367"/>
                  <a:pt x="1541477" y="575626"/>
                  <a:pt x="1526959" y="559293"/>
                </a:cubicBezTo>
                <a:cubicBezTo>
                  <a:pt x="1496307" y="524810"/>
                  <a:pt x="1491299" y="523669"/>
                  <a:pt x="1455938" y="497149"/>
                </a:cubicBezTo>
                <a:cubicBezTo>
                  <a:pt x="1433622" y="430204"/>
                  <a:pt x="1466321" y="510129"/>
                  <a:pt x="1420427" y="452761"/>
                </a:cubicBezTo>
                <a:cubicBezTo>
                  <a:pt x="1414581" y="445454"/>
                  <a:pt x="1416989" y="433743"/>
                  <a:pt x="1411550" y="426128"/>
                </a:cubicBezTo>
                <a:cubicBezTo>
                  <a:pt x="1401820" y="412506"/>
                  <a:pt x="1385325" y="404546"/>
                  <a:pt x="1376039" y="390617"/>
                </a:cubicBezTo>
                <a:cubicBezTo>
                  <a:pt x="1353641" y="357020"/>
                  <a:pt x="1365829" y="371528"/>
                  <a:pt x="1340528" y="346229"/>
                </a:cubicBezTo>
                <a:cubicBezTo>
                  <a:pt x="1334610" y="334392"/>
                  <a:pt x="1332131" y="320076"/>
                  <a:pt x="1322773" y="310718"/>
                </a:cubicBezTo>
                <a:cubicBezTo>
                  <a:pt x="1313415" y="301360"/>
                  <a:pt x="1298484" y="299977"/>
                  <a:pt x="1287262" y="292963"/>
                </a:cubicBezTo>
                <a:cubicBezTo>
                  <a:pt x="1274715" y="285121"/>
                  <a:pt x="1263118" y="275802"/>
                  <a:pt x="1251752" y="266330"/>
                </a:cubicBezTo>
                <a:cubicBezTo>
                  <a:pt x="1233058" y="250752"/>
                  <a:pt x="1211017" y="219850"/>
                  <a:pt x="1198486" y="204186"/>
                </a:cubicBezTo>
                <a:cubicBezTo>
                  <a:pt x="1195527" y="195308"/>
                  <a:pt x="1194799" y="185339"/>
                  <a:pt x="1189608" y="177553"/>
                </a:cubicBezTo>
                <a:cubicBezTo>
                  <a:pt x="1173368" y="153194"/>
                  <a:pt x="1153385" y="144274"/>
                  <a:pt x="1127464" y="133165"/>
                </a:cubicBezTo>
                <a:cubicBezTo>
                  <a:pt x="1118863" y="129479"/>
                  <a:pt x="1109201" y="128472"/>
                  <a:pt x="1100831" y="124287"/>
                </a:cubicBezTo>
                <a:cubicBezTo>
                  <a:pt x="1091288" y="119515"/>
                  <a:pt x="1083741" y="111304"/>
                  <a:pt x="1074198" y="106532"/>
                </a:cubicBezTo>
                <a:cubicBezTo>
                  <a:pt x="1065828" y="102347"/>
                  <a:pt x="1055935" y="101839"/>
                  <a:pt x="1047565" y="97654"/>
                </a:cubicBezTo>
                <a:cubicBezTo>
                  <a:pt x="986257" y="67000"/>
                  <a:pt x="1059326" y="89498"/>
                  <a:pt x="985422" y="71021"/>
                </a:cubicBezTo>
                <a:cubicBezTo>
                  <a:pt x="979503" y="65103"/>
                  <a:pt x="974843" y="57572"/>
                  <a:pt x="967666" y="53266"/>
                </a:cubicBezTo>
                <a:cubicBezTo>
                  <a:pt x="950853" y="43179"/>
                  <a:pt x="898526" y="37303"/>
                  <a:pt x="887767" y="35510"/>
                </a:cubicBezTo>
                <a:cubicBezTo>
                  <a:pt x="875930" y="29592"/>
                  <a:pt x="864812" y="21940"/>
                  <a:pt x="852257" y="17755"/>
                </a:cubicBezTo>
                <a:cubicBezTo>
                  <a:pt x="837942" y="12983"/>
                  <a:pt x="822598" y="12150"/>
                  <a:pt x="807868" y="8877"/>
                </a:cubicBezTo>
                <a:cubicBezTo>
                  <a:pt x="795958" y="6230"/>
                  <a:pt x="784195" y="2959"/>
                  <a:pt x="772358" y="0"/>
                </a:cubicBezTo>
                <a:cubicBezTo>
                  <a:pt x="704296" y="2959"/>
                  <a:pt x="635936" y="1867"/>
                  <a:pt x="568171" y="8877"/>
                </a:cubicBezTo>
                <a:cubicBezTo>
                  <a:pt x="510418" y="14851"/>
                  <a:pt x="527265" y="24891"/>
                  <a:pt x="488272" y="44388"/>
                </a:cubicBezTo>
                <a:cubicBezTo>
                  <a:pt x="479902" y="48573"/>
                  <a:pt x="470009" y="49081"/>
                  <a:pt x="461639" y="53266"/>
                </a:cubicBezTo>
                <a:cubicBezTo>
                  <a:pt x="452096" y="58038"/>
                  <a:pt x="444549" y="66249"/>
                  <a:pt x="435006" y="71021"/>
                </a:cubicBezTo>
                <a:cubicBezTo>
                  <a:pt x="426636" y="75206"/>
                  <a:pt x="416743" y="75714"/>
                  <a:pt x="408373" y="79899"/>
                </a:cubicBezTo>
                <a:cubicBezTo>
                  <a:pt x="385974" y="91098"/>
                  <a:pt x="393577" y="102093"/>
                  <a:pt x="390618" y="10653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Uma ABB está balanceada se a</a:t>
            </a:r>
            <a:r>
              <a:rPr lang="pt-BR" sz="2000" dirty="0"/>
              <a:t> diferença de altura entre a </a:t>
            </a:r>
            <a:r>
              <a:rPr lang="pt-BR" sz="2000" dirty="0" err="1"/>
              <a:t>subárvore</a:t>
            </a:r>
            <a:r>
              <a:rPr lang="pt-BR" sz="2000" dirty="0"/>
              <a:t> da esquerda e a </a:t>
            </a:r>
            <a:r>
              <a:rPr lang="pt-BR" sz="2000" dirty="0" err="1"/>
              <a:t>subárvore</a:t>
            </a:r>
            <a:r>
              <a:rPr lang="pt-BR" sz="2000" dirty="0"/>
              <a:t> da direita é, no máximo, 1.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3713F00E-E0DA-43D6-86CF-789FE20DE3F0}"/>
              </a:ext>
            </a:extLst>
          </p:cNvPr>
          <p:cNvSpPr/>
          <p:nvPr/>
        </p:nvSpPr>
        <p:spPr bwMode="auto">
          <a:xfrm>
            <a:off x="5299921" y="260016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F40FA783-9384-4688-806A-5FCB47BF7F2E}"/>
              </a:ext>
            </a:extLst>
          </p:cNvPr>
          <p:cNvSpPr/>
          <p:nvPr/>
        </p:nvSpPr>
        <p:spPr bwMode="auto">
          <a:xfrm>
            <a:off x="5784484" y="309541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1602A3F9-74FD-456B-9AC7-B6518651D55F}"/>
              </a:ext>
            </a:extLst>
          </p:cNvPr>
          <p:cNvSpPr/>
          <p:nvPr/>
        </p:nvSpPr>
        <p:spPr bwMode="auto">
          <a:xfrm>
            <a:off x="6288540" y="359947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CF91B46B-9EA8-4F73-B3BA-118F8D5323D7}"/>
              </a:ext>
            </a:extLst>
          </p:cNvPr>
          <p:cNvSpPr/>
          <p:nvPr/>
        </p:nvSpPr>
        <p:spPr bwMode="auto">
          <a:xfrm>
            <a:off x="6792596" y="41035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95DDF72E-E97F-48BB-B51B-715D27E4CFCF}"/>
              </a:ext>
            </a:extLst>
          </p:cNvPr>
          <p:cNvSpPr/>
          <p:nvPr/>
        </p:nvSpPr>
        <p:spPr bwMode="auto">
          <a:xfrm>
            <a:off x="7296652" y="460758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F3F7E133-8238-484C-98FB-99498B768462}"/>
              </a:ext>
            </a:extLst>
          </p:cNvPr>
          <p:cNvSpPr/>
          <p:nvPr/>
        </p:nvSpPr>
        <p:spPr bwMode="auto">
          <a:xfrm>
            <a:off x="7800708" y="511164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5F514BF5-32D6-4783-A26D-97B932BA1D03}"/>
              </a:ext>
            </a:extLst>
          </p:cNvPr>
          <p:cNvSpPr/>
          <p:nvPr/>
        </p:nvSpPr>
        <p:spPr bwMode="auto">
          <a:xfrm>
            <a:off x="8304764" y="561569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85" name="Conector: Angulado 84">
            <a:extLst>
              <a:ext uri="{FF2B5EF4-FFF2-40B4-BE49-F238E27FC236}">
                <a16:creationId xmlns:a16="http://schemas.microsoft.com/office/drawing/2014/main" id="{E4071849-05EA-40B3-9921-60C6C9CE04D2}"/>
              </a:ext>
            </a:extLst>
          </p:cNvPr>
          <p:cNvCxnSpPr>
            <a:stCxn id="80" idx="3"/>
            <a:endCxn id="81" idx="0"/>
          </p:cNvCxnSpPr>
          <p:nvPr/>
        </p:nvCxnSpPr>
        <p:spPr bwMode="auto">
          <a:xfrm>
            <a:off x="6648580" y="377949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6" name="Conector: Angulado 85">
            <a:extLst>
              <a:ext uri="{FF2B5EF4-FFF2-40B4-BE49-F238E27FC236}">
                <a16:creationId xmlns:a16="http://schemas.microsoft.com/office/drawing/2014/main" id="{75989BC6-71E2-4BF0-ADB1-197B9C2AE997}"/>
              </a:ext>
            </a:extLst>
          </p:cNvPr>
          <p:cNvCxnSpPr>
            <a:stCxn id="81" idx="3"/>
            <a:endCxn id="82" idx="0"/>
          </p:cNvCxnSpPr>
          <p:nvPr/>
        </p:nvCxnSpPr>
        <p:spPr bwMode="auto">
          <a:xfrm>
            <a:off x="7152636" y="428354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7" name="Conector: Angulado 86">
            <a:extLst>
              <a:ext uri="{FF2B5EF4-FFF2-40B4-BE49-F238E27FC236}">
                <a16:creationId xmlns:a16="http://schemas.microsoft.com/office/drawing/2014/main" id="{4D8EAA7D-2C52-40AB-A036-81F2A6288C12}"/>
              </a:ext>
            </a:extLst>
          </p:cNvPr>
          <p:cNvCxnSpPr>
            <a:stCxn id="82" idx="3"/>
            <a:endCxn id="83" idx="0"/>
          </p:cNvCxnSpPr>
          <p:nvPr/>
        </p:nvCxnSpPr>
        <p:spPr bwMode="auto">
          <a:xfrm>
            <a:off x="7656692" y="478760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8" name="Conector: Angulado 87">
            <a:extLst>
              <a:ext uri="{FF2B5EF4-FFF2-40B4-BE49-F238E27FC236}">
                <a16:creationId xmlns:a16="http://schemas.microsoft.com/office/drawing/2014/main" id="{89E348CE-02A9-49A2-B2E5-6C994F504B1C}"/>
              </a:ext>
            </a:extLst>
          </p:cNvPr>
          <p:cNvCxnSpPr>
            <a:stCxn id="83" idx="3"/>
            <a:endCxn id="84" idx="0"/>
          </p:cNvCxnSpPr>
          <p:nvPr/>
        </p:nvCxnSpPr>
        <p:spPr bwMode="auto">
          <a:xfrm>
            <a:off x="8160748" y="529166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9" name="Conector: Angulado 88">
            <a:extLst>
              <a:ext uri="{FF2B5EF4-FFF2-40B4-BE49-F238E27FC236}">
                <a16:creationId xmlns:a16="http://schemas.microsoft.com/office/drawing/2014/main" id="{EF5F2032-8F2C-4F72-A93F-D4F613DD0547}"/>
              </a:ext>
            </a:extLst>
          </p:cNvPr>
          <p:cNvCxnSpPr>
            <a:cxnSpLocks/>
            <a:stCxn id="84" idx="3"/>
          </p:cNvCxnSpPr>
          <p:nvPr/>
        </p:nvCxnSpPr>
        <p:spPr bwMode="auto">
          <a:xfrm>
            <a:off x="8664804" y="5795717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90" name="Conector: Angulado 89">
            <a:extLst>
              <a:ext uri="{FF2B5EF4-FFF2-40B4-BE49-F238E27FC236}">
                <a16:creationId xmlns:a16="http://schemas.microsoft.com/office/drawing/2014/main" id="{32EA51C8-B94E-40BB-8088-6B58DE1B8636}"/>
              </a:ext>
            </a:extLst>
          </p:cNvPr>
          <p:cNvCxnSpPr>
            <a:cxnSpLocks/>
            <a:stCxn id="81" idx="1"/>
          </p:cNvCxnSpPr>
          <p:nvPr/>
        </p:nvCxnSpPr>
        <p:spPr bwMode="auto">
          <a:xfrm rot="10800000" flipV="1">
            <a:off x="6468560" y="428354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91" name="Conector: Angulado 90">
            <a:extLst>
              <a:ext uri="{FF2B5EF4-FFF2-40B4-BE49-F238E27FC236}">
                <a16:creationId xmlns:a16="http://schemas.microsoft.com/office/drawing/2014/main" id="{D7218AB6-52D1-4E44-9365-2A6B7A3619C8}"/>
              </a:ext>
            </a:extLst>
          </p:cNvPr>
          <p:cNvCxnSpPr>
            <a:cxnSpLocks/>
            <a:stCxn id="82" idx="1"/>
          </p:cNvCxnSpPr>
          <p:nvPr/>
        </p:nvCxnSpPr>
        <p:spPr bwMode="auto">
          <a:xfrm rot="10800000" flipV="1">
            <a:off x="7051838" y="4787604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92" name="Conector: Angulado 91">
            <a:extLst>
              <a:ext uri="{FF2B5EF4-FFF2-40B4-BE49-F238E27FC236}">
                <a16:creationId xmlns:a16="http://schemas.microsoft.com/office/drawing/2014/main" id="{343614FC-621D-4299-812A-B02621447445}"/>
              </a:ext>
            </a:extLst>
          </p:cNvPr>
          <p:cNvCxnSpPr>
            <a:cxnSpLocks/>
            <a:stCxn id="83" idx="1"/>
          </p:cNvCxnSpPr>
          <p:nvPr/>
        </p:nvCxnSpPr>
        <p:spPr bwMode="auto">
          <a:xfrm rot="10800000" flipV="1">
            <a:off x="7534838" y="5291661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93" name="Conector: Angulado 92">
            <a:extLst>
              <a:ext uri="{FF2B5EF4-FFF2-40B4-BE49-F238E27FC236}">
                <a16:creationId xmlns:a16="http://schemas.microsoft.com/office/drawing/2014/main" id="{96EFA24B-225D-4F28-BA49-A7C12FE3749D}"/>
              </a:ext>
            </a:extLst>
          </p:cNvPr>
          <p:cNvCxnSpPr>
            <a:cxnSpLocks/>
            <a:stCxn id="84" idx="1"/>
          </p:cNvCxnSpPr>
          <p:nvPr/>
        </p:nvCxnSpPr>
        <p:spPr bwMode="auto">
          <a:xfrm rot="10800000" flipV="1">
            <a:off x="7980728" y="579571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CAD3DBE1-DAE4-47AE-A277-05EC275C4A91}"/>
              </a:ext>
            </a:extLst>
          </p:cNvPr>
          <p:cNvSpPr/>
          <p:nvPr/>
        </p:nvSpPr>
        <p:spPr bwMode="auto">
          <a:xfrm>
            <a:off x="4818090" y="2304073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99930CB8-159D-4AAE-BA21-11F731AFBADD}"/>
              </a:ext>
            </a:extLst>
          </p:cNvPr>
          <p:cNvSpPr txBox="1"/>
          <p:nvPr/>
        </p:nvSpPr>
        <p:spPr>
          <a:xfrm>
            <a:off x="4355976" y="2132856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96" name="Conector: Angulado 95">
            <a:extLst>
              <a:ext uri="{FF2B5EF4-FFF2-40B4-BE49-F238E27FC236}">
                <a16:creationId xmlns:a16="http://schemas.microsoft.com/office/drawing/2014/main" id="{C7B8FB4D-BE1B-4260-883B-F684F2EBE754}"/>
              </a:ext>
            </a:extLst>
          </p:cNvPr>
          <p:cNvCxnSpPr>
            <a:stCxn id="79" idx="3"/>
            <a:endCxn id="80" idx="0"/>
          </p:cNvCxnSpPr>
          <p:nvPr/>
        </p:nvCxnSpPr>
        <p:spPr bwMode="auto">
          <a:xfrm>
            <a:off x="6144524" y="327543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7" name="Conector: Angulado 96">
            <a:extLst>
              <a:ext uri="{FF2B5EF4-FFF2-40B4-BE49-F238E27FC236}">
                <a16:creationId xmlns:a16="http://schemas.microsoft.com/office/drawing/2014/main" id="{88EAD907-2473-48D9-BD0B-C9D8A16BB658}"/>
              </a:ext>
            </a:extLst>
          </p:cNvPr>
          <p:cNvCxnSpPr>
            <a:stCxn id="78" idx="3"/>
            <a:endCxn id="79" idx="0"/>
          </p:cNvCxnSpPr>
          <p:nvPr/>
        </p:nvCxnSpPr>
        <p:spPr bwMode="auto">
          <a:xfrm>
            <a:off x="5659961" y="2780184"/>
            <a:ext cx="304543" cy="315233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8" name="Conector: Angulado 97">
            <a:extLst>
              <a:ext uri="{FF2B5EF4-FFF2-40B4-BE49-F238E27FC236}">
                <a16:creationId xmlns:a16="http://schemas.microsoft.com/office/drawing/2014/main" id="{33DE3B4E-B5DD-4677-94E7-AC2F27B071AF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966779" y="376303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99" name="Conector: Angulado 98">
            <a:extLst>
              <a:ext uri="{FF2B5EF4-FFF2-40B4-BE49-F238E27FC236}">
                <a16:creationId xmlns:a16="http://schemas.microsoft.com/office/drawing/2014/main" id="{DD6C355B-7FB3-4F29-ACF7-2E68FF9E7BBA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463893" y="324863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00" name="Conector: Angulado 99">
            <a:extLst>
              <a:ext uri="{FF2B5EF4-FFF2-40B4-BE49-F238E27FC236}">
                <a16:creationId xmlns:a16="http://schemas.microsoft.com/office/drawing/2014/main" id="{4A995CEF-DAE5-4C58-8067-E6FBDFF782B6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4975885" y="277138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D1AD86-D6A1-4205-B5B2-DB24F8463396}"/>
              </a:ext>
            </a:extLst>
          </p:cNvPr>
          <p:cNvSpPr txBox="1"/>
          <p:nvPr/>
        </p:nvSpPr>
        <p:spPr>
          <a:xfrm>
            <a:off x="172911" y="2282213"/>
            <a:ext cx="3641959" cy="96641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esquerda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direita</a:t>
            </a:r>
          </a:p>
          <a:p>
            <a:r>
              <a:rPr lang="pt-BR" sz="1600" dirty="0">
                <a:solidFill>
                  <a:schemeClr val="accent2"/>
                </a:solidFill>
              </a:rPr>
              <a:t>|</a:t>
            </a:r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– </a:t>
            </a:r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| ≤ 1</a:t>
            </a:r>
          </a:p>
        </p:txBody>
      </p:sp>
      <p:sp>
        <p:nvSpPr>
          <p:cNvPr id="25" name="Balão de Fala: Retângulo com Cantos Arredondados 24">
            <a:extLst>
              <a:ext uri="{FF2B5EF4-FFF2-40B4-BE49-F238E27FC236}">
                <a16:creationId xmlns:a16="http://schemas.microsoft.com/office/drawing/2014/main" id="{929CF355-1F48-4EF2-8932-7F286700D905}"/>
              </a:ext>
            </a:extLst>
          </p:cNvPr>
          <p:cNvSpPr/>
          <p:nvPr/>
        </p:nvSpPr>
        <p:spPr bwMode="auto">
          <a:xfrm>
            <a:off x="3087962" y="4651899"/>
            <a:ext cx="1887306" cy="1585640"/>
          </a:xfrm>
          <a:prstGeom prst="wedgeRoundRectCallout">
            <a:avLst>
              <a:gd name="adj1" fmla="val 79705"/>
              <a:gd name="adj2" fmla="val -60794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he</a:t>
            </a:r>
            <a:r>
              <a:rPr lang="pt-BR" sz="1400" dirty="0">
                <a:solidFill>
                  <a:srgbClr val="FF0000"/>
                </a:solidFill>
              </a:rPr>
              <a:t> = -1</a:t>
            </a:r>
          </a:p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hd</a:t>
            </a:r>
            <a:r>
              <a:rPr lang="pt-BR" sz="1400" dirty="0">
                <a:solidFill>
                  <a:srgbClr val="FF0000"/>
                </a:solidFill>
              </a:rPr>
              <a:t> = 5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|-1 - 5| = </a:t>
            </a:r>
            <a:r>
              <a:rPr lang="pt-BR" sz="1400" b="1" dirty="0">
                <a:solidFill>
                  <a:srgbClr val="FF0000"/>
                </a:solidFill>
              </a:rPr>
              <a:t>6</a:t>
            </a:r>
          </a:p>
          <a:p>
            <a:pPr>
              <a:spcBef>
                <a:spcPts val="300"/>
              </a:spcBef>
            </a:pPr>
            <a:endParaRPr lang="pt-BR" sz="1400" dirty="0">
              <a:solidFill>
                <a:srgbClr val="FF0000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Desbalanceada ou degenerada!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15583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3FAD081-0F70-4153-9525-DC97FE48F8A3}"/>
              </a:ext>
            </a:extLst>
          </p:cNvPr>
          <p:cNvSpPr/>
          <p:nvPr/>
        </p:nvSpPr>
        <p:spPr bwMode="auto">
          <a:xfrm>
            <a:off x="6200503" y="3526971"/>
            <a:ext cx="2786743" cy="2429692"/>
          </a:xfrm>
          <a:custGeom>
            <a:avLst/>
            <a:gdLst>
              <a:gd name="connsiteX0" fmla="*/ 513806 w 2786743"/>
              <a:gd name="connsiteY0" fmla="*/ 0 h 2429692"/>
              <a:gd name="connsiteX1" fmla="*/ 513806 w 2786743"/>
              <a:gd name="connsiteY1" fmla="*/ 0 h 2429692"/>
              <a:gd name="connsiteX2" fmla="*/ 444137 w 2786743"/>
              <a:gd name="connsiteY2" fmla="*/ 34835 h 2429692"/>
              <a:gd name="connsiteX3" fmla="*/ 391886 w 2786743"/>
              <a:gd name="connsiteY3" fmla="*/ 60960 h 2429692"/>
              <a:gd name="connsiteX4" fmla="*/ 365760 w 2786743"/>
              <a:gd name="connsiteY4" fmla="*/ 78378 h 2429692"/>
              <a:gd name="connsiteX5" fmla="*/ 330926 w 2786743"/>
              <a:gd name="connsiteY5" fmla="*/ 104503 h 2429692"/>
              <a:gd name="connsiteX6" fmla="*/ 278674 w 2786743"/>
              <a:gd name="connsiteY6" fmla="*/ 121920 h 2429692"/>
              <a:gd name="connsiteX7" fmla="*/ 261257 w 2786743"/>
              <a:gd name="connsiteY7" fmla="*/ 139338 h 2429692"/>
              <a:gd name="connsiteX8" fmla="*/ 235131 w 2786743"/>
              <a:gd name="connsiteY8" fmla="*/ 156755 h 2429692"/>
              <a:gd name="connsiteX9" fmla="*/ 217714 w 2786743"/>
              <a:gd name="connsiteY9" fmla="*/ 182880 h 2429692"/>
              <a:gd name="connsiteX10" fmla="*/ 191588 w 2786743"/>
              <a:gd name="connsiteY10" fmla="*/ 200298 h 2429692"/>
              <a:gd name="connsiteX11" fmla="*/ 165463 w 2786743"/>
              <a:gd name="connsiteY11" fmla="*/ 235132 h 2429692"/>
              <a:gd name="connsiteX12" fmla="*/ 139337 w 2786743"/>
              <a:gd name="connsiteY12" fmla="*/ 261258 h 2429692"/>
              <a:gd name="connsiteX13" fmla="*/ 121920 w 2786743"/>
              <a:gd name="connsiteY13" fmla="*/ 287383 h 2429692"/>
              <a:gd name="connsiteX14" fmla="*/ 95794 w 2786743"/>
              <a:gd name="connsiteY14" fmla="*/ 313509 h 2429692"/>
              <a:gd name="connsiteX15" fmla="*/ 60960 w 2786743"/>
              <a:gd name="connsiteY15" fmla="*/ 365760 h 2429692"/>
              <a:gd name="connsiteX16" fmla="*/ 43543 w 2786743"/>
              <a:gd name="connsiteY16" fmla="*/ 391886 h 2429692"/>
              <a:gd name="connsiteX17" fmla="*/ 26126 w 2786743"/>
              <a:gd name="connsiteY17" fmla="*/ 418012 h 2429692"/>
              <a:gd name="connsiteX18" fmla="*/ 8708 w 2786743"/>
              <a:gd name="connsiteY18" fmla="*/ 470263 h 2429692"/>
              <a:gd name="connsiteX19" fmla="*/ 0 w 2786743"/>
              <a:gd name="connsiteY19" fmla="*/ 496389 h 2429692"/>
              <a:gd name="connsiteX20" fmla="*/ 8708 w 2786743"/>
              <a:gd name="connsiteY20" fmla="*/ 539932 h 2429692"/>
              <a:gd name="connsiteX21" fmla="*/ 26126 w 2786743"/>
              <a:gd name="connsiteY21" fmla="*/ 557349 h 2429692"/>
              <a:gd name="connsiteX22" fmla="*/ 43543 w 2786743"/>
              <a:gd name="connsiteY22" fmla="*/ 609600 h 2429692"/>
              <a:gd name="connsiteX23" fmla="*/ 52251 w 2786743"/>
              <a:gd name="connsiteY23" fmla="*/ 635726 h 2429692"/>
              <a:gd name="connsiteX24" fmla="*/ 60960 w 2786743"/>
              <a:gd name="connsiteY24" fmla="*/ 670560 h 2429692"/>
              <a:gd name="connsiteX25" fmla="*/ 104503 w 2786743"/>
              <a:gd name="connsiteY25" fmla="*/ 705395 h 2429692"/>
              <a:gd name="connsiteX26" fmla="*/ 113211 w 2786743"/>
              <a:gd name="connsiteY26" fmla="*/ 731520 h 2429692"/>
              <a:gd name="connsiteX27" fmla="*/ 165463 w 2786743"/>
              <a:gd name="connsiteY27" fmla="*/ 748938 h 2429692"/>
              <a:gd name="connsiteX28" fmla="*/ 243840 w 2786743"/>
              <a:gd name="connsiteY28" fmla="*/ 766355 h 2429692"/>
              <a:gd name="connsiteX29" fmla="*/ 269966 w 2786743"/>
              <a:gd name="connsiteY29" fmla="*/ 775063 h 2429692"/>
              <a:gd name="connsiteX30" fmla="*/ 322217 w 2786743"/>
              <a:gd name="connsiteY30" fmla="*/ 809898 h 2429692"/>
              <a:gd name="connsiteX31" fmla="*/ 374468 w 2786743"/>
              <a:gd name="connsiteY31" fmla="*/ 827315 h 2429692"/>
              <a:gd name="connsiteX32" fmla="*/ 391886 w 2786743"/>
              <a:gd name="connsiteY32" fmla="*/ 844732 h 2429692"/>
              <a:gd name="connsiteX33" fmla="*/ 409303 w 2786743"/>
              <a:gd name="connsiteY33" fmla="*/ 879566 h 2429692"/>
              <a:gd name="connsiteX34" fmla="*/ 505097 w 2786743"/>
              <a:gd name="connsiteY34" fmla="*/ 957943 h 2429692"/>
              <a:gd name="connsiteX35" fmla="*/ 539931 w 2786743"/>
              <a:gd name="connsiteY35" fmla="*/ 1036320 h 2429692"/>
              <a:gd name="connsiteX36" fmla="*/ 548640 w 2786743"/>
              <a:gd name="connsiteY36" fmla="*/ 1062446 h 2429692"/>
              <a:gd name="connsiteX37" fmla="*/ 566057 w 2786743"/>
              <a:gd name="connsiteY37" fmla="*/ 1088572 h 2429692"/>
              <a:gd name="connsiteX38" fmla="*/ 574766 w 2786743"/>
              <a:gd name="connsiteY38" fmla="*/ 1114698 h 2429692"/>
              <a:gd name="connsiteX39" fmla="*/ 583474 w 2786743"/>
              <a:gd name="connsiteY39" fmla="*/ 1149532 h 2429692"/>
              <a:gd name="connsiteX40" fmla="*/ 609600 w 2786743"/>
              <a:gd name="connsiteY40" fmla="*/ 1158240 h 2429692"/>
              <a:gd name="connsiteX41" fmla="*/ 635726 w 2786743"/>
              <a:gd name="connsiteY41" fmla="*/ 1271452 h 2429692"/>
              <a:gd name="connsiteX42" fmla="*/ 661851 w 2786743"/>
              <a:gd name="connsiteY42" fmla="*/ 1349829 h 2429692"/>
              <a:gd name="connsiteX43" fmla="*/ 670560 w 2786743"/>
              <a:gd name="connsiteY43" fmla="*/ 1375955 h 2429692"/>
              <a:gd name="connsiteX44" fmla="*/ 687977 w 2786743"/>
              <a:gd name="connsiteY44" fmla="*/ 1436915 h 2429692"/>
              <a:gd name="connsiteX45" fmla="*/ 705394 w 2786743"/>
              <a:gd name="connsiteY45" fmla="*/ 1471749 h 2429692"/>
              <a:gd name="connsiteX46" fmla="*/ 740228 w 2786743"/>
              <a:gd name="connsiteY46" fmla="*/ 1524000 h 2429692"/>
              <a:gd name="connsiteX47" fmla="*/ 748937 w 2786743"/>
              <a:gd name="connsiteY47" fmla="*/ 1550126 h 2429692"/>
              <a:gd name="connsiteX48" fmla="*/ 792480 w 2786743"/>
              <a:gd name="connsiteY48" fmla="*/ 1602378 h 2429692"/>
              <a:gd name="connsiteX49" fmla="*/ 818606 w 2786743"/>
              <a:gd name="connsiteY49" fmla="*/ 1619795 h 2429692"/>
              <a:gd name="connsiteX50" fmla="*/ 836023 w 2786743"/>
              <a:gd name="connsiteY50" fmla="*/ 1654629 h 2429692"/>
              <a:gd name="connsiteX51" fmla="*/ 844731 w 2786743"/>
              <a:gd name="connsiteY51" fmla="*/ 1680755 h 2429692"/>
              <a:gd name="connsiteX52" fmla="*/ 870857 w 2786743"/>
              <a:gd name="connsiteY52" fmla="*/ 1698172 h 2429692"/>
              <a:gd name="connsiteX53" fmla="*/ 931817 w 2786743"/>
              <a:gd name="connsiteY53" fmla="*/ 1759132 h 2429692"/>
              <a:gd name="connsiteX54" fmla="*/ 949234 w 2786743"/>
              <a:gd name="connsiteY54" fmla="*/ 1785258 h 2429692"/>
              <a:gd name="connsiteX55" fmla="*/ 957943 w 2786743"/>
              <a:gd name="connsiteY55" fmla="*/ 1811383 h 2429692"/>
              <a:gd name="connsiteX56" fmla="*/ 984068 w 2786743"/>
              <a:gd name="connsiteY56" fmla="*/ 1828800 h 2429692"/>
              <a:gd name="connsiteX57" fmla="*/ 1036320 w 2786743"/>
              <a:gd name="connsiteY57" fmla="*/ 1872343 h 2429692"/>
              <a:gd name="connsiteX58" fmla="*/ 1053737 w 2786743"/>
              <a:gd name="connsiteY58" fmla="*/ 1898469 h 2429692"/>
              <a:gd name="connsiteX59" fmla="*/ 1079863 w 2786743"/>
              <a:gd name="connsiteY59" fmla="*/ 1924595 h 2429692"/>
              <a:gd name="connsiteX60" fmla="*/ 1097280 w 2786743"/>
              <a:gd name="connsiteY60" fmla="*/ 1950720 h 2429692"/>
              <a:gd name="connsiteX61" fmla="*/ 1132114 w 2786743"/>
              <a:gd name="connsiteY61" fmla="*/ 1976846 h 2429692"/>
              <a:gd name="connsiteX62" fmla="*/ 1184366 w 2786743"/>
              <a:gd name="connsiteY62" fmla="*/ 2055223 h 2429692"/>
              <a:gd name="connsiteX63" fmla="*/ 1210491 w 2786743"/>
              <a:gd name="connsiteY63" fmla="*/ 2072640 h 2429692"/>
              <a:gd name="connsiteX64" fmla="*/ 1227908 w 2786743"/>
              <a:gd name="connsiteY64" fmla="*/ 2098766 h 2429692"/>
              <a:gd name="connsiteX65" fmla="*/ 1254034 w 2786743"/>
              <a:gd name="connsiteY65" fmla="*/ 2107475 h 2429692"/>
              <a:gd name="connsiteX66" fmla="*/ 1271451 w 2786743"/>
              <a:gd name="connsiteY66" fmla="*/ 2142309 h 2429692"/>
              <a:gd name="connsiteX67" fmla="*/ 1323703 w 2786743"/>
              <a:gd name="connsiteY67" fmla="*/ 2168435 h 2429692"/>
              <a:gd name="connsiteX68" fmla="*/ 1349828 w 2786743"/>
              <a:gd name="connsiteY68" fmla="*/ 2220686 h 2429692"/>
              <a:gd name="connsiteX69" fmla="*/ 1375954 w 2786743"/>
              <a:gd name="connsiteY69" fmla="*/ 2229395 h 2429692"/>
              <a:gd name="connsiteX70" fmla="*/ 1410788 w 2786743"/>
              <a:gd name="connsiteY70" fmla="*/ 2264229 h 2429692"/>
              <a:gd name="connsiteX71" fmla="*/ 1489166 w 2786743"/>
              <a:gd name="connsiteY71" fmla="*/ 2316480 h 2429692"/>
              <a:gd name="connsiteX72" fmla="*/ 1515291 w 2786743"/>
              <a:gd name="connsiteY72" fmla="*/ 2333898 h 2429692"/>
              <a:gd name="connsiteX73" fmla="*/ 1593668 w 2786743"/>
              <a:gd name="connsiteY73" fmla="*/ 2368732 h 2429692"/>
              <a:gd name="connsiteX74" fmla="*/ 1663337 w 2786743"/>
              <a:gd name="connsiteY74" fmla="*/ 2377440 h 2429692"/>
              <a:gd name="connsiteX75" fmla="*/ 1828800 w 2786743"/>
              <a:gd name="connsiteY75" fmla="*/ 2394858 h 2429692"/>
              <a:gd name="connsiteX76" fmla="*/ 1889760 w 2786743"/>
              <a:gd name="connsiteY76" fmla="*/ 2412275 h 2429692"/>
              <a:gd name="connsiteX77" fmla="*/ 1915886 w 2786743"/>
              <a:gd name="connsiteY77" fmla="*/ 2420983 h 2429692"/>
              <a:gd name="connsiteX78" fmla="*/ 1968137 w 2786743"/>
              <a:gd name="connsiteY78" fmla="*/ 2429692 h 2429692"/>
              <a:gd name="connsiteX79" fmla="*/ 2464526 w 2786743"/>
              <a:gd name="connsiteY79" fmla="*/ 2420983 h 2429692"/>
              <a:gd name="connsiteX80" fmla="*/ 2534194 w 2786743"/>
              <a:gd name="connsiteY80" fmla="*/ 2403566 h 2429692"/>
              <a:gd name="connsiteX81" fmla="*/ 2621280 w 2786743"/>
              <a:gd name="connsiteY81" fmla="*/ 2377440 h 2429692"/>
              <a:gd name="connsiteX82" fmla="*/ 2647406 w 2786743"/>
              <a:gd name="connsiteY82" fmla="*/ 2368732 h 2429692"/>
              <a:gd name="connsiteX83" fmla="*/ 2673531 w 2786743"/>
              <a:gd name="connsiteY83" fmla="*/ 2360023 h 2429692"/>
              <a:gd name="connsiteX84" fmla="*/ 2690948 w 2786743"/>
              <a:gd name="connsiteY84" fmla="*/ 2333898 h 2429692"/>
              <a:gd name="connsiteX85" fmla="*/ 2725783 w 2786743"/>
              <a:gd name="connsiteY85" fmla="*/ 2316480 h 2429692"/>
              <a:gd name="connsiteX86" fmla="*/ 2769326 w 2786743"/>
              <a:gd name="connsiteY86" fmla="*/ 2281646 h 2429692"/>
              <a:gd name="connsiteX87" fmla="*/ 2778034 w 2786743"/>
              <a:gd name="connsiteY87" fmla="*/ 2246812 h 2429692"/>
              <a:gd name="connsiteX88" fmla="*/ 2786743 w 2786743"/>
              <a:gd name="connsiteY88" fmla="*/ 2220686 h 2429692"/>
              <a:gd name="connsiteX89" fmla="*/ 2769326 w 2786743"/>
              <a:gd name="connsiteY89" fmla="*/ 2055223 h 2429692"/>
              <a:gd name="connsiteX90" fmla="*/ 2760617 w 2786743"/>
              <a:gd name="connsiteY90" fmla="*/ 2002972 h 2429692"/>
              <a:gd name="connsiteX91" fmla="*/ 2751908 w 2786743"/>
              <a:gd name="connsiteY91" fmla="*/ 1976846 h 2429692"/>
              <a:gd name="connsiteX92" fmla="*/ 2717074 w 2786743"/>
              <a:gd name="connsiteY92" fmla="*/ 1854926 h 2429692"/>
              <a:gd name="connsiteX93" fmla="*/ 2699657 w 2786743"/>
              <a:gd name="connsiteY93" fmla="*/ 1828800 h 2429692"/>
              <a:gd name="connsiteX94" fmla="*/ 2673531 w 2786743"/>
              <a:gd name="connsiteY94" fmla="*/ 1776549 h 2429692"/>
              <a:gd name="connsiteX95" fmla="*/ 2664823 w 2786743"/>
              <a:gd name="connsiteY95" fmla="*/ 1750423 h 2429692"/>
              <a:gd name="connsiteX96" fmla="*/ 2638697 w 2786743"/>
              <a:gd name="connsiteY96" fmla="*/ 1715589 h 2429692"/>
              <a:gd name="connsiteX97" fmla="*/ 2621280 w 2786743"/>
              <a:gd name="connsiteY97" fmla="*/ 1689463 h 2429692"/>
              <a:gd name="connsiteX98" fmla="*/ 2603863 w 2786743"/>
              <a:gd name="connsiteY98" fmla="*/ 1654629 h 2429692"/>
              <a:gd name="connsiteX99" fmla="*/ 2569028 w 2786743"/>
              <a:gd name="connsiteY99" fmla="*/ 1602378 h 2429692"/>
              <a:gd name="connsiteX100" fmla="*/ 2534194 w 2786743"/>
              <a:gd name="connsiteY100" fmla="*/ 1550126 h 2429692"/>
              <a:gd name="connsiteX101" fmla="*/ 2490651 w 2786743"/>
              <a:gd name="connsiteY101" fmla="*/ 1497875 h 2429692"/>
              <a:gd name="connsiteX102" fmla="*/ 2473234 w 2786743"/>
              <a:gd name="connsiteY102" fmla="*/ 1471749 h 2429692"/>
              <a:gd name="connsiteX103" fmla="*/ 2464526 w 2786743"/>
              <a:gd name="connsiteY103" fmla="*/ 1445623 h 2429692"/>
              <a:gd name="connsiteX104" fmla="*/ 2394857 w 2786743"/>
              <a:gd name="connsiteY104" fmla="*/ 1384663 h 2429692"/>
              <a:gd name="connsiteX105" fmla="*/ 2333897 w 2786743"/>
              <a:gd name="connsiteY105" fmla="*/ 1297578 h 2429692"/>
              <a:gd name="connsiteX106" fmla="*/ 2325188 w 2786743"/>
              <a:gd name="connsiteY106" fmla="*/ 1271452 h 2429692"/>
              <a:gd name="connsiteX107" fmla="*/ 2246811 w 2786743"/>
              <a:gd name="connsiteY107" fmla="*/ 1201783 h 2429692"/>
              <a:gd name="connsiteX108" fmla="*/ 2220686 w 2786743"/>
              <a:gd name="connsiteY108" fmla="*/ 1175658 h 2429692"/>
              <a:gd name="connsiteX109" fmla="*/ 2194560 w 2786743"/>
              <a:gd name="connsiteY109" fmla="*/ 1158240 h 2429692"/>
              <a:gd name="connsiteX110" fmla="*/ 2159726 w 2786743"/>
              <a:gd name="connsiteY110" fmla="*/ 1123406 h 2429692"/>
              <a:gd name="connsiteX111" fmla="*/ 2107474 w 2786743"/>
              <a:gd name="connsiteY111" fmla="*/ 1088572 h 2429692"/>
              <a:gd name="connsiteX112" fmla="*/ 2063931 w 2786743"/>
              <a:gd name="connsiteY112" fmla="*/ 1036320 h 2429692"/>
              <a:gd name="connsiteX113" fmla="*/ 2011680 w 2786743"/>
              <a:gd name="connsiteY113" fmla="*/ 984069 h 2429692"/>
              <a:gd name="connsiteX114" fmla="*/ 1968137 w 2786743"/>
              <a:gd name="connsiteY114" fmla="*/ 923109 h 2429692"/>
              <a:gd name="connsiteX115" fmla="*/ 1950720 w 2786743"/>
              <a:gd name="connsiteY115" fmla="*/ 896983 h 2429692"/>
              <a:gd name="connsiteX116" fmla="*/ 1889760 w 2786743"/>
              <a:gd name="connsiteY116" fmla="*/ 836023 h 2429692"/>
              <a:gd name="connsiteX117" fmla="*/ 1837508 w 2786743"/>
              <a:gd name="connsiteY117" fmla="*/ 792480 h 2429692"/>
              <a:gd name="connsiteX118" fmla="*/ 1802674 w 2786743"/>
              <a:gd name="connsiteY118" fmla="*/ 748938 h 2429692"/>
              <a:gd name="connsiteX119" fmla="*/ 1785257 w 2786743"/>
              <a:gd name="connsiteY119" fmla="*/ 722812 h 2429692"/>
              <a:gd name="connsiteX120" fmla="*/ 1759131 w 2786743"/>
              <a:gd name="connsiteY120" fmla="*/ 705395 h 2429692"/>
              <a:gd name="connsiteX121" fmla="*/ 1724297 w 2786743"/>
              <a:gd name="connsiteY121" fmla="*/ 679269 h 2429692"/>
              <a:gd name="connsiteX122" fmla="*/ 1698171 w 2786743"/>
              <a:gd name="connsiteY122" fmla="*/ 661852 h 2429692"/>
              <a:gd name="connsiteX123" fmla="*/ 1654628 w 2786743"/>
              <a:gd name="connsiteY123" fmla="*/ 618309 h 2429692"/>
              <a:gd name="connsiteX124" fmla="*/ 1576251 w 2786743"/>
              <a:gd name="connsiteY124" fmla="*/ 574766 h 2429692"/>
              <a:gd name="connsiteX125" fmla="*/ 1550126 w 2786743"/>
              <a:gd name="connsiteY125" fmla="*/ 557349 h 2429692"/>
              <a:gd name="connsiteX126" fmla="*/ 1489166 w 2786743"/>
              <a:gd name="connsiteY126" fmla="*/ 505098 h 2429692"/>
              <a:gd name="connsiteX127" fmla="*/ 1445623 w 2786743"/>
              <a:gd name="connsiteY127" fmla="*/ 487680 h 2429692"/>
              <a:gd name="connsiteX128" fmla="*/ 1410788 w 2786743"/>
              <a:gd name="connsiteY128" fmla="*/ 461555 h 2429692"/>
              <a:gd name="connsiteX129" fmla="*/ 1349828 w 2786743"/>
              <a:gd name="connsiteY129" fmla="*/ 426720 h 2429692"/>
              <a:gd name="connsiteX130" fmla="*/ 1280160 w 2786743"/>
              <a:gd name="connsiteY130" fmla="*/ 391886 h 2429692"/>
              <a:gd name="connsiteX131" fmla="*/ 1219200 w 2786743"/>
              <a:gd name="connsiteY131" fmla="*/ 357052 h 2429692"/>
              <a:gd name="connsiteX132" fmla="*/ 1193074 w 2786743"/>
              <a:gd name="connsiteY132" fmla="*/ 348343 h 2429692"/>
              <a:gd name="connsiteX133" fmla="*/ 1132114 w 2786743"/>
              <a:gd name="connsiteY133" fmla="*/ 322218 h 2429692"/>
              <a:gd name="connsiteX134" fmla="*/ 1053737 w 2786743"/>
              <a:gd name="connsiteY134" fmla="*/ 261258 h 2429692"/>
              <a:gd name="connsiteX135" fmla="*/ 1027611 w 2786743"/>
              <a:gd name="connsiteY135" fmla="*/ 252549 h 2429692"/>
              <a:gd name="connsiteX136" fmla="*/ 984068 w 2786743"/>
              <a:gd name="connsiteY136" fmla="*/ 209006 h 2429692"/>
              <a:gd name="connsiteX137" fmla="*/ 957943 w 2786743"/>
              <a:gd name="connsiteY137" fmla="*/ 182880 h 2429692"/>
              <a:gd name="connsiteX138" fmla="*/ 905691 w 2786743"/>
              <a:gd name="connsiteY138" fmla="*/ 148046 h 2429692"/>
              <a:gd name="connsiteX139" fmla="*/ 879566 w 2786743"/>
              <a:gd name="connsiteY139" fmla="*/ 130629 h 2429692"/>
              <a:gd name="connsiteX140" fmla="*/ 853440 w 2786743"/>
              <a:gd name="connsiteY140" fmla="*/ 113212 h 2429692"/>
              <a:gd name="connsiteX141" fmla="*/ 827314 w 2786743"/>
              <a:gd name="connsiteY141" fmla="*/ 95795 h 2429692"/>
              <a:gd name="connsiteX142" fmla="*/ 766354 w 2786743"/>
              <a:gd name="connsiteY142" fmla="*/ 52252 h 2429692"/>
              <a:gd name="connsiteX143" fmla="*/ 714103 w 2786743"/>
              <a:gd name="connsiteY143" fmla="*/ 26126 h 2429692"/>
              <a:gd name="connsiteX144" fmla="*/ 513806 w 2786743"/>
              <a:gd name="connsiteY144" fmla="*/ 0 h 242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2786743" h="2429692">
                <a:moveTo>
                  <a:pt x="513806" y="0"/>
                </a:moveTo>
                <a:lnTo>
                  <a:pt x="513806" y="0"/>
                </a:lnTo>
                <a:cubicBezTo>
                  <a:pt x="490583" y="11612"/>
                  <a:pt x="466931" y="22402"/>
                  <a:pt x="444137" y="34835"/>
                </a:cubicBezTo>
                <a:cubicBezTo>
                  <a:pt x="391083" y="63773"/>
                  <a:pt x="444858" y="43303"/>
                  <a:pt x="391886" y="60960"/>
                </a:cubicBezTo>
                <a:cubicBezTo>
                  <a:pt x="383177" y="66766"/>
                  <a:pt x="374277" y="72294"/>
                  <a:pt x="365760" y="78378"/>
                </a:cubicBezTo>
                <a:cubicBezTo>
                  <a:pt x="353949" y="86814"/>
                  <a:pt x="343908" y="98012"/>
                  <a:pt x="330926" y="104503"/>
                </a:cubicBezTo>
                <a:cubicBezTo>
                  <a:pt x="314505" y="112713"/>
                  <a:pt x="278674" y="121920"/>
                  <a:pt x="278674" y="121920"/>
                </a:cubicBezTo>
                <a:cubicBezTo>
                  <a:pt x="272868" y="127726"/>
                  <a:pt x="267668" y="134209"/>
                  <a:pt x="261257" y="139338"/>
                </a:cubicBezTo>
                <a:cubicBezTo>
                  <a:pt x="253084" y="145876"/>
                  <a:pt x="242532" y="149354"/>
                  <a:pt x="235131" y="156755"/>
                </a:cubicBezTo>
                <a:cubicBezTo>
                  <a:pt x="227730" y="164156"/>
                  <a:pt x="225115" y="175479"/>
                  <a:pt x="217714" y="182880"/>
                </a:cubicBezTo>
                <a:cubicBezTo>
                  <a:pt x="210313" y="190281"/>
                  <a:pt x="198989" y="192897"/>
                  <a:pt x="191588" y="200298"/>
                </a:cubicBezTo>
                <a:cubicBezTo>
                  <a:pt x="181325" y="210561"/>
                  <a:pt x="174909" y="224112"/>
                  <a:pt x="165463" y="235132"/>
                </a:cubicBezTo>
                <a:cubicBezTo>
                  <a:pt x="157448" y="244483"/>
                  <a:pt x="147222" y="251797"/>
                  <a:pt x="139337" y="261258"/>
                </a:cubicBezTo>
                <a:cubicBezTo>
                  <a:pt x="132637" y="269298"/>
                  <a:pt x="128620" y="279343"/>
                  <a:pt x="121920" y="287383"/>
                </a:cubicBezTo>
                <a:cubicBezTo>
                  <a:pt x="114035" y="296844"/>
                  <a:pt x="103355" y="303787"/>
                  <a:pt x="95794" y="313509"/>
                </a:cubicBezTo>
                <a:cubicBezTo>
                  <a:pt x="82943" y="330032"/>
                  <a:pt x="72571" y="348343"/>
                  <a:pt x="60960" y="365760"/>
                </a:cubicBezTo>
                <a:lnTo>
                  <a:pt x="43543" y="391886"/>
                </a:lnTo>
                <a:cubicBezTo>
                  <a:pt x="37737" y="400595"/>
                  <a:pt x="29436" y="408083"/>
                  <a:pt x="26126" y="418012"/>
                </a:cubicBezTo>
                <a:lnTo>
                  <a:pt x="8708" y="470263"/>
                </a:lnTo>
                <a:lnTo>
                  <a:pt x="0" y="496389"/>
                </a:lnTo>
                <a:cubicBezTo>
                  <a:pt x="2903" y="510903"/>
                  <a:pt x="2877" y="526327"/>
                  <a:pt x="8708" y="539932"/>
                </a:cubicBezTo>
                <a:cubicBezTo>
                  <a:pt x="11942" y="547479"/>
                  <a:pt x="22454" y="550005"/>
                  <a:pt x="26126" y="557349"/>
                </a:cubicBezTo>
                <a:cubicBezTo>
                  <a:pt x="34337" y="573770"/>
                  <a:pt x="37737" y="592183"/>
                  <a:pt x="43543" y="609600"/>
                </a:cubicBezTo>
                <a:cubicBezTo>
                  <a:pt x="46446" y="618309"/>
                  <a:pt x="50024" y="626820"/>
                  <a:pt x="52251" y="635726"/>
                </a:cubicBezTo>
                <a:cubicBezTo>
                  <a:pt x="55154" y="647337"/>
                  <a:pt x="55607" y="659855"/>
                  <a:pt x="60960" y="670560"/>
                </a:cubicBezTo>
                <a:cubicBezTo>
                  <a:pt x="67166" y="682971"/>
                  <a:pt x="95271" y="699240"/>
                  <a:pt x="104503" y="705395"/>
                </a:cubicBezTo>
                <a:cubicBezTo>
                  <a:pt x="107406" y="714103"/>
                  <a:pt x="105741" y="726185"/>
                  <a:pt x="113211" y="731520"/>
                </a:cubicBezTo>
                <a:cubicBezTo>
                  <a:pt x="128151" y="742191"/>
                  <a:pt x="148046" y="743132"/>
                  <a:pt x="165463" y="748938"/>
                </a:cubicBezTo>
                <a:cubicBezTo>
                  <a:pt x="224264" y="768539"/>
                  <a:pt x="151901" y="745925"/>
                  <a:pt x="243840" y="766355"/>
                </a:cubicBezTo>
                <a:cubicBezTo>
                  <a:pt x="252801" y="768346"/>
                  <a:pt x="261257" y="772160"/>
                  <a:pt x="269966" y="775063"/>
                </a:cubicBezTo>
                <a:cubicBezTo>
                  <a:pt x="287383" y="786675"/>
                  <a:pt x="302358" y="803278"/>
                  <a:pt x="322217" y="809898"/>
                </a:cubicBezTo>
                <a:lnTo>
                  <a:pt x="374468" y="827315"/>
                </a:lnTo>
                <a:cubicBezTo>
                  <a:pt x="380274" y="833121"/>
                  <a:pt x="387331" y="837900"/>
                  <a:pt x="391886" y="844732"/>
                </a:cubicBezTo>
                <a:cubicBezTo>
                  <a:pt x="399087" y="855533"/>
                  <a:pt x="401082" y="869519"/>
                  <a:pt x="409303" y="879566"/>
                </a:cubicBezTo>
                <a:cubicBezTo>
                  <a:pt x="457861" y="938915"/>
                  <a:pt x="454309" y="932549"/>
                  <a:pt x="505097" y="957943"/>
                </a:cubicBezTo>
                <a:cubicBezTo>
                  <a:pt x="532698" y="999345"/>
                  <a:pt x="519204" y="974139"/>
                  <a:pt x="539931" y="1036320"/>
                </a:cubicBezTo>
                <a:cubicBezTo>
                  <a:pt x="542834" y="1045029"/>
                  <a:pt x="543548" y="1054808"/>
                  <a:pt x="548640" y="1062446"/>
                </a:cubicBezTo>
                <a:cubicBezTo>
                  <a:pt x="554446" y="1071155"/>
                  <a:pt x="561376" y="1079211"/>
                  <a:pt x="566057" y="1088572"/>
                </a:cubicBezTo>
                <a:cubicBezTo>
                  <a:pt x="570162" y="1096783"/>
                  <a:pt x="572244" y="1105871"/>
                  <a:pt x="574766" y="1114698"/>
                </a:cubicBezTo>
                <a:cubicBezTo>
                  <a:pt x="578054" y="1126206"/>
                  <a:pt x="575997" y="1140186"/>
                  <a:pt x="583474" y="1149532"/>
                </a:cubicBezTo>
                <a:cubicBezTo>
                  <a:pt x="589209" y="1156700"/>
                  <a:pt x="600891" y="1155337"/>
                  <a:pt x="609600" y="1158240"/>
                </a:cubicBezTo>
                <a:cubicBezTo>
                  <a:pt x="618133" y="1200910"/>
                  <a:pt x="622592" y="1226797"/>
                  <a:pt x="635726" y="1271452"/>
                </a:cubicBezTo>
                <a:cubicBezTo>
                  <a:pt x="643497" y="1297872"/>
                  <a:pt x="653143" y="1323703"/>
                  <a:pt x="661851" y="1349829"/>
                </a:cubicBezTo>
                <a:cubicBezTo>
                  <a:pt x="664754" y="1358538"/>
                  <a:pt x="668334" y="1367049"/>
                  <a:pt x="670560" y="1375955"/>
                </a:cubicBezTo>
                <a:cubicBezTo>
                  <a:pt x="674980" y="1393637"/>
                  <a:pt x="680479" y="1419420"/>
                  <a:pt x="687977" y="1436915"/>
                </a:cubicBezTo>
                <a:cubicBezTo>
                  <a:pt x="693091" y="1448847"/>
                  <a:pt x="700836" y="1459594"/>
                  <a:pt x="705394" y="1471749"/>
                </a:cubicBezTo>
                <a:cubicBezTo>
                  <a:pt x="724139" y="1521735"/>
                  <a:pt x="697588" y="1495573"/>
                  <a:pt x="740228" y="1524000"/>
                </a:cubicBezTo>
                <a:cubicBezTo>
                  <a:pt x="743131" y="1532709"/>
                  <a:pt x="744382" y="1542156"/>
                  <a:pt x="748937" y="1550126"/>
                </a:cubicBezTo>
                <a:cubicBezTo>
                  <a:pt x="756066" y="1562601"/>
                  <a:pt x="778334" y="1591061"/>
                  <a:pt x="792480" y="1602378"/>
                </a:cubicBezTo>
                <a:cubicBezTo>
                  <a:pt x="800653" y="1608916"/>
                  <a:pt x="809897" y="1613989"/>
                  <a:pt x="818606" y="1619795"/>
                </a:cubicBezTo>
                <a:cubicBezTo>
                  <a:pt x="824412" y="1631406"/>
                  <a:pt x="830909" y="1642697"/>
                  <a:pt x="836023" y="1654629"/>
                </a:cubicBezTo>
                <a:cubicBezTo>
                  <a:pt x="839639" y="1663066"/>
                  <a:pt x="838997" y="1673587"/>
                  <a:pt x="844731" y="1680755"/>
                </a:cubicBezTo>
                <a:cubicBezTo>
                  <a:pt x="851269" y="1688928"/>
                  <a:pt x="863077" y="1691170"/>
                  <a:pt x="870857" y="1698172"/>
                </a:cubicBezTo>
                <a:cubicBezTo>
                  <a:pt x="892217" y="1717396"/>
                  <a:pt x="915877" y="1735221"/>
                  <a:pt x="931817" y="1759132"/>
                </a:cubicBezTo>
                <a:cubicBezTo>
                  <a:pt x="937623" y="1767841"/>
                  <a:pt x="944553" y="1775897"/>
                  <a:pt x="949234" y="1785258"/>
                </a:cubicBezTo>
                <a:cubicBezTo>
                  <a:pt x="953339" y="1793468"/>
                  <a:pt x="952209" y="1804215"/>
                  <a:pt x="957943" y="1811383"/>
                </a:cubicBezTo>
                <a:cubicBezTo>
                  <a:pt x="964481" y="1819556"/>
                  <a:pt x="975360" y="1822994"/>
                  <a:pt x="984068" y="1828800"/>
                </a:cubicBezTo>
                <a:cubicBezTo>
                  <a:pt x="1026506" y="1892454"/>
                  <a:pt x="970024" y="1817095"/>
                  <a:pt x="1036320" y="1872343"/>
                </a:cubicBezTo>
                <a:cubicBezTo>
                  <a:pt x="1044361" y="1879044"/>
                  <a:pt x="1047037" y="1890428"/>
                  <a:pt x="1053737" y="1898469"/>
                </a:cubicBezTo>
                <a:cubicBezTo>
                  <a:pt x="1061621" y="1907930"/>
                  <a:pt x="1071978" y="1915134"/>
                  <a:pt x="1079863" y="1924595"/>
                </a:cubicBezTo>
                <a:cubicBezTo>
                  <a:pt x="1086563" y="1932635"/>
                  <a:pt x="1089879" y="1943319"/>
                  <a:pt x="1097280" y="1950720"/>
                </a:cubicBezTo>
                <a:cubicBezTo>
                  <a:pt x="1107543" y="1960983"/>
                  <a:pt x="1121851" y="1966583"/>
                  <a:pt x="1132114" y="1976846"/>
                </a:cubicBezTo>
                <a:cubicBezTo>
                  <a:pt x="1182251" y="2026983"/>
                  <a:pt x="1134615" y="1997179"/>
                  <a:pt x="1184366" y="2055223"/>
                </a:cubicBezTo>
                <a:cubicBezTo>
                  <a:pt x="1191177" y="2063170"/>
                  <a:pt x="1201783" y="2066834"/>
                  <a:pt x="1210491" y="2072640"/>
                </a:cubicBezTo>
                <a:cubicBezTo>
                  <a:pt x="1216297" y="2081349"/>
                  <a:pt x="1219735" y="2092228"/>
                  <a:pt x="1227908" y="2098766"/>
                </a:cubicBezTo>
                <a:cubicBezTo>
                  <a:pt x="1235076" y="2104501"/>
                  <a:pt x="1247543" y="2100984"/>
                  <a:pt x="1254034" y="2107475"/>
                </a:cubicBezTo>
                <a:cubicBezTo>
                  <a:pt x="1263214" y="2116655"/>
                  <a:pt x="1263140" y="2132336"/>
                  <a:pt x="1271451" y="2142309"/>
                </a:cubicBezTo>
                <a:cubicBezTo>
                  <a:pt x="1284437" y="2157892"/>
                  <a:pt x="1305872" y="2162491"/>
                  <a:pt x="1323703" y="2168435"/>
                </a:cubicBezTo>
                <a:cubicBezTo>
                  <a:pt x="1329440" y="2185646"/>
                  <a:pt x="1334481" y="2208408"/>
                  <a:pt x="1349828" y="2220686"/>
                </a:cubicBezTo>
                <a:cubicBezTo>
                  <a:pt x="1356996" y="2226421"/>
                  <a:pt x="1367245" y="2226492"/>
                  <a:pt x="1375954" y="2229395"/>
                </a:cubicBezTo>
                <a:cubicBezTo>
                  <a:pt x="1387565" y="2241006"/>
                  <a:pt x="1397965" y="2253971"/>
                  <a:pt x="1410788" y="2264229"/>
                </a:cubicBezTo>
                <a:cubicBezTo>
                  <a:pt x="1410794" y="2264234"/>
                  <a:pt x="1476100" y="2307769"/>
                  <a:pt x="1489166" y="2316480"/>
                </a:cubicBezTo>
                <a:lnTo>
                  <a:pt x="1515291" y="2333898"/>
                </a:lnTo>
                <a:cubicBezTo>
                  <a:pt x="1543056" y="2352409"/>
                  <a:pt x="1555407" y="2363950"/>
                  <a:pt x="1593668" y="2368732"/>
                </a:cubicBezTo>
                <a:lnTo>
                  <a:pt x="1663337" y="2377440"/>
                </a:lnTo>
                <a:cubicBezTo>
                  <a:pt x="1730970" y="2385397"/>
                  <a:pt x="1759661" y="2387944"/>
                  <a:pt x="1828800" y="2394858"/>
                </a:cubicBezTo>
                <a:cubicBezTo>
                  <a:pt x="1891441" y="2415737"/>
                  <a:pt x="1813215" y="2390405"/>
                  <a:pt x="1889760" y="2412275"/>
                </a:cubicBezTo>
                <a:cubicBezTo>
                  <a:pt x="1898586" y="2414797"/>
                  <a:pt x="1906925" y="2418992"/>
                  <a:pt x="1915886" y="2420983"/>
                </a:cubicBezTo>
                <a:cubicBezTo>
                  <a:pt x="1933123" y="2424813"/>
                  <a:pt x="1950720" y="2426789"/>
                  <a:pt x="1968137" y="2429692"/>
                </a:cubicBezTo>
                <a:cubicBezTo>
                  <a:pt x="2133600" y="2426789"/>
                  <a:pt x="2299214" y="2428613"/>
                  <a:pt x="2464526" y="2420983"/>
                </a:cubicBezTo>
                <a:cubicBezTo>
                  <a:pt x="2488438" y="2419879"/>
                  <a:pt x="2510971" y="2409372"/>
                  <a:pt x="2534194" y="2403566"/>
                </a:cubicBezTo>
                <a:cubicBezTo>
                  <a:pt x="2586852" y="2390402"/>
                  <a:pt x="2557655" y="2398648"/>
                  <a:pt x="2621280" y="2377440"/>
                </a:cubicBezTo>
                <a:lnTo>
                  <a:pt x="2647406" y="2368732"/>
                </a:lnTo>
                <a:lnTo>
                  <a:pt x="2673531" y="2360023"/>
                </a:lnTo>
                <a:cubicBezTo>
                  <a:pt x="2679337" y="2351315"/>
                  <a:pt x="2682908" y="2340598"/>
                  <a:pt x="2690948" y="2333898"/>
                </a:cubicBezTo>
                <a:cubicBezTo>
                  <a:pt x="2700921" y="2325587"/>
                  <a:pt x="2714511" y="2322921"/>
                  <a:pt x="2725783" y="2316480"/>
                </a:cubicBezTo>
                <a:cubicBezTo>
                  <a:pt x="2751415" y="2301833"/>
                  <a:pt x="2750254" y="2300717"/>
                  <a:pt x="2769326" y="2281646"/>
                </a:cubicBezTo>
                <a:cubicBezTo>
                  <a:pt x="2772229" y="2270035"/>
                  <a:pt x="2774746" y="2258320"/>
                  <a:pt x="2778034" y="2246812"/>
                </a:cubicBezTo>
                <a:cubicBezTo>
                  <a:pt x="2780556" y="2237985"/>
                  <a:pt x="2786743" y="2229866"/>
                  <a:pt x="2786743" y="2220686"/>
                </a:cubicBezTo>
                <a:cubicBezTo>
                  <a:pt x="2786743" y="2055326"/>
                  <a:pt x="2786010" y="2138645"/>
                  <a:pt x="2769326" y="2055223"/>
                </a:cubicBezTo>
                <a:cubicBezTo>
                  <a:pt x="2765863" y="2037909"/>
                  <a:pt x="2764448" y="2020209"/>
                  <a:pt x="2760617" y="2002972"/>
                </a:cubicBezTo>
                <a:cubicBezTo>
                  <a:pt x="2758626" y="1994011"/>
                  <a:pt x="2754323" y="1985702"/>
                  <a:pt x="2751908" y="1976846"/>
                </a:cubicBezTo>
                <a:cubicBezTo>
                  <a:pt x="2749228" y="1967020"/>
                  <a:pt x="2727342" y="1870329"/>
                  <a:pt x="2717074" y="1854926"/>
                </a:cubicBezTo>
                <a:cubicBezTo>
                  <a:pt x="2711268" y="1846217"/>
                  <a:pt x="2704338" y="1838161"/>
                  <a:pt x="2699657" y="1828800"/>
                </a:cubicBezTo>
                <a:cubicBezTo>
                  <a:pt x="2663601" y="1756690"/>
                  <a:pt x="2723446" y="1851424"/>
                  <a:pt x="2673531" y="1776549"/>
                </a:cubicBezTo>
                <a:cubicBezTo>
                  <a:pt x="2670628" y="1767840"/>
                  <a:pt x="2669377" y="1758393"/>
                  <a:pt x="2664823" y="1750423"/>
                </a:cubicBezTo>
                <a:cubicBezTo>
                  <a:pt x="2657622" y="1737821"/>
                  <a:pt x="2647133" y="1727400"/>
                  <a:pt x="2638697" y="1715589"/>
                </a:cubicBezTo>
                <a:cubicBezTo>
                  <a:pt x="2632613" y="1707072"/>
                  <a:pt x="2626473" y="1698550"/>
                  <a:pt x="2621280" y="1689463"/>
                </a:cubicBezTo>
                <a:cubicBezTo>
                  <a:pt x="2614839" y="1678192"/>
                  <a:pt x="2610542" y="1665761"/>
                  <a:pt x="2603863" y="1654629"/>
                </a:cubicBezTo>
                <a:cubicBezTo>
                  <a:pt x="2593093" y="1636679"/>
                  <a:pt x="2569028" y="1602378"/>
                  <a:pt x="2569028" y="1602378"/>
                </a:cubicBezTo>
                <a:cubicBezTo>
                  <a:pt x="2550349" y="1546336"/>
                  <a:pt x="2574964" y="1607204"/>
                  <a:pt x="2534194" y="1550126"/>
                </a:cubicBezTo>
                <a:cubicBezTo>
                  <a:pt x="2494016" y="1493877"/>
                  <a:pt x="2542155" y="1532211"/>
                  <a:pt x="2490651" y="1497875"/>
                </a:cubicBezTo>
                <a:cubicBezTo>
                  <a:pt x="2484845" y="1489166"/>
                  <a:pt x="2477915" y="1481111"/>
                  <a:pt x="2473234" y="1471749"/>
                </a:cubicBezTo>
                <a:cubicBezTo>
                  <a:pt x="2469129" y="1463538"/>
                  <a:pt x="2470034" y="1452967"/>
                  <a:pt x="2464526" y="1445623"/>
                </a:cubicBezTo>
                <a:cubicBezTo>
                  <a:pt x="2439054" y="1411660"/>
                  <a:pt x="2425074" y="1404807"/>
                  <a:pt x="2394857" y="1384663"/>
                </a:cubicBezTo>
                <a:cubicBezTo>
                  <a:pt x="2355342" y="1305634"/>
                  <a:pt x="2381626" y="1329397"/>
                  <a:pt x="2333897" y="1297578"/>
                </a:cubicBezTo>
                <a:cubicBezTo>
                  <a:pt x="2330994" y="1288869"/>
                  <a:pt x="2330824" y="1278698"/>
                  <a:pt x="2325188" y="1271452"/>
                </a:cubicBezTo>
                <a:cubicBezTo>
                  <a:pt x="2262788" y="1191222"/>
                  <a:pt x="2294600" y="1241606"/>
                  <a:pt x="2246811" y="1201783"/>
                </a:cubicBezTo>
                <a:cubicBezTo>
                  <a:pt x="2237350" y="1193899"/>
                  <a:pt x="2230147" y="1183542"/>
                  <a:pt x="2220686" y="1175658"/>
                </a:cubicBezTo>
                <a:cubicBezTo>
                  <a:pt x="2212645" y="1168957"/>
                  <a:pt x="2202507" y="1165052"/>
                  <a:pt x="2194560" y="1158240"/>
                </a:cubicBezTo>
                <a:cubicBezTo>
                  <a:pt x="2182092" y="1147553"/>
                  <a:pt x="2172549" y="1133664"/>
                  <a:pt x="2159726" y="1123406"/>
                </a:cubicBezTo>
                <a:cubicBezTo>
                  <a:pt x="2143380" y="1110329"/>
                  <a:pt x="2107474" y="1088572"/>
                  <a:pt x="2107474" y="1088572"/>
                </a:cubicBezTo>
                <a:cubicBezTo>
                  <a:pt x="2068979" y="1030829"/>
                  <a:pt x="2114221" y="1094993"/>
                  <a:pt x="2063931" y="1036320"/>
                </a:cubicBezTo>
                <a:cubicBezTo>
                  <a:pt x="2020724" y="985911"/>
                  <a:pt x="2057672" y="1014730"/>
                  <a:pt x="2011680" y="984069"/>
                </a:cubicBezTo>
                <a:cubicBezTo>
                  <a:pt x="1979451" y="919611"/>
                  <a:pt x="2012269" y="976068"/>
                  <a:pt x="1968137" y="923109"/>
                </a:cubicBezTo>
                <a:cubicBezTo>
                  <a:pt x="1961437" y="915068"/>
                  <a:pt x="1957722" y="904763"/>
                  <a:pt x="1950720" y="896983"/>
                </a:cubicBezTo>
                <a:cubicBezTo>
                  <a:pt x="1931496" y="875623"/>
                  <a:pt x="1910080" y="856343"/>
                  <a:pt x="1889760" y="836023"/>
                </a:cubicBezTo>
                <a:cubicBezTo>
                  <a:pt x="1856236" y="802499"/>
                  <a:pt x="1873879" y="816728"/>
                  <a:pt x="1837508" y="792480"/>
                </a:cubicBezTo>
                <a:cubicBezTo>
                  <a:pt x="1820555" y="741619"/>
                  <a:pt x="1842065" y="788329"/>
                  <a:pt x="1802674" y="748938"/>
                </a:cubicBezTo>
                <a:cubicBezTo>
                  <a:pt x="1795273" y="741537"/>
                  <a:pt x="1792658" y="730213"/>
                  <a:pt x="1785257" y="722812"/>
                </a:cubicBezTo>
                <a:cubicBezTo>
                  <a:pt x="1777856" y="715411"/>
                  <a:pt x="1767648" y="711479"/>
                  <a:pt x="1759131" y="705395"/>
                </a:cubicBezTo>
                <a:cubicBezTo>
                  <a:pt x="1747320" y="696959"/>
                  <a:pt x="1736108" y="687705"/>
                  <a:pt x="1724297" y="679269"/>
                </a:cubicBezTo>
                <a:cubicBezTo>
                  <a:pt x="1715780" y="673185"/>
                  <a:pt x="1706048" y="668744"/>
                  <a:pt x="1698171" y="661852"/>
                </a:cubicBezTo>
                <a:cubicBezTo>
                  <a:pt x="1682723" y="648335"/>
                  <a:pt x="1674101" y="624800"/>
                  <a:pt x="1654628" y="618309"/>
                </a:cubicBezTo>
                <a:cubicBezTo>
                  <a:pt x="1608645" y="602980"/>
                  <a:pt x="1636139" y="614691"/>
                  <a:pt x="1576251" y="574766"/>
                </a:cubicBezTo>
                <a:cubicBezTo>
                  <a:pt x="1567543" y="568960"/>
                  <a:pt x="1557527" y="564749"/>
                  <a:pt x="1550126" y="557349"/>
                </a:cubicBezTo>
                <a:cubicBezTo>
                  <a:pt x="1530600" y="537824"/>
                  <a:pt x="1514139" y="520082"/>
                  <a:pt x="1489166" y="505098"/>
                </a:cubicBezTo>
                <a:cubicBezTo>
                  <a:pt x="1475761" y="497055"/>
                  <a:pt x="1459288" y="495272"/>
                  <a:pt x="1445623" y="487680"/>
                </a:cubicBezTo>
                <a:cubicBezTo>
                  <a:pt x="1432935" y="480631"/>
                  <a:pt x="1422599" y="469991"/>
                  <a:pt x="1410788" y="461555"/>
                </a:cubicBezTo>
                <a:cubicBezTo>
                  <a:pt x="1343664" y="413610"/>
                  <a:pt x="1431481" y="477753"/>
                  <a:pt x="1349828" y="426720"/>
                </a:cubicBezTo>
                <a:cubicBezTo>
                  <a:pt x="1290617" y="389713"/>
                  <a:pt x="1341281" y="407167"/>
                  <a:pt x="1280160" y="391886"/>
                </a:cubicBezTo>
                <a:cubicBezTo>
                  <a:pt x="1253922" y="374394"/>
                  <a:pt x="1250137" y="370311"/>
                  <a:pt x="1219200" y="357052"/>
                </a:cubicBezTo>
                <a:cubicBezTo>
                  <a:pt x="1210762" y="353436"/>
                  <a:pt x="1201512" y="351959"/>
                  <a:pt x="1193074" y="348343"/>
                </a:cubicBezTo>
                <a:cubicBezTo>
                  <a:pt x="1117758" y="316065"/>
                  <a:pt x="1193375" y="342637"/>
                  <a:pt x="1132114" y="322218"/>
                </a:cubicBezTo>
                <a:cubicBezTo>
                  <a:pt x="1103393" y="293496"/>
                  <a:pt x="1102057" y="290249"/>
                  <a:pt x="1053737" y="261258"/>
                </a:cubicBezTo>
                <a:cubicBezTo>
                  <a:pt x="1045865" y="256535"/>
                  <a:pt x="1036320" y="255452"/>
                  <a:pt x="1027611" y="252549"/>
                </a:cubicBezTo>
                <a:cubicBezTo>
                  <a:pt x="995679" y="204650"/>
                  <a:pt x="1027612" y="245293"/>
                  <a:pt x="984068" y="209006"/>
                </a:cubicBezTo>
                <a:cubicBezTo>
                  <a:pt x="974607" y="201122"/>
                  <a:pt x="967664" y="190441"/>
                  <a:pt x="957943" y="182880"/>
                </a:cubicBezTo>
                <a:cubicBezTo>
                  <a:pt x="941420" y="170028"/>
                  <a:pt x="923108" y="159657"/>
                  <a:pt x="905691" y="148046"/>
                </a:cubicBezTo>
                <a:lnTo>
                  <a:pt x="879566" y="130629"/>
                </a:lnTo>
                <a:lnTo>
                  <a:pt x="853440" y="113212"/>
                </a:lnTo>
                <a:cubicBezTo>
                  <a:pt x="844731" y="107406"/>
                  <a:pt x="834715" y="103196"/>
                  <a:pt x="827314" y="95795"/>
                </a:cubicBezTo>
                <a:cubicBezTo>
                  <a:pt x="784759" y="53240"/>
                  <a:pt x="819845" y="82818"/>
                  <a:pt x="766354" y="52252"/>
                </a:cubicBezTo>
                <a:cubicBezTo>
                  <a:pt x="745047" y="40076"/>
                  <a:pt x="739233" y="29082"/>
                  <a:pt x="714103" y="26126"/>
                </a:cubicBezTo>
                <a:cubicBezTo>
                  <a:pt x="620748" y="15143"/>
                  <a:pt x="547189" y="4354"/>
                  <a:pt x="513806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14AAD063-8EEE-44C3-B78A-9F38DB749B14}"/>
              </a:ext>
            </a:extLst>
          </p:cNvPr>
          <p:cNvSpPr/>
          <p:nvPr/>
        </p:nvSpPr>
        <p:spPr bwMode="auto">
          <a:xfrm>
            <a:off x="4919757" y="3523108"/>
            <a:ext cx="1629089" cy="1388526"/>
          </a:xfrm>
          <a:custGeom>
            <a:avLst/>
            <a:gdLst>
              <a:gd name="connsiteX0" fmla="*/ 427306 w 1629089"/>
              <a:gd name="connsiteY0" fmla="*/ 21281 h 1388526"/>
              <a:gd name="connsiteX1" fmla="*/ 427306 w 1629089"/>
              <a:gd name="connsiteY1" fmla="*/ 21281 h 1388526"/>
              <a:gd name="connsiteX2" fmla="*/ 357637 w 1629089"/>
              <a:gd name="connsiteY2" fmla="*/ 47406 h 1388526"/>
              <a:gd name="connsiteX3" fmla="*/ 305386 w 1629089"/>
              <a:gd name="connsiteY3" fmla="*/ 64823 h 1388526"/>
              <a:gd name="connsiteX4" fmla="*/ 261843 w 1629089"/>
              <a:gd name="connsiteY4" fmla="*/ 90949 h 1388526"/>
              <a:gd name="connsiteX5" fmla="*/ 235717 w 1629089"/>
              <a:gd name="connsiteY5" fmla="*/ 108366 h 1388526"/>
              <a:gd name="connsiteX6" fmla="*/ 200883 w 1629089"/>
              <a:gd name="connsiteY6" fmla="*/ 125783 h 1388526"/>
              <a:gd name="connsiteX7" fmla="*/ 183466 w 1629089"/>
              <a:gd name="connsiteY7" fmla="*/ 143201 h 1388526"/>
              <a:gd name="connsiteX8" fmla="*/ 166049 w 1629089"/>
              <a:gd name="connsiteY8" fmla="*/ 169326 h 1388526"/>
              <a:gd name="connsiteX9" fmla="*/ 139923 w 1629089"/>
              <a:gd name="connsiteY9" fmla="*/ 186743 h 1388526"/>
              <a:gd name="connsiteX10" fmla="*/ 131214 w 1629089"/>
              <a:gd name="connsiteY10" fmla="*/ 230286 h 1388526"/>
              <a:gd name="connsiteX11" fmla="*/ 96380 w 1629089"/>
              <a:gd name="connsiteY11" fmla="*/ 282538 h 1388526"/>
              <a:gd name="connsiteX12" fmla="*/ 61546 w 1629089"/>
              <a:gd name="connsiteY12" fmla="*/ 326081 h 1388526"/>
              <a:gd name="connsiteX13" fmla="*/ 44129 w 1629089"/>
              <a:gd name="connsiteY13" fmla="*/ 448001 h 1388526"/>
              <a:gd name="connsiteX14" fmla="*/ 26712 w 1629089"/>
              <a:gd name="connsiteY14" fmla="*/ 482835 h 1388526"/>
              <a:gd name="connsiteX15" fmla="*/ 18003 w 1629089"/>
              <a:gd name="connsiteY15" fmla="*/ 535086 h 1388526"/>
              <a:gd name="connsiteX16" fmla="*/ 586 w 1629089"/>
              <a:gd name="connsiteY16" fmla="*/ 561212 h 1388526"/>
              <a:gd name="connsiteX17" fmla="*/ 9294 w 1629089"/>
              <a:gd name="connsiteY17" fmla="*/ 770218 h 1388526"/>
              <a:gd name="connsiteX18" fmla="*/ 18003 w 1629089"/>
              <a:gd name="connsiteY18" fmla="*/ 813761 h 1388526"/>
              <a:gd name="connsiteX19" fmla="*/ 35420 w 1629089"/>
              <a:gd name="connsiteY19" fmla="*/ 839886 h 1388526"/>
              <a:gd name="connsiteX20" fmla="*/ 61546 w 1629089"/>
              <a:gd name="connsiteY20" fmla="*/ 857303 h 1388526"/>
              <a:gd name="connsiteX21" fmla="*/ 96380 w 1629089"/>
              <a:gd name="connsiteY21" fmla="*/ 909555 h 1388526"/>
              <a:gd name="connsiteX22" fmla="*/ 113797 w 1629089"/>
              <a:gd name="connsiteY22" fmla="*/ 935681 h 1388526"/>
              <a:gd name="connsiteX23" fmla="*/ 131214 w 1629089"/>
              <a:gd name="connsiteY23" fmla="*/ 996641 h 1388526"/>
              <a:gd name="connsiteX24" fmla="*/ 166049 w 1629089"/>
              <a:gd name="connsiteY24" fmla="*/ 1048892 h 1388526"/>
              <a:gd name="connsiteX25" fmla="*/ 192174 w 1629089"/>
              <a:gd name="connsiteY25" fmla="*/ 1057601 h 1388526"/>
              <a:gd name="connsiteX26" fmla="*/ 227009 w 1629089"/>
              <a:gd name="connsiteY26" fmla="*/ 1101143 h 1388526"/>
              <a:gd name="connsiteX27" fmla="*/ 235717 w 1629089"/>
              <a:gd name="connsiteY27" fmla="*/ 1127269 h 1388526"/>
              <a:gd name="connsiteX28" fmla="*/ 287969 w 1629089"/>
              <a:gd name="connsiteY28" fmla="*/ 1170812 h 1388526"/>
              <a:gd name="connsiteX29" fmla="*/ 322803 w 1629089"/>
              <a:gd name="connsiteY29" fmla="*/ 1205646 h 1388526"/>
              <a:gd name="connsiteX30" fmla="*/ 375054 w 1629089"/>
              <a:gd name="connsiteY30" fmla="*/ 1223063 h 1388526"/>
              <a:gd name="connsiteX31" fmla="*/ 383763 w 1629089"/>
              <a:gd name="connsiteY31" fmla="*/ 1249189 h 1388526"/>
              <a:gd name="connsiteX32" fmla="*/ 436014 w 1629089"/>
              <a:gd name="connsiteY32" fmla="*/ 1275315 h 1388526"/>
              <a:gd name="connsiteX33" fmla="*/ 496974 w 1629089"/>
              <a:gd name="connsiteY33" fmla="*/ 1301441 h 1388526"/>
              <a:gd name="connsiteX34" fmla="*/ 514392 w 1629089"/>
              <a:gd name="connsiteY34" fmla="*/ 1318858 h 1388526"/>
              <a:gd name="connsiteX35" fmla="*/ 601477 w 1629089"/>
              <a:gd name="connsiteY35" fmla="*/ 1344983 h 1388526"/>
              <a:gd name="connsiteX36" fmla="*/ 627603 w 1629089"/>
              <a:gd name="connsiteY36" fmla="*/ 1353692 h 1388526"/>
              <a:gd name="connsiteX37" fmla="*/ 662437 w 1629089"/>
              <a:gd name="connsiteY37" fmla="*/ 1362401 h 1388526"/>
              <a:gd name="connsiteX38" fmla="*/ 714689 w 1629089"/>
              <a:gd name="connsiteY38" fmla="*/ 1379818 h 1388526"/>
              <a:gd name="connsiteX39" fmla="*/ 740814 w 1629089"/>
              <a:gd name="connsiteY39" fmla="*/ 1388526 h 1388526"/>
              <a:gd name="connsiteX40" fmla="*/ 984654 w 1629089"/>
              <a:gd name="connsiteY40" fmla="*/ 1379818 h 1388526"/>
              <a:gd name="connsiteX41" fmla="*/ 1054323 w 1629089"/>
              <a:gd name="connsiteY41" fmla="*/ 1362401 h 1388526"/>
              <a:gd name="connsiteX42" fmla="*/ 1132700 w 1629089"/>
              <a:gd name="connsiteY42" fmla="*/ 1353692 h 1388526"/>
              <a:gd name="connsiteX43" fmla="*/ 1272037 w 1629089"/>
              <a:gd name="connsiteY43" fmla="*/ 1336275 h 1388526"/>
              <a:gd name="connsiteX44" fmla="*/ 1411374 w 1629089"/>
              <a:gd name="connsiteY44" fmla="*/ 1327566 h 1388526"/>
              <a:gd name="connsiteX45" fmla="*/ 1533294 w 1629089"/>
              <a:gd name="connsiteY45" fmla="*/ 1310149 h 1388526"/>
              <a:gd name="connsiteX46" fmla="*/ 1559420 w 1629089"/>
              <a:gd name="connsiteY46" fmla="*/ 1301441 h 1388526"/>
              <a:gd name="connsiteX47" fmla="*/ 1576837 w 1629089"/>
              <a:gd name="connsiteY47" fmla="*/ 1284023 h 1388526"/>
              <a:gd name="connsiteX48" fmla="*/ 1602963 w 1629089"/>
              <a:gd name="connsiteY48" fmla="*/ 1275315 h 1388526"/>
              <a:gd name="connsiteX49" fmla="*/ 1611672 w 1629089"/>
              <a:gd name="connsiteY49" fmla="*/ 1223063 h 1388526"/>
              <a:gd name="connsiteX50" fmla="*/ 1620380 w 1629089"/>
              <a:gd name="connsiteY50" fmla="*/ 1196938 h 1388526"/>
              <a:gd name="connsiteX51" fmla="*/ 1629089 w 1629089"/>
              <a:gd name="connsiteY51" fmla="*/ 1153395 h 1388526"/>
              <a:gd name="connsiteX52" fmla="*/ 1611672 w 1629089"/>
              <a:gd name="connsiteY52" fmla="*/ 1040183 h 1388526"/>
              <a:gd name="connsiteX53" fmla="*/ 1594254 w 1629089"/>
              <a:gd name="connsiteY53" fmla="*/ 1022766 h 1388526"/>
              <a:gd name="connsiteX54" fmla="*/ 1585546 w 1629089"/>
              <a:gd name="connsiteY54" fmla="*/ 996641 h 1388526"/>
              <a:gd name="connsiteX55" fmla="*/ 1576837 w 1629089"/>
              <a:gd name="connsiteY55" fmla="*/ 961806 h 1388526"/>
              <a:gd name="connsiteX56" fmla="*/ 1559420 w 1629089"/>
              <a:gd name="connsiteY56" fmla="*/ 935681 h 1388526"/>
              <a:gd name="connsiteX57" fmla="*/ 1550712 w 1629089"/>
              <a:gd name="connsiteY57" fmla="*/ 909555 h 1388526"/>
              <a:gd name="connsiteX58" fmla="*/ 1524586 w 1629089"/>
              <a:gd name="connsiteY58" fmla="*/ 839886 h 1388526"/>
              <a:gd name="connsiteX59" fmla="*/ 1498460 w 1629089"/>
              <a:gd name="connsiteY59" fmla="*/ 831178 h 1388526"/>
              <a:gd name="connsiteX60" fmla="*/ 1481043 w 1629089"/>
              <a:gd name="connsiteY60" fmla="*/ 805052 h 1388526"/>
              <a:gd name="connsiteX61" fmla="*/ 1245912 w 1629089"/>
              <a:gd name="connsiteY61" fmla="*/ 778926 h 1388526"/>
              <a:gd name="connsiteX62" fmla="*/ 1211077 w 1629089"/>
              <a:gd name="connsiteY62" fmla="*/ 726675 h 1388526"/>
              <a:gd name="connsiteX63" fmla="*/ 1193660 w 1629089"/>
              <a:gd name="connsiteY63" fmla="*/ 700549 h 1388526"/>
              <a:gd name="connsiteX64" fmla="*/ 1184952 w 1629089"/>
              <a:gd name="connsiteY64" fmla="*/ 674423 h 1388526"/>
              <a:gd name="connsiteX65" fmla="*/ 1176243 w 1629089"/>
              <a:gd name="connsiteY65" fmla="*/ 639589 h 1388526"/>
              <a:gd name="connsiteX66" fmla="*/ 1158826 w 1629089"/>
              <a:gd name="connsiteY66" fmla="*/ 613463 h 1388526"/>
              <a:gd name="connsiteX67" fmla="*/ 1141409 w 1629089"/>
              <a:gd name="connsiteY67" fmla="*/ 552503 h 1388526"/>
              <a:gd name="connsiteX68" fmla="*/ 1123992 w 1629089"/>
              <a:gd name="connsiteY68" fmla="*/ 526378 h 1388526"/>
              <a:gd name="connsiteX69" fmla="*/ 1106574 w 1629089"/>
              <a:gd name="connsiteY69" fmla="*/ 474126 h 1388526"/>
              <a:gd name="connsiteX70" fmla="*/ 1089157 w 1629089"/>
              <a:gd name="connsiteY70" fmla="*/ 421875 h 1388526"/>
              <a:gd name="connsiteX71" fmla="*/ 1071740 w 1629089"/>
              <a:gd name="connsiteY71" fmla="*/ 369623 h 1388526"/>
              <a:gd name="connsiteX72" fmla="*/ 1028197 w 1629089"/>
              <a:gd name="connsiteY72" fmla="*/ 308663 h 1388526"/>
              <a:gd name="connsiteX73" fmla="*/ 1010780 w 1629089"/>
              <a:gd name="connsiteY73" fmla="*/ 282538 h 1388526"/>
              <a:gd name="connsiteX74" fmla="*/ 1002072 w 1629089"/>
              <a:gd name="connsiteY74" fmla="*/ 256412 h 1388526"/>
              <a:gd name="connsiteX75" fmla="*/ 958529 w 1629089"/>
              <a:gd name="connsiteY75" fmla="*/ 230286 h 1388526"/>
              <a:gd name="connsiteX76" fmla="*/ 897569 w 1629089"/>
              <a:gd name="connsiteY76" fmla="*/ 195452 h 1388526"/>
              <a:gd name="connsiteX77" fmla="*/ 888860 w 1629089"/>
              <a:gd name="connsiteY77" fmla="*/ 169326 h 1388526"/>
              <a:gd name="connsiteX78" fmla="*/ 810483 w 1629089"/>
              <a:gd name="connsiteY78" fmla="*/ 125783 h 1388526"/>
              <a:gd name="connsiteX79" fmla="*/ 758232 w 1629089"/>
              <a:gd name="connsiteY79" fmla="*/ 99658 h 1388526"/>
              <a:gd name="connsiteX80" fmla="*/ 723397 w 1629089"/>
              <a:gd name="connsiteY80" fmla="*/ 64823 h 1388526"/>
              <a:gd name="connsiteX81" fmla="*/ 705980 w 1629089"/>
              <a:gd name="connsiteY81" fmla="*/ 38698 h 1388526"/>
              <a:gd name="connsiteX82" fmla="*/ 671146 w 1629089"/>
              <a:gd name="connsiteY82" fmla="*/ 29989 h 1388526"/>
              <a:gd name="connsiteX83" fmla="*/ 645020 w 1629089"/>
              <a:gd name="connsiteY83" fmla="*/ 12572 h 1388526"/>
              <a:gd name="connsiteX84" fmla="*/ 453432 w 1629089"/>
              <a:gd name="connsiteY84" fmla="*/ 12572 h 1388526"/>
              <a:gd name="connsiteX85" fmla="*/ 427306 w 1629089"/>
              <a:gd name="connsiteY85" fmla="*/ 21281 h 138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1629089" h="1388526">
                <a:moveTo>
                  <a:pt x="427306" y="21281"/>
                </a:moveTo>
                <a:lnTo>
                  <a:pt x="427306" y="21281"/>
                </a:lnTo>
                <a:lnTo>
                  <a:pt x="357637" y="47406"/>
                </a:lnTo>
                <a:cubicBezTo>
                  <a:pt x="340347" y="53581"/>
                  <a:pt x="305386" y="64823"/>
                  <a:pt x="305386" y="64823"/>
                </a:cubicBezTo>
                <a:cubicBezTo>
                  <a:pt x="271368" y="98843"/>
                  <a:pt x="307062" y="68340"/>
                  <a:pt x="261843" y="90949"/>
                </a:cubicBezTo>
                <a:cubicBezTo>
                  <a:pt x="252481" y="95630"/>
                  <a:pt x="244804" y="103173"/>
                  <a:pt x="235717" y="108366"/>
                </a:cubicBezTo>
                <a:cubicBezTo>
                  <a:pt x="224446" y="114807"/>
                  <a:pt x="212494" y="119977"/>
                  <a:pt x="200883" y="125783"/>
                </a:cubicBezTo>
                <a:cubicBezTo>
                  <a:pt x="195077" y="131589"/>
                  <a:pt x="188595" y="136790"/>
                  <a:pt x="183466" y="143201"/>
                </a:cubicBezTo>
                <a:cubicBezTo>
                  <a:pt x="176928" y="151374"/>
                  <a:pt x="173450" y="161925"/>
                  <a:pt x="166049" y="169326"/>
                </a:cubicBezTo>
                <a:cubicBezTo>
                  <a:pt x="158648" y="176727"/>
                  <a:pt x="148632" y="180937"/>
                  <a:pt x="139923" y="186743"/>
                </a:cubicBezTo>
                <a:cubicBezTo>
                  <a:pt x="137020" y="201257"/>
                  <a:pt x="137339" y="216811"/>
                  <a:pt x="131214" y="230286"/>
                </a:cubicBezTo>
                <a:cubicBezTo>
                  <a:pt x="122552" y="249343"/>
                  <a:pt x="107991" y="265121"/>
                  <a:pt x="96380" y="282538"/>
                </a:cubicBezTo>
                <a:cubicBezTo>
                  <a:pt x="74410" y="315493"/>
                  <a:pt x="86362" y="301263"/>
                  <a:pt x="61546" y="326081"/>
                </a:cubicBezTo>
                <a:cubicBezTo>
                  <a:pt x="57071" y="375302"/>
                  <a:pt x="61525" y="407408"/>
                  <a:pt x="44129" y="448001"/>
                </a:cubicBezTo>
                <a:cubicBezTo>
                  <a:pt x="39015" y="459933"/>
                  <a:pt x="32518" y="471224"/>
                  <a:pt x="26712" y="482835"/>
                </a:cubicBezTo>
                <a:cubicBezTo>
                  <a:pt x="23809" y="500252"/>
                  <a:pt x="23587" y="518335"/>
                  <a:pt x="18003" y="535086"/>
                </a:cubicBezTo>
                <a:cubicBezTo>
                  <a:pt x="14693" y="545015"/>
                  <a:pt x="973" y="550753"/>
                  <a:pt x="586" y="561212"/>
                </a:cubicBezTo>
                <a:cubicBezTo>
                  <a:pt x="-1995" y="630893"/>
                  <a:pt x="4497" y="700654"/>
                  <a:pt x="9294" y="770218"/>
                </a:cubicBezTo>
                <a:cubicBezTo>
                  <a:pt x="10312" y="784985"/>
                  <a:pt x="12806" y="799902"/>
                  <a:pt x="18003" y="813761"/>
                </a:cubicBezTo>
                <a:cubicBezTo>
                  <a:pt x="21678" y="823561"/>
                  <a:pt x="28019" y="832485"/>
                  <a:pt x="35420" y="839886"/>
                </a:cubicBezTo>
                <a:cubicBezTo>
                  <a:pt x="42821" y="847287"/>
                  <a:pt x="52837" y="851497"/>
                  <a:pt x="61546" y="857303"/>
                </a:cubicBezTo>
                <a:lnTo>
                  <a:pt x="96380" y="909555"/>
                </a:lnTo>
                <a:lnTo>
                  <a:pt x="113797" y="935681"/>
                </a:lnTo>
                <a:cubicBezTo>
                  <a:pt x="115845" y="943874"/>
                  <a:pt x="125538" y="986424"/>
                  <a:pt x="131214" y="996641"/>
                </a:cubicBezTo>
                <a:cubicBezTo>
                  <a:pt x="141380" y="1014940"/>
                  <a:pt x="146191" y="1042272"/>
                  <a:pt x="166049" y="1048892"/>
                </a:cubicBezTo>
                <a:lnTo>
                  <a:pt x="192174" y="1057601"/>
                </a:lnTo>
                <a:cubicBezTo>
                  <a:pt x="214066" y="1123271"/>
                  <a:pt x="181988" y="1044867"/>
                  <a:pt x="227009" y="1101143"/>
                </a:cubicBezTo>
                <a:cubicBezTo>
                  <a:pt x="232743" y="1108311"/>
                  <a:pt x="230625" y="1119631"/>
                  <a:pt x="235717" y="1127269"/>
                </a:cubicBezTo>
                <a:cubicBezTo>
                  <a:pt x="255849" y="1157467"/>
                  <a:pt x="262979" y="1149392"/>
                  <a:pt x="287969" y="1170812"/>
                </a:cubicBezTo>
                <a:cubicBezTo>
                  <a:pt x="300437" y="1181499"/>
                  <a:pt x="308722" y="1197198"/>
                  <a:pt x="322803" y="1205646"/>
                </a:cubicBezTo>
                <a:cubicBezTo>
                  <a:pt x="338546" y="1215092"/>
                  <a:pt x="375054" y="1223063"/>
                  <a:pt x="375054" y="1223063"/>
                </a:cubicBezTo>
                <a:cubicBezTo>
                  <a:pt x="377957" y="1231772"/>
                  <a:pt x="378028" y="1242021"/>
                  <a:pt x="383763" y="1249189"/>
                </a:cubicBezTo>
                <a:cubicBezTo>
                  <a:pt x="398315" y="1267378"/>
                  <a:pt x="416810" y="1267084"/>
                  <a:pt x="436014" y="1275315"/>
                </a:cubicBezTo>
                <a:cubicBezTo>
                  <a:pt x="511342" y="1307599"/>
                  <a:pt x="435707" y="1281017"/>
                  <a:pt x="496974" y="1301441"/>
                </a:cubicBezTo>
                <a:cubicBezTo>
                  <a:pt x="502780" y="1307247"/>
                  <a:pt x="507048" y="1315186"/>
                  <a:pt x="514392" y="1318858"/>
                </a:cubicBezTo>
                <a:cubicBezTo>
                  <a:pt x="541991" y="1332658"/>
                  <a:pt x="572305" y="1336648"/>
                  <a:pt x="601477" y="1344983"/>
                </a:cubicBezTo>
                <a:cubicBezTo>
                  <a:pt x="610304" y="1347505"/>
                  <a:pt x="618776" y="1351170"/>
                  <a:pt x="627603" y="1353692"/>
                </a:cubicBezTo>
                <a:cubicBezTo>
                  <a:pt x="639111" y="1356980"/>
                  <a:pt x="650973" y="1358962"/>
                  <a:pt x="662437" y="1362401"/>
                </a:cubicBezTo>
                <a:cubicBezTo>
                  <a:pt x="680022" y="1367677"/>
                  <a:pt x="697272" y="1374012"/>
                  <a:pt x="714689" y="1379818"/>
                </a:cubicBezTo>
                <a:lnTo>
                  <a:pt x="740814" y="1388526"/>
                </a:lnTo>
                <a:cubicBezTo>
                  <a:pt x="822094" y="1385623"/>
                  <a:pt x="903603" y="1386572"/>
                  <a:pt x="984654" y="1379818"/>
                </a:cubicBezTo>
                <a:cubicBezTo>
                  <a:pt x="1008509" y="1377830"/>
                  <a:pt x="1030532" y="1365045"/>
                  <a:pt x="1054323" y="1362401"/>
                </a:cubicBezTo>
                <a:cubicBezTo>
                  <a:pt x="1080449" y="1359498"/>
                  <a:pt x="1106644" y="1357166"/>
                  <a:pt x="1132700" y="1353692"/>
                </a:cubicBezTo>
                <a:cubicBezTo>
                  <a:pt x="1235699" y="1339958"/>
                  <a:pt x="1131083" y="1347118"/>
                  <a:pt x="1272037" y="1336275"/>
                </a:cubicBezTo>
                <a:cubicBezTo>
                  <a:pt x="1318436" y="1332706"/>
                  <a:pt x="1364986" y="1331277"/>
                  <a:pt x="1411374" y="1327566"/>
                </a:cubicBezTo>
                <a:cubicBezTo>
                  <a:pt x="1451234" y="1324377"/>
                  <a:pt x="1493948" y="1319986"/>
                  <a:pt x="1533294" y="1310149"/>
                </a:cubicBezTo>
                <a:cubicBezTo>
                  <a:pt x="1542200" y="1307923"/>
                  <a:pt x="1550711" y="1304344"/>
                  <a:pt x="1559420" y="1301441"/>
                </a:cubicBezTo>
                <a:cubicBezTo>
                  <a:pt x="1565226" y="1295635"/>
                  <a:pt x="1569796" y="1288247"/>
                  <a:pt x="1576837" y="1284023"/>
                </a:cubicBezTo>
                <a:cubicBezTo>
                  <a:pt x="1584708" y="1279300"/>
                  <a:pt x="1598409" y="1283285"/>
                  <a:pt x="1602963" y="1275315"/>
                </a:cubicBezTo>
                <a:cubicBezTo>
                  <a:pt x="1611724" y="1259984"/>
                  <a:pt x="1607842" y="1240300"/>
                  <a:pt x="1611672" y="1223063"/>
                </a:cubicBezTo>
                <a:cubicBezTo>
                  <a:pt x="1613663" y="1214102"/>
                  <a:pt x="1618154" y="1205843"/>
                  <a:pt x="1620380" y="1196938"/>
                </a:cubicBezTo>
                <a:cubicBezTo>
                  <a:pt x="1623970" y="1182578"/>
                  <a:pt x="1626186" y="1167909"/>
                  <a:pt x="1629089" y="1153395"/>
                </a:cubicBezTo>
                <a:cubicBezTo>
                  <a:pt x="1628587" y="1148378"/>
                  <a:pt x="1626735" y="1065288"/>
                  <a:pt x="1611672" y="1040183"/>
                </a:cubicBezTo>
                <a:cubicBezTo>
                  <a:pt x="1607448" y="1033142"/>
                  <a:pt x="1600060" y="1028572"/>
                  <a:pt x="1594254" y="1022766"/>
                </a:cubicBezTo>
                <a:cubicBezTo>
                  <a:pt x="1591351" y="1014058"/>
                  <a:pt x="1588068" y="1005467"/>
                  <a:pt x="1585546" y="996641"/>
                </a:cubicBezTo>
                <a:cubicBezTo>
                  <a:pt x="1582258" y="985132"/>
                  <a:pt x="1581552" y="972807"/>
                  <a:pt x="1576837" y="961806"/>
                </a:cubicBezTo>
                <a:cubicBezTo>
                  <a:pt x="1572714" y="952186"/>
                  <a:pt x="1565226" y="944389"/>
                  <a:pt x="1559420" y="935681"/>
                </a:cubicBezTo>
                <a:cubicBezTo>
                  <a:pt x="1556517" y="926972"/>
                  <a:pt x="1552938" y="918461"/>
                  <a:pt x="1550712" y="909555"/>
                </a:cubicBezTo>
                <a:cubicBezTo>
                  <a:pt x="1544517" y="884773"/>
                  <a:pt x="1546985" y="857805"/>
                  <a:pt x="1524586" y="839886"/>
                </a:cubicBezTo>
                <a:cubicBezTo>
                  <a:pt x="1517418" y="834152"/>
                  <a:pt x="1507169" y="834081"/>
                  <a:pt x="1498460" y="831178"/>
                </a:cubicBezTo>
                <a:cubicBezTo>
                  <a:pt x="1492654" y="822469"/>
                  <a:pt x="1489919" y="810599"/>
                  <a:pt x="1481043" y="805052"/>
                </a:cubicBezTo>
                <a:cubicBezTo>
                  <a:pt x="1426538" y="770986"/>
                  <a:pt x="1262164" y="779700"/>
                  <a:pt x="1245912" y="778926"/>
                </a:cubicBezTo>
                <a:lnTo>
                  <a:pt x="1211077" y="726675"/>
                </a:lnTo>
                <a:lnTo>
                  <a:pt x="1193660" y="700549"/>
                </a:lnTo>
                <a:cubicBezTo>
                  <a:pt x="1190757" y="691840"/>
                  <a:pt x="1187474" y="683249"/>
                  <a:pt x="1184952" y="674423"/>
                </a:cubicBezTo>
                <a:cubicBezTo>
                  <a:pt x="1181664" y="662915"/>
                  <a:pt x="1180958" y="650590"/>
                  <a:pt x="1176243" y="639589"/>
                </a:cubicBezTo>
                <a:cubicBezTo>
                  <a:pt x="1172120" y="629969"/>
                  <a:pt x="1164632" y="622172"/>
                  <a:pt x="1158826" y="613463"/>
                </a:cubicBezTo>
                <a:cubicBezTo>
                  <a:pt x="1156037" y="602309"/>
                  <a:pt x="1147653" y="564992"/>
                  <a:pt x="1141409" y="552503"/>
                </a:cubicBezTo>
                <a:cubicBezTo>
                  <a:pt x="1136728" y="543142"/>
                  <a:pt x="1128243" y="535942"/>
                  <a:pt x="1123992" y="526378"/>
                </a:cubicBezTo>
                <a:cubicBezTo>
                  <a:pt x="1116535" y="509601"/>
                  <a:pt x="1112380" y="491543"/>
                  <a:pt x="1106574" y="474126"/>
                </a:cubicBezTo>
                <a:lnTo>
                  <a:pt x="1089157" y="421875"/>
                </a:lnTo>
                <a:cubicBezTo>
                  <a:pt x="1089155" y="421870"/>
                  <a:pt x="1071743" y="369627"/>
                  <a:pt x="1071740" y="369623"/>
                </a:cubicBezTo>
                <a:cubicBezTo>
                  <a:pt x="1030694" y="308055"/>
                  <a:pt x="1082206" y="384275"/>
                  <a:pt x="1028197" y="308663"/>
                </a:cubicBezTo>
                <a:cubicBezTo>
                  <a:pt x="1022114" y="300146"/>
                  <a:pt x="1016586" y="291246"/>
                  <a:pt x="1010780" y="282538"/>
                </a:cubicBezTo>
                <a:cubicBezTo>
                  <a:pt x="1007877" y="273829"/>
                  <a:pt x="1006795" y="264283"/>
                  <a:pt x="1002072" y="256412"/>
                </a:cubicBezTo>
                <a:cubicBezTo>
                  <a:pt x="988705" y="234134"/>
                  <a:pt x="980657" y="239770"/>
                  <a:pt x="958529" y="230286"/>
                </a:cubicBezTo>
                <a:cubicBezTo>
                  <a:pt x="927588" y="217025"/>
                  <a:pt x="923810" y="212946"/>
                  <a:pt x="897569" y="195452"/>
                </a:cubicBezTo>
                <a:cubicBezTo>
                  <a:pt x="894666" y="186743"/>
                  <a:pt x="895351" y="175817"/>
                  <a:pt x="888860" y="169326"/>
                </a:cubicBezTo>
                <a:cubicBezTo>
                  <a:pt x="833947" y="114413"/>
                  <a:pt x="854285" y="147684"/>
                  <a:pt x="810483" y="125783"/>
                </a:cubicBezTo>
                <a:cubicBezTo>
                  <a:pt x="742961" y="92022"/>
                  <a:pt x="823894" y="121544"/>
                  <a:pt x="758232" y="99658"/>
                </a:cubicBezTo>
                <a:cubicBezTo>
                  <a:pt x="746620" y="88046"/>
                  <a:pt x="732506" y="78486"/>
                  <a:pt x="723397" y="64823"/>
                </a:cubicBezTo>
                <a:cubicBezTo>
                  <a:pt x="717591" y="56115"/>
                  <a:pt x="714688" y="44504"/>
                  <a:pt x="705980" y="38698"/>
                </a:cubicBezTo>
                <a:cubicBezTo>
                  <a:pt x="696021" y="32059"/>
                  <a:pt x="682757" y="32892"/>
                  <a:pt x="671146" y="29989"/>
                </a:cubicBezTo>
                <a:cubicBezTo>
                  <a:pt x="662437" y="24183"/>
                  <a:pt x="654381" y="17253"/>
                  <a:pt x="645020" y="12572"/>
                </a:cubicBezTo>
                <a:cubicBezTo>
                  <a:pt x="590177" y="-14849"/>
                  <a:pt x="485594" y="10879"/>
                  <a:pt x="453432" y="12572"/>
                </a:cubicBezTo>
                <a:cubicBezTo>
                  <a:pt x="424552" y="22199"/>
                  <a:pt x="436486" y="21281"/>
                  <a:pt x="427306" y="21281"/>
                </a:cubicBez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Uma ABB está balanceada se a</a:t>
            </a:r>
            <a:r>
              <a:rPr lang="pt-BR" sz="2000" dirty="0"/>
              <a:t> diferença de altura entre a </a:t>
            </a:r>
            <a:r>
              <a:rPr lang="pt-BR" sz="2000" dirty="0" err="1"/>
              <a:t>subárvore</a:t>
            </a:r>
            <a:r>
              <a:rPr lang="pt-BR" sz="2000" dirty="0"/>
              <a:t> da esquerda e a </a:t>
            </a:r>
            <a:r>
              <a:rPr lang="pt-BR" sz="2000" dirty="0" err="1"/>
              <a:t>subárvore</a:t>
            </a:r>
            <a:r>
              <a:rPr lang="pt-BR" sz="2000" dirty="0"/>
              <a:t> da direita é, no máximo, 1.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D1AD86-D6A1-4205-B5B2-DB24F8463396}"/>
              </a:ext>
            </a:extLst>
          </p:cNvPr>
          <p:cNvSpPr txBox="1"/>
          <p:nvPr/>
        </p:nvSpPr>
        <p:spPr>
          <a:xfrm>
            <a:off x="172911" y="2282213"/>
            <a:ext cx="3641959" cy="96641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esquerda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direita</a:t>
            </a:r>
          </a:p>
          <a:p>
            <a:r>
              <a:rPr lang="pt-BR" sz="1600" dirty="0">
                <a:solidFill>
                  <a:schemeClr val="accent2"/>
                </a:solidFill>
              </a:rPr>
              <a:t>|</a:t>
            </a:r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– </a:t>
            </a:r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| ≤ 1</a:t>
            </a:r>
          </a:p>
        </p:txBody>
      </p:sp>
      <p:sp>
        <p:nvSpPr>
          <p:cNvPr id="25" name="Balão de Fala: Retângulo com Cantos Arredondados 24">
            <a:extLst>
              <a:ext uri="{FF2B5EF4-FFF2-40B4-BE49-F238E27FC236}">
                <a16:creationId xmlns:a16="http://schemas.microsoft.com/office/drawing/2014/main" id="{929CF355-1F48-4EF2-8932-7F286700D905}"/>
              </a:ext>
            </a:extLst>
          </p:cNvPr>
          <p:cNvSpPr/>
          <p:nvPr/>
        </p:nvSpPr>
        <p:spPr bwMode="auto">
          <a:xfrm>
            <a:off x="2234579" y="4706367"/>
            <a:ext cx="1887306" cy="1593633"/>
          </a:xfrm>
          <a:prstGeom prst="wedgeRoundRectCallout">
            <a:avLst>
              <a:gd name="adj1" fmla="val 81551"/>
              <a:gd name="adj2" fmla="val -59102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he</a:t>
            </a:r>
            <a:r>
              <a:rPr lang="pt-BR" sz="1400" dirty="0">
                <a:solidFill>
                  <a:srgbClr val="FF0000"/>
                </a:solidFill>
              </a:rPr>
              <a:t> = 1</a:t>
            </a:r>
          </a:p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hd</a:t>
            </a:r>
            <a:r>
              <a:rPr lang="pt-BR" sz="1400" dirty="0">
                <a:solidFill>
                  <a:srgbClr val="FF0000"/>
                </a:solidFill>
              </a:rPr>
              <a:t> = 3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|1 - 3| = </a:t>
            </a:r>
            <a:r>
              <a:rPr lang="pt-BR" sz="1400" b="1" dirty="0">
                <a:solidFill>
                  <a:srgbClr val="FF0000"/>
                </a:solidFill>
              </a:rPr>
              <a:t>2</a:t>
            </a:r>
          </a:p>
          <a:p>
            <a:pPr>
              <a:spcBef>
                <a:spcPts val="300"/>
              </a:spcBef>
            </a:pPr>
            <a:endParaRPr lang="pt-BR" sz="1400" dirty="0">
              <a:solidFill>
                <a:srgbClr val="FF0000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Desbalanceada ou degenerada!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3D86A02-CA8E-4788-AAAD-B6A66EE8E935}"/>
              </a:ext>
            </a:extLst>
          </p:cNvPr>
          <p:cNvSpPr/>
          <p:nvPr/>
        </p:nvSpPr>
        <p:spPr bwMode="auto">
          <a:xfrm>
            <a:off x="5292080" y="371846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5D3428B-46F4-4DC6-9EA5-79BA9F6DCC9C}"/>
              </a:ext>
            </a:extLst>
          </p:cNvPr>
          <p:cNvSpPr/>
          <p:nvPr/>
        </p:nvSpPr>
        <p:spPr bwMode="auto">
          <a:xfrm>
            <a:off x="5721053" y="422419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DAB22BB-6C06-4175-9004-B7200315F393}"/>
              </a:ext>
            </a:extLst>
          </p:cNvPr>
          <p:cNvSpPr/>
          <p:nvPr/>
        </p:nvSpPr>
        <p:spPr bwMode="auto">
          <a:xfrm>
            <a:off x="5970827" y="32042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859434E-4DEC-4161-9793-4D0A01334B0D}"/>
              </a:ext>
            </a:extLst>
          </p:cNvPr>
          <p:cNvSpPr/>
          <p:nvPr/>
        </p:nvSpPr>
        <p:spPr bwMode="auto">
          <a:xfrm>
            <a:off x="6660232" y="3717031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30D8B3D-1082-4B7D-94C0-942E4D63D8CD}"/>
              </a:ext>
            </a:extLst>
          </p:cNvPr>
          <p:cNvSpPr/>
          <p:nvPr/>
        </p:nvSpPr>
        <p:spPr bwMode="auto">
          <a:xfrm>
            <a:off x="7164288" y="422108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8E9A321-CC5C-4240-85E1-49992449641A}"/>
              </a:ext>
            </a:extLst>
          </p:cNvPr>
          <p:cNvSpPr/>
          <p:nvPr/>
        </p:nvSpPr>
        <p:spPr bwMode="auto">
          <a:xfrm>
            <a:off x="7668344" y="472514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17DA7F5-FC67-483C-8B02-9562D7C9CF0C}"/>
              </a:ext>
            </a:extLst>
          </p:cNvPr>
          <p:cNvSpPr/>
          <p:nvPr/>
        </p:nvSpPr>
        <p:spPr bwMode="auto">
          <a:xfrm>
            <a:off x="8172400" y="522919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4DB4809D-E64C-4DE5-9F4B-9F50FB1D0FA0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6330867" y="3384255"/>
            <a:ext cx="509385" cy="3327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659DA5A1-8730-42A9-B50D-31EDCD42FA4F}"/>
              </a:ext>
            </a:extLst>
          </p:cNvPr>
          <p:cNvCxnSpPr>
            <a:stCxn id="34" idx="3"/>
            <a:endCxn id="35" idx="0"/>
          </p:cNvCxnSpPr>
          <p:nvPr/>
        </p:nvCxnSpPr>
        <p:spPr bwMode="auto">
          <a:xfrm>
            <a:off x="7020272" y="389705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6C69D051-18CB-4684-8851-1495D5C34C46}"/>
              </a:ext>
            </a:extLst>
          </p:cNvPr>
          <p:cNvCxnSpPr>
            <a:stCxn id="35" idx="3"/>
            <a:endCxn id="36" idx="0"/>
          </p:cNvCxnSpPr>
          <p:nvPr/>
        </p:nvCxnSpPr>
        <p:spPr bwMode="auto">
          <a:xfrm>
            <a:off x="7524328" y="4401107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FABE2AA9-CAFE-4B84-9EB2-ACD82E4AA019}"/>
              </a:ext>
            </a:extLst>
          </p:cNvPr>
          <p:cNvCxnSpPr>
            <a:stCxn id="36" idx="3"/>
            <a:endCxn id="37" idx="0"/>
          </p:cNvCxnSpPr>
          <p:nvPr/>
        </p:nvCxnSpPr>
        <p:spPr bwMode="auto">
          <a:xfrm>
            <a:off x="8028384" y="490516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9209FC32-EA6F-4405-AECB-EB3097E8CD4B}"/>
              </a:ext>
            </a:extLst>
          </p:cNvPr>
          <p:cNvCxnSpPr>
            <a:cxnSpLocks/>
            <a:stCxn id="37" idx="3"/>
          </p:cNvCxnSpPr>
          <p:nvPr/>
        </p:nvCxnSpPr>
        <p:spPr bwMode="auto">
          <a:xfrm>
            <a:off x="8532440" y="5409219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C2BBF26C-08B8-46B3-AB40-6A9570B10933}"/>
              </a:ext>
            </a:extLst>
          </p:cNvPr>
          <p:cNvCxnSpPr>
            <a:cxnSpLocks/>
            <a:stCxn id="33" idx="1"/>
            <a:endCxn id="31" idx="0"/>
          </p:cNvCxnSpPr>
          <p:nvPr/>
        </p:nvCxnSpPr>
        <p:spPr bwMode="auto">
          <a:xfrm rot="10800000" flipV="1">
            <a:off x="5472101" y="3384255"/>
            <a:ext cx="498727" cy="33420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3632DF2E-CEEE-4790-9127-49677E8FE0B6}"/>
              </a:ext>
            </a:extLst>
          </p:cNvPr>
          <p:cNvCxnSpPr>
            <a:cxnSpLocks/>
            <a:stCxn id="34" idx="1"/>
          </p:cNvCxnSpPr>
          <p:nvPr/>
        </p:nvCxnSpPr>
        <p:spPr bwMode="auto">
          <a:xfrm rot="10800000" flipV="1">
            <a:off x="6336196" y="389705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23E3AA80-A6A8-44D2-ADFE-989091FCCD64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 flipV="1">
            <a:off x="6919474" y="4401106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82311EA5-C7D6-48EA-8106-B608926B703E}"/>
              </a:ext>
            </a:extLst>
          </p:cNvPr>
          <p:cNvCxnSpPr>
            <a:cxnSpLocks/>
            <a:stCxn id="36" idx="1"/>
          </p:cNvCxnSpPr>
          <p:nvPr/>
        </p:nvCxnSpPr>
        <p:spPr bwMode="auto">
          <a:xfrm rot="10800000" flipV="1">
            <a:off x="7402474" y="4905163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9EAF99F1-1A89-4007-9891-2F7EDC749293}"/>
              </a:ext>
            </a:extLst>
          </p:cNvPr>
          <p:cNvCxnSpPr>
            <a:cxnSpLocks/>
            <a:stCxn id="37" idx="1"/>
          </p:cNvCxnSpPr>
          <p:nvPr/>
        </p:nvCxnSpPr>
        <p:spPr bwMode="auto">
          <a:xfrm rot="10800000" flipV="1">
            <a:off x="7848364" y="540921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0BA23E46-0561-4F97-BDF8-CF4486B3FD08}"/>
              </a:ext>
            </a:extLst>
          </p:cNvPr>
          <p:cNvSpPr/>
          <p:nvPr/>
        </p:nvSpPr>
        <p:spPr bwMode="auto">
          <a:xfrm>
            <a:off x="5504235" y="2907297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4A9F52A-1E2D-48B3-B99E-333263CD05BE}"/>
              </a:ext>
            </a:extLst>
          </p:cNvPr>
          <p:cNvSpPr txBox="1"/>
          <p:nvPr/>
        </p:nvSpPr>
        <p:spPr>
          <a:xfrm>
            <a:off x="5042121" y="2736080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00225FFB-C90A-462E-B2FC-80B61400147F}"/>
              </a:ext>
            </a:extLst>
          </p:cNvPr>
          <p:cNvCxnSpPr>
            <a:stCxn id="31" idx="3"/>
            <a:endCxn id="32" idx="0"/>
          </p:cNvCxnSpPr>
          <p:nvPr/>
        </p:nvCxnSpPr>
        <p:spPr bwMode="auto">
          <a:xfrm>
            <a:off x="5652120" y="3898483"/>
            <a:ext cx="248953" cy="325712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92A86754-7F22-4E04-9C02-4EC00699153F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476239" y="4386991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93CBD263-BA29-42C1-B361-0252AC6757DE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042122" y="3897051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32441062-91A2-48CB-A4CC-1BB5D5D55AFE}"/>
              </a:ext>
            </a:extLst>
          </p:cNvPr>
          <p:cNvCxnSpPr/>
          <p:nvPr/>
        </p:nvCxnSpPr>
        <p:spPr bwMode="auto">
          <a:xfrm>
            <a:off x="6080483" y="438947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11307699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152E0021-DC9F-48D3-909C-80F8EFC0A81C}"/>
              </a:ext>
            </a:extLst>
          </p:cNvPr>
          <p:cNvSpPr/>
          <p:nvPr/>
        </p:nvSpPr>
        <p:spPr bwMode="auto">
          <a:xfrm>
            <a:off x="4911634" y="3668107"/>
            <a:ext cx="1262743" cy="956144"/>
          </a:xfrm>
          <a:custGeom>
            <a:avLst/>
            <a:gdLst>
              <a:gd name="connsiteX0" fmla="*/ 461555 w 1262743"/>
              <a:gd name="connsiteY0" fmla="*/ 6910 h 956144"/>
              <a:gd name="connsiteX1" fmla="*/ 461555 w 1262743"/>
              <a:gd name="connsiteY1" fmla="*/ 6910 h 956144"/>
              <a:gd name="connsiteX2" fmla="*/ 391886 w 1262743"/>
              <a:gd name="connsiteY2" fmla="*/ 41744 h 956144"/>
              <a:gd name="connsiteX3" fmla="*/ 339635 w 1262743"/>
              <a:gd name="connsiteY3" fmla="*/ 67870 h 956144"/>
              <a:gd name="connsiteX4" fmla="*/ 322217 w 1262743"/>
              <a:gd name="connsiteY4" fmla="*/ 85287 h 956144"/>
              <a:gd name="connsiteX5" fmla="*/ 243840 w 1262743"/>
              <a:gd name="connsiteY5" fmla="*/ 128830 h 956144"/>
              <a:gd name="connsiteX6" fmla="*/ 217715 w 1262743"/>
              <a:gd name="connsiteY6" fmla="*/ 154956 h 956144"/>
              <a:gd name="connsiteX7" fmla="*/ 165463 w 1262743"/>
              <a:gd name="connsiteY7" fmla="*/ 189790 h 956144"/>
              <a:gd name="connsiteX8" fmla="*/ 78377 w 1262743"/>
              <a:gd name="connsiteY8" fmla="*/ 268167 h 956144"/>
              <a:gd name="connsiteX9" fmla="*/ 52252 w 1262743"/>
              <a:gd name="connsiteY9" fmla="*/ 320419 h 956144"/>
              <a:gd name="connsiteX10" fmla="*/ 34835 w 1262743"/>
              <a:gd name="connsiteY10" fmla="*/ 346544 h 956144"/>
              <a:gd name="connsiteX11" fmla="*/ 26126 w 1262743"/>
              <a:gd name="connsiteY11" fmla="*/ 398796 h 956144"/>
              <a:gd name="connsiteX12" fmla="*/ 8709 w 1262743"/>
              <a:gd name="connsiteY12" fmla="*/ 424922 h 956144"/>
              <a:gd name="connsiteX13" fmla="*/ 0 w 1262743"/>
              <a:gd name="connsiteY13" fmla="*/ 451047 h 956144"/>
              <a:gd name="connsiteX14" fmla="*/ 8709 w 1262743"/>
              <a:gd name="connsiteY14" fmla="*/ 520716 h 956144"/>
              <a:gd name="connsiteX15" fmla="*/ 17417 w 1262743"/>
              <a:gd name="connsiteY15" fmla="*/ 799390 h 956144"/>
              <a:gd name="connsiteX16" fmla="*/ 43543 w 1262743"/>
              <a:gd name="connsiteY16" fmla="*/ 816807 h 956144"/>
              <a:gd name="connsiteX17" fmla="*/ 113212 w 1262743"/>
              <a:gd name="connsiteY17" fmla="*/ 842933 h 956144"/>
              <a:gd name="connsiteX18" fmla="*/ 139337 w 1262743"/>
              <a:gd name="connsiteY18" fmla="*/ 860350 h 956144"/>
              <a:gd name="connsiteX19" fmla="*/ 209006 w 1262743"/>
              <a:gd name="connsiteY19" fmla="*/ 877767 h 956144"/>
              <a:gd name="connsiteX20" fmla="*/ 261257 w 1262743"/>
              <a:gd name="connsiteY20" fmla="*/ 895184 h 956144"/>
              <a:gd name="connsiteX21" fmla="*/ 339635 w 1262743"/>
              <a:gd name="connsiteY21" fmla="*/ 912602 h 956144"/>
              <a:gd name="connsiteX22" fmla="*/ 496389 w 1262743"/>
              <a:gd name="connsiteY22" fmla="*/ 938727 h 956144"/>
              <a:gd name="connsiteX23" fmla="*/ 522515 w 1262743"/>
              <a:gd name="connsiteY23" fmla="*/ 947436 h 956144"/>
              <a:gd name="connsiteX24" fmla="*/ 557349 w 1262743"/>
              <a:gd name="connsiteY24" fmla="*/ 956144 h 956144"/>
              <a:gd name="connsiteX25" fmla="*/ 792480 w 1262743"/>
              <a:gd name="connsiteY25" fmla="*/ 947436 h 956144"/>
              <a:gd name="connsiteX26" fmla="*/ 862149 w 1262743"/>
              <a:gd name="connsiteY26" fmla="*/ 921310 h 956144"/>
              <a:gd name="connsiteX27" fmla="*/ 914400 w 1262743"/>
              <a:gd name="connsiteY27" fmla="*/ 903893 h 956144"/>
              <a:gd name="connsiteX28" fmla="*/ 992777 w 1262743"/>
              <a:gd name="connsiteY28" fmla="*/ 886476 h 956144"/>
              <a:gd name="connsiteX29" fmla="*/ 1079863 w 1262743"/>
              <a:gd name="connsiteY29" fmla="*/ 877767 h 956144"/>
              <a:gd name="connsiteX30" fmla="*/ 1132115 w 1262743"/>
              <a:gd name="connsiteY30" fmla="*/ 860350 h 956144"/>
              <a:gd name="connsiteX31" fmla="*/ 1158240 w 1262743"/>
              <a:gd name="connsiteY31" fmla="*/ 851642 h 956144"/>
              <a:gd name="connsiteX32" fmla="*/ 1184366 w 1262743"/>
              <a:gd name="connsiteY32" fmla="*/ 799390 h 956144"/>
              <a:gd name="connsiteX33" fmla="*/ 1201783 w 1262743"/>
              <a:gd name="connsiteY33" fmla="*/ 773264 h 956144"/>
              <a:gd name="connsiteX34" fmla="*/ 1210492 w 1262743"/>
              <a:gd name="connsiteY34" fmla="*/ 738430 h 956144"/>
              <a:gd name="connsiteX35" fmla="*/ 1219200 w 1262743"/>
              <a:gd name="connsiteY35" fmla="*/ 712304 h 956144"/>
              <a:gd name="connsiteX36" fmla="*/ 1227909 w 1262743"/>
              <a:gd name="connsiteY36" fmla="*/ 651344 h 956144"/>
              <a:gd name="connsiteX37" fmla="*/ 1236617 w 1262743"/>
              <a:gd name="connsiteY37" fmla="*/ 625219 h 956144"/>
              <a:gd name="connsiteX38" fmla="*/ 1245326 w 1262743"/>
              <a:gd name="connsiteY38" fmla="*/ 581676 h 956144"/>
              <a:gd name="connsiteX39" fmla="*/ 1262743 w 1262743"/>
              <a:gd name="connsiteY39" fmla="*/ 529424 h 956144"/>
              <a:gd name="connsiteX40" fmla="*/ 1245326 w 1262743"/>
              <a:gd name="connsiteY40" fmla="*/ 477173 h 956144"/>
              <a:gd name="connsiteX41" fmla="*/ 1210492 w 1262743"/>
              <a:gd name="connsiteY41" fmla="*/ 416213 h 956144"/>
              <a:gd name="connsiteX42" fmla="*/ 1201783 w 1262743"/>
              <a:gd name="connsiteY42" fmla="*/ 390087 h 956144"/>
              <a:gd name="connsiteX43" fmla="*/ 1166949 w 1262743"/>
              <a:gd name="connsiteY43" fmla="*/ 346544 h 956144"/>
              <a:gd name="connsiteX44" fmla="*/ 1114697 w 1262743"/>
              <a:gd name="connsiteY44" fmla="*/ 276876 h 956144"/>
              <a:gd name="connsiteX45" fmla="*/ 1045029 w 1262743"/>
              <a:gd name="connsiteY45" fmla="*/ 215916 h 956144"/>
              <a:gd name="connsiteX46" fmla="*/ 1018903 w 1262743"/>
              <a:gd name="connsiteY46" fmla="*/ 198499 h 956144"/>
              <a:gd name="connsiteX47" fmla="*/ 992777 w 1262743"/>
              <a:gd name="connsiteY47" fmla="*/ 181082 h 956144"/>
              <a:gd name="connsiteX48" fmla="*/ 957943 w 1262743"/>
              <a:gd name="connsiteY48" fmla="*/ 163664 h 956144"/>
              <a:gd name="connsiteX49" fmla="*/ 931817 w 1262743"/>
              <a:gd name="connsiteY49" fmla="*/ 154956 h 956144"/>
              <a:gd name="connsiteX50" fmla="*/ 914400 w 1262743"/>
              <a:gd name="connsiteY50" fmla="*/ 128830 h 956144"/>
              <a:gd name="connsiteX51" fmla="*/ 888275 w 1262743"/>
              <a:gd name="connsiteY51" fmla="*/ 120122 h 956144"/>
              <a:gd name="connsiteX52" fmla="*/ 836023 w 1262743"/>
              <a:gd name="connsiteY52" fmla="*/ 93996 h 956144"/>
              <a:gd name="connsiteX53" fmla="*/ 783772 w 1262743"/>
              <a:gd name="connsiteY53" fmla="*/ 67870 h 956144"/>
              <a:gd name="connsiteX54" fmla="*/ 757646 w 1262743"/>
              <a:gd name="connsiteY54" fmla="*/ 50453 h 956144"/>
              <a:gd name="connsiteX55" fmla="*/ 740229 w 1262743"/>
              <a:gd name="connsiteY55" fmla="*/ 24327 h 956144"/>
              <a:gd name="connsiteX56" fmla="*/ 687977 w 1262743"/>
              <a:gd name="connsiteY56" fmla="*/ 6910 h 956144"/>
              <a:gd name="connsiteX57" fmla="*/ 461555 w 1262743"/>
              <a:gd name="connsiteY57" fmla="*/ 6910 h 95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262743" h="956144">
                <a:moveTo>
                  <a:pt x="461555" y="6910"/>
                </a:moveTo>
                <a:lnTo>
                  <a:pt x="461555" y="6910"/>
                </a:lnTo>
                <a:cubicBezTo>
                  <a:pt x="438332" y="18521"/>
                  <a:pt x="414680" y="29311"/>
                  <a:pt x="391886" y="41744"/>
                </a:cubicBezTo>
                <a:cubicBezTo>
                  <a:pt x="338826" y="70686"/>
                  <a:pt x="392612" y="50212"/>
                  <a:pt x="339635" y="67870"/>
                </a:cubicBezTo>
                <a:cubicBezTo>
                  <a:pt x="333829" y="73676"/>
                  <a:pt x="329258" y="81063"/>
                  <a:pt x="322217" y="85287"/>
                </a:cubicBezTo>
                <a:cubicBezTo>
                  <a:pt x="267470" y="118136"/>
                  <a:pt x="323714" y="48953"/>
                  <a:pt x="243840" y="128830"/>
                </a:cubicBezTo>
                <a:cubicBezTo>
                  <a:pt x="235132" y="137539"/>
                  <a:pt x="227436" y="147395"/>
                  <a:pt x="217715" y="154956"/>
                </a:cubicBezTo>
                <a:cubicBezTo>
                  <a:pt x="201192" y="167808"/>
                  <a:pt x="180265" y="174988"/>
                  <a:pt x="165463" y="189790"/>
                </a:cubicBezTo>
                <a:cubicBezTo>
                  <a:pt x="97102" y="258151"/>
                  <a:pt x="128414" y="234810"/>
                  <a:pt x="78377" y="268167"/>
                </a:cubicBezTo>
                <a:cubicBezTo>
                  <a:pt x="28459" y="343045"/>
                  <a:pt x="88309" y="248304"/>
                  <a:pt x="52252" y="320419"/>
                </a:cubicBezTo>
                <a:cubicBezTo>
                  <a:pt x="47571" y="329780"/>
                  <a:pt x="40641" y="337836"/>
                  <a:pt x="34835" y="346544"/>
                </a:cubicBezTo>
                <a:cubicBezTo>
                  <a:pt x="31932" y="363961"/>
                  <a:pt x="31710" y="382045"/>
                  <a:pt x="26126" y="398796"/>
                </a:cubicBezTo>
                <a:cubicBezTo>
                  <a:pt x="22816" y="408725"/>
                  <a:pt x="13390" y="415561"/>
                  <a:pt x="8709" y="424922"/>
                </a:cubicBezTo>
                <a:cubicBezTo>
                  <a:pt x="4604" y="433132"/>
                  <a:pt x="2903" y="442339"/>
                  <a:pt x="0" y="451047"/>
                </a:cubicBezTo>
                <a:cubicBezTo>
                  <a:pt x="2903" y="474270"/>
                  <a:pt x="7540" y="497341"/>
                  <a:pt x="8709" y="520716"/>
                </a:cubicBezTo>
                <a:cubicBezTo>
                  <a:pt x="13350" y="613537"/>
                  <a:pt x="6558" y="707090"/>
                  <a:pt x="17417" y="799390"/>
                </a:cubicBezTo>
                <a:cubicBezTo>
                  <a:pt x="18640" y="809785"/>
                  <a:pt x="34456" y="811614"/>
                  <a:pt x="43543" y="816807"/>
                </a:cubicBezTo>
                <a:cubicBezTo>
                  <a:pt x="78963" y="837047"/>
                  <a:pt x="75113" y="833408"/>
                  <a:pt x="113212" y="842933"/>
                </a:cubicBezTo>
                <a:cubicBezTo>
                  <a:pt x="121920" y="848739"/>
                  <a:pt x="129976" y="855669"/>
                  <a:pt x="139337" y="860350"/>
                </a:cubicBezTo>
                <a:cubicBezTo>
                  <a:pt x="160479" y="870921"/>
                  <a:pt x="187139" y="871803"/>
                  <a:pt x="209006" y="877767"/>
                </a:cubicBezTo>
                <a:cubicBezTo>
                  <a:pt x="226718" y="882597"/>
                  <a:pt x="243335" y="891201"/>
                  <a:pt x="261257" y="895184"/>
                </a:cubicBezTo>
                <a:lnTo>
                  <a:pt x="339635" y="912602"/>
                </a:lnTo>
                <a:cubicBezTo>
                  <a:pt x="404777" y="956031"/>
                  <a:pt x="344031" y="921799"/>
                  <a:pt x="496389" y="938727"/>
                </a:cubicBezTo>
                <a:cubicBezTo>
                  <a:pt x="505513" y="939741"/>
                  <a:pt x="513688" y="944914"/>
                  <a:pt x="522515" y="947436"/>
                </a:cubicBezTo>
                <a:cubicBezTo>
                  <a:pt x="534023" y="950724"/>
                  <a:pt x="545738" y="953241"/>
                  <a:pt x="557349" y="956144"/>
                </a:cubicBezTo>
                <a:cubicBezTo>
                  <a:pt x="635726" y="953241"/>
                  <a:pt x="714202" y="952328"/>
                  <a:pt x="792480" y="947436"/>
                </a:cubicBezTo>
                <a:cubicBezTo>
                  <a:pt x="858544" y="943307"/>
                  <a:pt x="815040" y="942247"/>
                  <a:pt x="862149" y="921310"/>
                </a:cubicBezTo>
                <a:cubicBezTo>
                  <a:pt x="878926" y="913854"/>
                  <a:pt x="896589" y="908346"/>
                  <a:pt x="914400" y="903893"/>
                </a:cubicBezTo>
                <a:cubicBezTo>
                  <a:pt x="938056" y="897979"/>
                  <a:pt x="969080" y="889636"/>
                  <a:pt x="992777" y="886476"/>
                </a:cubicBezTo>
                <a:cubicBezTo>
                  <a:pt x="1021695" y="882620"/>
                  <a:pt x="1050834" y="880670"/>
                  <a:pt x="1079863" y="877767"/>
                </a:cubicBezTo>
                <a:lnTo>
                  <a:pt x="1132115" y="860350"/>
                </a:lnTo>
                <a:lnTo>
                  <a:pt x="1158240" y="851642"/>
                </a:lnTo>
                <a:cubicBezTo>
                  <a:pt x="1208154" y="776769"/>
                  <a:pt x="1148311" y="871501"/>
                  <a:pt x="1184366" y="799390"/>
                </a:cubicBezTo>
                <a:cubicBezTo>
                  <a:pt x="1189047" y="790029"/>
                  <a:pt x="1195977" y="781973"/>
                  <a:pt x="1201783" y="773264"/>
                </a:cubicBezTo>
                <a:cubicBezTo>
                  <a:pt x="1204686" y="761653"/>
                  <a:pt x="1207204" y="749938"/>
                  <a:pt x="1210492" y="738430"/>
                </a:cubicBezTo>
                <a:cubicBezTo>
                  <a:pt x="1213014" y="729604"/>
                  <a:pt x="1217400" y="721305"/>
                  <a:pt x="1219200" y="712304"/>
                </a:cubicBezTo>
                <a:cubicBezTo>
                  <a:pt x="1223225" y="692176"/>
                  <a:pt x="1223883" y="671472"/>
                  <a:pt x="1227909" y="651344"/>
                </a:cubicBezTo>
                <a:cubicBezTo>
                  <a:pt x="1229709" y="642343"/>
                  <a:pt x="1234391" y="634124"/>
                  <a:pt x="1236617" y="625219"/>
                </a:cubicBezTo>
                <a:cubicBezTo>
                  <a:pt x="1240207" y="610859"/>
                  <a:pt x="1241431" y="595956"/>
                  <a:pt x="1245326" y="581676"/>
                </a:cubicBezTo>
                <a:cubicBezTo>
                  <a:pt x="1250157" y="563963"/>
                  <a:pt x="1262743" y="529424"/>
                  <a:pt x="1262743" y="529424"/>
                </a:cubicBezTo>
                <a:cubicBezTo>
                  <a:pt x="1256937" y="512007"/>
                  <a:pt x="1255510" y="492449"/>
                  <a:pt x="1245326" y="477173"/>
                </a:cubicBezTo>
                <a:cubicBezTo>
                  <a:pt x="1227834" y="450935"/>
                  <a:pt x="1223751" y="447150"/>
                  <a:pt x="1210492" y="416213"/>
                </a:cubicBezTo>
                <a:cubicBezTo>
                  <a:pt x="1206876" y="407775"/>
                  <a:pt x="1205888" y="398298"/>
                  <a:pt x="1201783" y="390087"/>
                </a:cubicBezTo>
                <a:cubicBezTo>
                  <a:pt x="1190798" y="368118"/>
                  <a:pt x="1183148" y="362743"/>
                  <a:pt x="1166949" y="346544"/>
                </a:cubicBezTo>
                <a:cubicBezTo>
                  <a:pt x="1144288" y="278567"/>
                  <a:pt x="1181413" y="376951"/>
                  <a:pt x="1114697" y="276876"/>
                </a:cubicBezTo>
                <a:cubicBezTo>
                  <a:pt x="1085669" y="233333"/>
                  <a:pt x="1105988" y="256555"/>
                  <a:pt x="1045029" y="215916"/>
                </a:cubicBezTo>
                <a:lnTo>
                  <a:pt x="1018903" y="198499"/>
                </a:lnTo>
                <a:cubicBezTo>
                  <a:pt x="1010194" y="192693"/>
                  <a:pt x="1002138" y="185763"/>
                  <a:pt x="992777" y="181082"/>
                </a:cubicBezTo>
                <a:cubicBezTo>
                  <a:pt x="981166" y="175276"/>
                  <a:pt x="969875" y="168778"/>
                  <a:pt x="957943" y="163664"/>
                </a:cubicBezTo>
                <a:cubicBezTo>
                  <a:pt x="949506" y="160048"/>
                  <a:pt x="940526" y="157859"/>
                  <a:pt x="931817" y="154956"/>
                </a:cubicBezTo>
                <a:cubicBezTo>
                  <a:pt x="926011" y="146247"/>
                  <a:pt x="922573" y="135368"/>
                  <a:pt x="914400" y="128830"/>
                </a:cubicBezTo>
                <a:cubicBezTo>
                  <a:pt x="907232" y="123096"/>
                  <a:pt x="896485" y="124227"/>
                  <a:pt x="888275" y="120122"/>
                </a:cubicBezTo>
                <a:cubicBezTo>
                  <a:pt x="820751" y="86359"/>
                  <a:pt x="901687" y="115882"/>
                  <a:pt x="836023" y="93996"/>
                </a:cubicBezTo>
                <a:cubicBezTo>
                  <a:pt x="761148" y="44081"/>
                  <a:pt x="855882" y="103926"/>
                  <a:pt x="783772" y="67870"/>
                </a:cubicBezTo>
                <a:cubicBezTo>
                  <a:pt x="774411" y="63189"/>
                  <a:pt x="766355" y="56259"/>
                  <a:pt x="757646" y="50453"/>
                </a:cubicBezTo>
                <a:cubicBezTo>
                  <a:pt x="751840" y="41744"/>
                  <a:pt x="749105" y="29874"/>
                  <a:pt x="740229" y="24327"/>
                </a:cubicBezTo>
                <a:cubicBezTo>
                  <a:pt x="724660" y="14597"/>
                  <a:pt x="706195" y="9187"/>
                  <a:pt x="687977" y="6910"/>
                </a:cubicBezTo>
                <a:cubicBezTo>
                  <a:pt x="563581" y="-8639"/>
                  <a:pt x="499292" y="6910"/>
                  <a:pt x="461555" y="6910"/>
                </a:cubicBez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38358498-CA17-4B62-BE02-F8A85BA0F8EC}"/>
              </a:ext>
            </a:extLst>
          </p:cNvPr>
          <p:cNvSpPr/>
          <p:nvPr/>
        </p:nvSpPr>
        <p:spPr bwMode="auto">
          <a:xfrm>
            <a:off x="6766560" y="3675017"/>
            <a:ext cx="2360023" cy="1532709"/>
          </a:xfrm>
          <a:custGeom>
            <a:avLst/>
            <a:gdLst>
              <a:gd name="connsiteX0" fmla="*/ 1132114 w 2360023"/>
              <a:gd name="connsiteY0" fmla="*/ 0 h 1532709"/>
              <a:gd name="connsiteX1" fmla="*/ 1132114 w 2360023"/>
              <a:gd name="connsiteY1" fmla="*/ 0 h 1532709"/>
              <a:gd name="connsiteX2" fmla="*/ 1053737 w 2360023"/>
              <a:gd name="connsiteY2" fmla="*/ 17417 h 1532709"/>
              <a:gd name="connsiteX3" fmla="*/ 984069 w 2360023"/>
              <a:gd name="connsiteY3" fmla="*/ 52252 h 1532709"/>
              <a:gd name="connsiteX4" fmla="*/ 931817 w 2360023"/>
              <a:gd name="connsiteY4" fmla="*/ 69669 h 1532709"/>
              <a:gd name="connsiteX5" fmla="*/ 905691 w 2360023"/>
              <a:gd name="connsiteY5" fmla="*/ 78377 h 1532709"/>
              <a:gd name="connsiteX6" fmla="*/ 879566 w 2360023"/>
              <a:gd name="connsiteY6" fmla="*/ 95794 h 1532709"/>
              <a:gd name="connsiteX7" fmla="*/ 844731 w 2360023"/>
              <a:gd name="connsiteY7" fmla="*/ 104503 h 1532709"/>
              <a:gd name="connsiteX8" fmla="*/ 775063 w 2360023"/>
              <a:gd name="connsiteY8" fmla="*/ 121920 h 1532709"/>
              <a:gd name="connsiteX9" fmla="*/ 748937 w 2360023"/>
              <a:gd name="connsiteY9" fmla="*/ 139337 h 1532709"/>
              <a:gd name="connsiteX10" fmla="*/ 722811 w 2360023"/>
              <a:gd name="connsiteY10" fmla="*/ 148046 h 1532709"/>
              <a:gd name="connsiteX11" fmla="*/ 687977 w 2360023"/>
              <a:gd name="connsiteY11" fmla="*/ 165463 h 1532709"/>
              <a:gd name="connsiteX12" fmla="*/ 661851 w 2360023"/>
              <a:gd name="connsiteY12" fmla="*/ 182880 h 1532709"/>
              <a:gd name="connsiteX13" fmla="*/ 600891 w 2360023"/>
              <a:gd name="connsiteY13" fmla="*/ 209006 h 1532709"/>
              <a:gd name="connsiteX14" fmla="*/ 548640 w 2360023"/>
              <a:gd name="connsiteY14" fmla="*/ 243840 h 1532709"/>
              <a:gd name="connsiteX15" fmla="*/ 522514 w 2360023"/>
              <a:gd name="connsiteY15" fmla="*/ 261257 h 1532709"/>
              <a:gd name="connsiteX16" fmla="*/ 452846 w 2360023"/>
              <a:gd name="connsiteY16" fmla="*/ 322217 h 1532709"/>
              <a:gd name="connsiteX17" fmla="*/ 409303 w 2360023"/>
              <a:gd name="connsiteY17" fmla="*/ 357052 h 1532709"/>
              <a:gd name="connsiteX18" fmla="*/ 391886 w 2360023"/>
              <a:gd name="connsiteY18" fmla="*/ 383177 h 1532709"/>
              <a:gd name="connsiteX19" fmla="*/ 365760 w 2360023"/>
              <a:gd name="connsiteY19" fmla="*/ 400594 h 1532709"/>
              <a:gd name="connsiteX20" fmla="*/ 330926 w 2360023"/>
              <a:gd name="connsiteY20" fmla="*/ 444137 h 1532709"/>
              <a:gd name="connsiteX21" fmla="*/ 313509 w 2360023"/>
              <a:gd name="connsiteY21" fmla="*/ 470263 h 1532709"/>
              <a:gd name="connsiteX22" fmla="*/ 296091 w 2360023"/>
              <a:gd name="connsiteY22" fmla="*/ 487680 h 1532709"/>
              <a:gd name="connsiteX23" fmla="*/ 261257 w 2360023"/>
              <a:gd name="connsiteY23" fmla="*/ 539932 h 1532709"/>
              <a:gd name="connsiteX24" fmla="*/ 243840 w 2360023"/>
              <a:gd name="connsiteY24" fmla="*/ 592183 h 1532709"/>
              <a:gd name="connsiteX25" fmla="*/ 209006 w 2360023"/>
              <a:gd name="connsiteY25" fmla="*/ 644434 h 1532709"/>
              <a:gd name="connsiteX26" fmla="*/ 191589 w 2360023"/>
              <a:gd name="connsiteY26" fmla="*/ 670560 h 1532709"/>
              <a:gd name="connsiteX27" fmla="*/ 174171 w 2360023"/>
              <a:gd name="connsiteY27" fmla="*/ 731520 h 1532709"/>
              <a:gd name="connsiteX28" fmla="*/ 156754 w 2360023"/>
              <a:gd name="connsiteY28" fmla="*/ 757646 h 1532709"/>
              <a:gd name="connsiteX29" fmla="*/ 148046 w 2360023"/>
              <a:gd name="connsiteY29" fmla="*/ 783772 h 1532709"/>
              <a:gd name="connsiteX30" fmla="*/ 121920 w 2360023"/>
              <a:gd name="connsiteY30" fmla="*/ 923109 h 1532709"/>
              <a:gd name="connsiteX31" fmla="*/ 104503 w 2360023"/>
              <a:gd name="connsiteY31" fmla="*/ 949234 h 1532709"/>
              <a:gd name="connsiteX32" fmla="*/ 69669 w 2360023"/>
              <a:gd name="connsiteY32" fmla="*/ 992777 h 1532709"/>
              <a:gd name="connsiteX33" fmla="*/ 43543 w 2360023"/>
              <a:gd name="connsiteY33" fmla="*/ 1088572 h 1532709"/>
              <a:gd name="connsiteX34" fmla="*/ 34834 w 2360023"/>
              <a:gd name="connsiteY34" fmla="*/ 1114697 h 1532709"/>
              <a:gd name="connsiteX35" fmla="*/ 26126 w 2360023"/>
              <a:gd name="connsiteY35" fmla="*/ 1158240 h 1532709"/>
              <a:gd name="connsiteX36" fmla="*/ 17417 w 2360023"/>
              <a:gd name="connsiteY36" fmla="*/ 1280160 h 1532709"/>
              <a:gd name="connsiteX37" fmla="*/ 8709 w 2360023"/>
              <a:gd name="connsiteY37" fmla="*/ 1306286 h 1532709"/>
              <a:gd name="connsiteX38" fmla="*/ 0 w 2360023"/>
              <a:gd name="connsiteY38" fmla="*/ 1341120 h 1532709"/>
              <a:gd name="connsiteX39" fmla="*/ 26126 w 2360023"/>
              <a:gd name="connsiteY39" fmla="*/ 1428206 h 1532709"/>
              <a:gd name="connsiteX40" fmla="*/ 52251 w 2360023"/>
              <a:gd name="connsiteY40" fmla="*/ 1436914 h 1532709"/>
              <a:gd name="connsiteX41" fmla="*/ 69669 w 2360023"/>
              <a:gd name="connsiteY41" fmla="*/ 1463040 h 1532709"/>
              <a:gd name="connsiteX42" fmla="*/ 95794 w 2360023"/>
              <a:gd name="connsiteY42" fmla="*/ 1471749 h 1532709"/>
              <a:gd name="connsiteX43" fmla="*/ 200297 w 2360023"/>
              <a:gd name="connsiteY43" fmla="*/ 1489166 h 1532709"/>
              <a:gd name="connsiteX44" fmla="*/ 269966 w 2360023"/>
              <a:gd name="connsiteY44" fmla="*/ 1515292 h 1532709"/>
              <a:gd name="connsiteX45" fmla="*/ 740229 w 2360023"/>
              <a:gd name="connsiteY45" fmla="*/ 1532709 h 1532709"/>
              <a:gd name="connsiteX46" fmla="*/ 1358537 w 2360023"/>
              <a:gd name="connsiteY46" fmla="*/ 1524000 h 1532709"/>
              <a:gd name="connsiteX47" fmla="*/ 1393371 w 2360023"/>
              <a:gd name="connsiteY47" fmla="*/ 1515292 h 1532709"/>
              <a:gd name="connsiteX48" fmla="*/ 1524000 w 2360023"/>
              <a:gd name="connsiteY48" fmla="*/ 1506583 h 1532709"/>
              <a:gd name="connsiteX49" fmla="*/ 2351314 w 2360023"/>
              <a:gd name="connsiteY49" fmla="*/ 1497874 h 1532709"/>
              <a:gd name="connsiteX50" fmla="*/ 2360023 w 2360023"/>
              <a:gd name="connsiteY50" fmla="*/ 1471749 h 1532709"/>
              <a:gd name="connsiteX51" fmla="*/ 2351314 w 2360023"/>
              <a:gd name="connsiteY51" fmla="*/ 1445623 h 1532709"/>
              <a:gd name="connsiteX52" fmla="*/ 2333897 w 2360023"/>
              <a:gd name="connsiteY52" fmla="*/ 1367246 h 1532709"/>
              <a:gd name="connsiteX53" fmla="*/ 2325189 w 2360023"/>
              <a:gd name="connsiteY53" fmla="*/ 1184366 h 1532709"/>
              <a:gd name="connsiteX54" fmla="*/ 2316480 w 2360023"/>
              <a:gd name="connsiteY54" fmla="*/ 1123406 h 1532709"/>
              <a:gd name="connsiteX55" fmla="*/ 2307771 w 2360023"/>
              <a:gd name="connsiteY55" fmla="*/ 888274 h 1532709"/>
              <a:gd name="connsiteX56" fmla="*/ 2290354 w 2360023"/>
              <a:gd name="connsiteY56" fmla="*/ 836023 h 1532709"/>
              <a:gd name="connsiteX57" fmla="*/ 2264229 w 2360023"/>
              <a:gd name="connsiteY57" fmla="*/ 775063 h 1532709"/>
              <a:gd name="connsiteX58" fmla="*/ 2255520 w 2360023"/>
              <a:gd name="connsiteY58" fmla="*/ 731520 h 1532709"/>
              <a:gd name="connsiteX59" fmla="*/ 2238103 w 2360023"/>
              <a:gd name="connsiteY59" fmla="*/ 705394 h 1532709"/>
              <a:gd name="connsiteX60" fmla="*/ 2229394 w 2360023"/>
              <a:gd name="connsiteY60" fmla="*/ 679269 h 1532709"/>
              <a:gd name="connsiteX61" fmla="*/ 2211977 w 2360023"/>
              <a:gd name="connsiteY61" fmla="*/ 600892 h 1532709"/>
              <a:gd name="connsiteX62" fmla="*/ 2203269 w 2360023"/>
              <a:gd name="connsiteY62" fmla="*/ 566057 h 1532709"/>
              <a:gd name="connsiteX63" fmla="*/ 2185851 w 2360023"/>
              <a:gd name="connsiteY63" fmla="*/ 548640 h 1532709"/>
              <a:gd name="connsiteX64" fmla="*/ 2159726 w 2360023"/>
              <a:gd name="connsiteY64" fmla="*/ 461554 h 1532709"/>
              <a:gd name="connsiteX65" fmla="*/ 2142309 w 2360023"/>
              <a:gd name="connsiteY65" fmla="*/ 435429 h 1532709"/>
              <a:gd name="connsiteX66" fmla="*/ 2124891 w 2360023"/>
              <a:gd name="connsiteY66" fmla="*/ 400594 h 1532709"/>
              <a:gd name="connsiteX67" fmla="*/ 2063931 w 2360023"/>
              <a:gd name="connsiteY67" fmla="*/ 365760 h 1532709"/>
              <a:gd name="connsiteX68" fmla="*/ 2037806 w 2360023"/>
              <a:gd name="connsiteY68" fmla="*/ 330926 h 1532709"/>
              <a:gd name="connsiteX69" fmla="*/ 1942011 w 2360023"/>
              <a:gd name="connsiteY69" fmla="*/ 209006 h 1532709"/>
              <a:gd name="connsiteX70" fmla="*/ 1907177 w 2360023"/>
              <a:gd name="connsiteY70" fmla="*/ 191589 h 1532709"/>
              <a:gd name="connsiteX71" fmla="*/ 1872343 w 2360023"/>
              <a:gd name="connsiteY71" fmla="*/ 148046 h 1532709"/>
              <a:gd name="connsiteX72" fmla="*/ 1846217 w 2360023"/>
              <a:gd name="connsiteY72" fmla="*/ 139337 h 1532709"/>
              <a:gd name="connsiteX73" fmla="*/ 1802674 w 2360023"/>
              <a:gd name="connsiteY73" fmla="*/ 113212 h 1532709"/>
              <a:gd name="connsiteX74" fmla="*/ 1767840 w 2360023"/>
              <a:gd name="connsiteY74" fmla="*/ 104503 h 1532709"/>
              <a:gd name="connsiteX75" fmla="*/ 1663337 w 2360023"/>
              <a:gd name="connsiteY75" fmla="*/ 78377 h 1532709"/>
              <a:gd name="connsiteX76" fmla="*/ 1628503 w 2360023"/>
              <a:gd name="connsiteY76" fmla="*/ 60960 h 1532709"/>
              <a:gd name="connsiteX77" fmla="*/ 1584960 w 2360023"/>
              <a:gd name="connsiteY77" fmla="*/ 52252 h 1532709"/>
              <a:gd name="connsiteX78" fmla="*/ 1384663 w 2360023"/>
              <a:gd name="connsiteY78" fmla="*/ 34834 h 1532709"/>
              <a:gd name="connsiteX79" fmla="*/ 1219200 w 2360023"/>
              <a:gd name="connsiteY79" fmla="*/ 8709 h 1532709"/>
              <a:gd name="connsiteX80" fmla="*/ 1193074 w 2360023"/>
              <a:gd name="connsiteY80" fmla="*/ 0 h 1532709"/>
              <a:gd name="connsiteX81" fmla="*/ 1132114 w 2360023"/>
              <a:gd name="connsiteY81" fmla="*/ 0 h 153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2360023" h="1532709">
                <a:moveTo>
                  <a:pt x="1132114" y="0"/>
                </a:moveTo>
                <a:lnTo>
                  <a:pt x="1132114" y="0"/>
                </a:lnTo>
                <a:cubicBezTo>
                  <a:pt x="1105988" y="5806"/>
                  <a:pt x="1078974" y="8510"/>
                  <a:pt x="1053737" y="17417"/>
                </a:cubicBezTo>
                <a:cubicBezTo>
                  <a:pt x="1029253" y="26058"/>
                  <a:pt x="1008701" y="44042"/>
                  <a:pt x="984069" y="52252"/>
                </a:cubicBezTo>
                <a:lnTo>
                  <a:pt x="931817" y="69669"/>
                </a:lnTo>
                <a:lnTo>
                  <a:pt x="905691" y="78377"/>
                </a:lnTo>
                <a:cubicBezTo>
                  <a:pt x="896983" y="84183"/>
                  <a:pt x="889186" y="91671"/>
                  <a:pt x="879566" y="95794"/>
                </a:cubicBezTo>
                <a:cubicBezTo>
                  <a:pt x="868565" y="100509"/>
                  <a:pt x="856415" y="101906"/>
                  <a:pt x="844731" y="104503"/>
                </a:cubicBezTo>
                <a:cubicBezTo>
                  <a:pt x="781677" y="118516"/>
                  <a:pt x="821750" y="106359"/>
                  <a:pt x="775063" y="121920"/>
                </a:cubicBezTo>
                <a:cubicBezTo>
                  <a:pt x="766354" y="127726"/>
                  <a:pt x="758298" y="134656"/>
                  <a:pt x="748937" y="139337"/>
                </a:cubicBezTo>
                <a:cubicBezTo>
                  <a:pt x="740726" y="143442"/>
                  <a:pt x="731249" y="144430"/>
                  <a:pt x="722811" y="148046"/>
                </a:cubicBezTo>
                <a:cubicBezTo>
                  <a:pt x="710879" y="153160"/>
                  <a:pt x="699248" y="159022"/>
                  <a:pt x="687977" y="165463"/>
                </a:cubicBezTo>
                <a:cubicBezTo>
                  <a:pt x="678890" y="170656"/>
                  <a:pt x="671212" y="178199"/>
                  <a:pt x="661851" y="182880"/>
                </a:cubicBezTo>
                <a:cubicBezTo>
                  <a:pt x="589782" y="218915"/>
                  <a:pt x="691496" y="154644"/>
                  <a:pt x="600891" y="209006"/>
                </a:cubicBezTo>
                <a:cubicBezTo>
                  <a:pt x="582941" y="219776"/>
                  <a:pt x="566057" y="232229"/>
                  <a:pt x="548640" y="243840"/>
                </a:cubicBezTo>
                <a:cubicBezTo>
                  <a:pt x="539931" y="249646"/>
                  <a:pt x="529915" y="253856"/>
                  <a:pt x="522514" y="261257"/>
                </a:cubicBezTo>
                <a:cubicBezTo>
                  <a:pt x="471570" y="312201"/>
                  <a:pt x="496050" y="293414"/>
                  <a:pt x="452846" y="322217"/>
                </a:cubicBezTo>
                <a:cubicBezTo>
                  <a:pt x="402934" y="397087"/>
                  <a:pt x="469393" y="308981"/>
                  <a:pt x="409303" y="357052"/>
                </a:cubicBezTo>
                <a:cubicBezTo>
                  <a:pt x="401130" y="363590"/>
                  <a:pt x="399287" y="375776"/>
                  <a:pt x="391886" y="383177"/>
                </a:cubicBezTo>
                <a:cubicBezTo>
                  <a:pt x="384485" y="390578"/>
                  <a:pt x="374469" y="394788"/>
                  <a:pt x="365760" y="400594"/>
                </a:cubicBezTo>
                <a:cubicBezTo>
                  <a:pt x="348805" y="451457"/>
                  <a:pt x="370317" y="404745"/>
                  <a:pt x="330926" y="444137"/>
                </a:cubicBezTo>
                <a:cubicBezTo>
                  <a:pt x="323525" y="451538"/>
                  <a:pt x="320047" y="462090"/>
                  <a:pt x="313509" y="470263"/>
                </a:cubicBezTo>
                <a:cubicBezTo>
                  <a:pt x="308380" y="476674"/>
                  <a:pt x="301897" y="481874"/>
                  <a:pt x="296091" y="487680"/>
                </a:cubicBezTo>
                <a:cubicBezTo>
                  <a:pt x="267285" y="574106"/>
                  <a:pt x="315614" y="442090"/>
                  <a:pt x="261257" y="539932"/>
                </a:cubicBezTo>
                <a:cubicBezTo>
                  <a:pt x="252341" y="555981"/>
                  <a:pt x="254024" y="576907"/>
                  <a:pt x="243840" y="592183"/>
                </a:cubicBezTo>
                <a:lnTo>
                  <a:pt x="209006" y="644434"/>
                </a:lnTo>
                <a:lnTo>
                  <a:pt x="191589" y="670560"/>
                </a:lnTo>
                <a:cubicBezTo>
                  <a:pt x="188798" y="681722"/>
                  <a:pt x="180418" y="719026"/>
                  <a:pt x="174171" y="731520"/>
                </a:cubicBezTo>
                <a:cubicBezTo>
                  <a:pt x="169490" y="740881"/>
                  <a:pt x="162560" y="748937"/>
                  <a:pt x="156754" y="757646"/>
                </a:cubicBezTo>
                <a:cubicBezTo>
                  <a:pt x="153851" y="766355"/>
                  <a:pt x="149442" y="774699"/>
                  <a:pt x="148046" y="783772"/>
                </a:cubicBezTo>
                <a:cubicBezTo>
                  <a:pt x="142837" y="817630"/>
                  <a:pt x="145210" y="888175"/>
                  <a:pt x="121920" y="923109"/>
                </a:cubicBezTo>
                <a:cubicBezTo>
                  <a:pt x="116114" y="931817"/>
                  <a:pt x="111041" y="941061"/>
                  <a:pt x="104503" y="949234"/>
                </a:cubicBezTo>
                <a:cubicBezTo>
                  <a:pt x="86410" y="971851"/>
                  <a:pt x="83069" y="962627"/>
                  <a:pt x="69669" y="992777"/>
                </a:cubicBezTo>
                <a:cubicBezTo>
                  <a:pt x="48313" y="1040826"/>
                  <a:pt x="55252" y="1041735"/>
                  <a:pt x="43543" y="1088572"/>
                </a:cubicBezTo>
                <a:cubicBezTo>
                  <a:pt x="41317" y="1097477"/>
                  <a:pt x="37060" y="1105792"/>
                  <a:pt x="34834" y="1114697"/>
                </a:cubicBezTo>
                <a:cubicBezTo>
                  <a:pt x="31244" y="1129057"/>
                  <a:pt x="29029" y="1143726"/>
                  <a:pt x="26126" y="1158240"/>
                </a:cubicBezTo>
                <a:cubicBezTo>
                  <a:pt x="23223" y="1198880"/>
                  <a:pt x="22177" y="1239696"/>
                  <a:pt x="17417" y="1280160"/>
                </a:cubicBezTo>
                <a:cubicBezTo>
                  <a:pt x="16344" y="1289277"/>
                  <a:pt x="11231" y="1297460"/>
                  <a:pt x="8709" y="1306286"/>
                </a:cubicBezTo>
                <a:cubicBezTo>
                  <a:pt x="5421" y="1317794"/>
                  <a:pt x="2903" y="1329509"/>
                  <a:pt x="0" y="1341120"/>
                </a:cubicBezTo>
                <a:cubicBezTo>
                  <a:pt x="3811" y="1367797"/>
                  <a:pt x="575" y="1407765"/>
                  <a:pt x="26126" y="1428206"/>
                </a:cubicBezTo>
                <a:cubicBezTo>
                  <a:pt x="33294" y="1433940"/>
                  <a:pt x="43543" y="1434011"/>
                  <a:pt x="52251" y="1436914"/>
                </a:cubicBezTo>
                <a:cubicBezTo>
                  <a:pt x="58057" y="1445623"/>
                  <a:pt x="61496" y="1456501"/>
                  <a:pt x="69669" y="1463040"/>
                </a:cubicBezTo>
                <a:cubicBezTo>
                  <a:pt x="76837" y="1468774"/>
                  <a:pt x="86889" y="1469523"/>
                  <a:pt x="95794" y="1471749"/>
                </a:cubicBezTo>
                <a:cubicBezTo>
                  <a:pt x="129742" y="1480236"/>
                  <a:pt x="165903" y="1484252"/>
                  <a:pt x="200297" y="1489166"/>
                </a:cubicBezTo>
                <a:cubicBezTo>
                  <a:pt x="200696" y="1489326"/>
                  <a:pt x="259350" y="1513775"/>
                  <a:pt x="269966" y="1515292"/>
                </a:cubicBezTo>
                <a:cubicBezTo>
                  <a:pt x="394478" y="1533079"/>
                  <a:pt x="706082" y="1531915"/>
                  <a:pt x="740229" y="1532709"/>
                </a:cubicBezTo>
                <a:lnTo>
                  <a:pt x="1358537" y="1524000"/>
                </a:lnTo>
                <a:cubicBezTo>
                  <a:pt x="1370501" y="1523681"/>
                  <a:pt x="1381468" y="1516545"/>
                  <a:pt x="1393371" y="1515292"/>
                </a:cubicBezTo>
                <a:cubicBezTo>
                  <a:pt x="1436771" y="1510724"/>
                  <a:pt x="1480368" y="1507376"/>
                  <a:pt x="1524000" y="1506583"/>
                </a:cubicBezTo>
                <a:lnTo>
                  <a:pt x="2351314" y="1497874"/>
                </a:lnTo>
                <a:cubicBezTo>
                  <a:pt x="2354217" y="1489166"/>
                  <a:pt x="2360023" y="1480928"/>
                  <a:pt x="2360023" y="1471749"/>
                </a:cubicBezTo>
                <a:cubicBezTo>
                  <a:pt x="2360023" y="1462569"/>
                  <a:pt x="2353305" y="1454584"/>
                  <a:pt x="2351314" y="1445623"/>
                </a:cubicBezTo>
                <a:cubicBezTo>
                  <a:pt x="2330879" y="1353664"/>
                  <a:pt x="2353502" y="1426059"/>
                  <a:pt x="2333897" y="1367246"/>
                </a:cubicBezTo>
                <a:cubicBezTo>
                  <a:pt x="2330994" y="1306286"/>
                  <a:pt x="2329537" y="1245240"/>
                  <a:pt x="2325189" y="1184366"/>
                </a:cubicBezTo>
                <a:cubicBezTo>
                  <a:pt x="2323727" y="1163892"/>
                  <a:pt x="2317685" y="1143897"/>
                  <a:pt x="2316480" y="1123406"/>
                </a:cubicBezTo>
                <a:cubicBezTo>
                  <a:pt x="2311874" y="1045110"/>
                  <a:pt x="2314872" y="966383"/>
                  <a:pt x="2307771" y="888274"/>
                </a:cubicBezTo>
                <a:cubicBezTo>
                  <a:pt x="2306109" y="869990"/>
                  <a:pt x="2296160" y="853440"/>
                  <a:pt x="2290354" y="836023"/>
                </a:cubicBezTo>
                <a:cubicBezTo>
                  <a:pt x="2277539" y="797577"/>
                  <a:pt x="2285754" y="818113"/>
                  <a:pt x="2264229" y="775063"/>
                </a:cubicBezTo>
                <a:cubicBezTo>
                  <a:pt x="2261326" y="760549"/>
                  <a:pt x="2260717" y="745379"/>
                  <a:pt x="2255520" y="731520"/>
                </a:cubicBezTo>
                <a:cubicBezTo>
                  <a:pt x="2251845" y="721720"/>
                  <a:pt x="2242784" y="714755"/>
                  <a:pt x="2238103" y="705394"/>
                </a:cubicBezTo>
                <a:cubicBezTo>
                  <a:pt x="2233998" y="697184"/>
                  <a:pt x="2231916" y="688095"/>
                  <a:pt x="2229394" y="679269"/>
                </a:cubicBezTo>
                <a:cubicBezTo>
                  <a:pt x="2218782" y="642127"/>
                  <a:pt x="2220949" y="641266"/>
                  <a:pt x="2211977" y="600892"/>
                </a:cubicBezTo>
                <a:cubicBezTo>
                  <a:pt x="2209381" y="589208"/>
                  <a:pt x="2208622" y="576762"/>
                  <a:pt x="2203269" y="566057"/>
                </a:cubicBezTo>
                <a:cubicBezTo>
                  <a:pt x="2199597" y="558713"/>
                  <a:pt x="2191657" y="554446"/>
                  <a:pt x="2185851" y="548640"/>
                </a:cubicBezTo>
                <a:cubicBezTo>
                  <a:pt x="2180983" y="529167"/>
                  <a:pt x="2168207" y="474276"/>
                  <a:pt x="2159726" y="461554"/>
                </a:cubicBezTo>
                <a:cubicBezTo>
                  <a:pt x="2153920" y="452846"/>
                  <a:pt x="2147502" y="444516"/>
                  <a:pt x="2142309" y="435429"/>
                </a:cubicBezTo>
                <a:cubicBezTo>
                  <a:pt x="2135868" y="424157"/>
                  <a:pt x="2133340" y="410451"/>
                  <a:pt x="2124891" y="400594"/>
                </a:cubicBezTo>
                <a:cubicBezTo>
                  <a:pt x="2103803" y="375991"/>
                  <a:pt x="2090488" y="374613"/>
                  <a:pt x="2063931" y="365760"/>
                </a:cubicBezTo>
                <a:cubicBezTo>
                  <a:pt x="2055223" y="354149"/>
                  <a:pt x="2046068" y="342859"/>
                  <a:pt x="2037806" y="330926"/>
                </a:cubicBezTo>
                <a:cubicBezTo>
                  <a:pt x="2002390" y="279770"/>
                  <a:pt x="1989307" y="245792"/>
                  <a:pt x="1942011" y="209006"/>
                </a:cubicBezTo>
                <a:cubicBezTo>
                  <a:pt x="1931764" y="201036"/>
                  <a:pt x="1918788" y="197395"/>
                  <a:pt x="1907177" y="191589"/>
                </a:cubicBezTo>
                <a:cubicBezTo>
                  <a:pt x="1895566" y="177075"/>
                  <a:pt x="1886455" y="160143"/>
                  <a:pt x="1872343" y="148046"/>
                </a:cubicBezTo>
                <a:cubicBezTo>
                  <a:pt x="1865373" y="142072"/>
                  <a:pt x="1854428" y="143442"/>
                  <a:pt x="1846217" y="139337"/>
                </a:cubicBezTo>
                <a:cubicBezTo>
                  <a:pt x="1831078" y="131767"/>
                  <a:pt x="1818142" y="120086"/>
                  <a:pt x="1802674" y="113212"/>
                </a:cubicBezTo>
                <a:cubicBezTo>
                  <a:pt x="1791737" y="108351"/>
                  <a:pt x="1779195" y="108288"/>
                  <a:pt x="1767840" y="104503"/>
                </a:cubicBezTo>
                <a:cubicBezTo>
                  <a:pt x="1683331" y="76333"/>
                  <a:pt x="1768539" y="93407"/>
                  <a:pt x="1663337" y="78377"/>
                </a:cubicBezTo>
                <a:cubicBezTo>
                  <a:pt x="1651726" y="72571"/>
                  <a:pt x="1640819" y="65065"/>
                  <a:pt x="1628503" y="60960"/>
                </a:cubicBezTo>
                <a:cubicBezTo>
                  <a:pt x="1614461" y="56279"/>
                  <a:pt x="1599523" y="54900"/>
                  <a:pt x="1584960" y="52252"/>
                </a:cubicBezTo>
                <a:cubicBezTo>
                  <a:pt x="1488319" y="34681"/>
                  <a:pt x="1538097" y="46636"/>
                  <a:pt x="1384663" y="34834"/>
                </a:cubicBezTo>
                <a:cubicBezTo>
                  <a:pt x="1320859" y="29926"/>
                  <a:pt x="1282514" y="23320"/>
                  <a:pt x="1219200" y="8709"/>
                </a:cubicBezTo>
                <a:cubicBezTo>
                  <a:pt x="1210255" y="6645"/>
                  <a:pt x="1201783" y="2903"/>
                  <a:pt x="1193074" y="0"/>
                </a:cubicBezTo>
                <a:lnTo>
                  <a:pt x="113211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Uma ABB está balanceada se a</a:t>
            </a:r>
            <a:r>
              <a:rPr lang="pt-BR" sz="2000" dirty="0"/>
              <a:t> diferença de altura entre a </a:t>
            </a:r>
            <a:r>
              <a:rPr lang="pt-BR" sz="2000" dirty="0" err="1"/>
              <a:t>subárvore</a:t>
            </a:r>
            <a:r>
              <a:rPr lang="pt-BR" sz="2000" dirty="0"/>
              <a:t> da esquerda e a </a:t>
            </a:r>
            <a:r>
              <a:rPr lang="pt-BR" sz="2000" dirty="0" err="1"/>
              <a:t>subárvore</a:t>
            </a:r>
            <a:r>
              <a:rPr lang="pt-BR" sz="2000" dirty="0"/>
              <a:t> da direita é, no máximo, 1.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D1AD86-D6A1-4205-B5B2-DB24F8463396}"/>
              </a:ext>
            </a:extLst>
          </p:cNvPr>
          <p:cNvSpPr txBox="1"/>
          <p:nvPr/>
        </p:nvSpPr>
        <p:spPr>
          <a:xfrm>
            <a:off x="172911" y="2282213"/>
            <a:ext cx="3641959" cy="96641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esquerda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direita</a:t>
            </a:r>
          </a:p>
          <a:p>
            <a:r>
              <a:rPr lang="pt-BR" sz="1600" dirty="0">
                <a:solidFill>
                  <a:schemeClr val="accent2"/>
                </a:solidFill>
              </a:rPr>
              <a:t>|</a:t>
            </a:r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– </a:t>
            </a:r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| ≤ 1</a:t>
            </a:r>
          </a:p>
        </p:txBody>
      </p:sp>
      <p:sp>
        <p:nvSpPr>
          <p:cNvPr id="25" name="Balão de Fala: Retângulo com Cantos Arredondados 24">
            <a:extLst>
              <a:ext uri="{FF2B5EF4-FFF2-40B4-BE49-F238E27FC236}">
                <a16:creationId xmlns:a16="http://schemas.microsoft.com/office/drawing/2014/main" id="{929CF355-1F48-4EF2-8932-7F286700D905}"/>
              </a:ext>
            </a:extLst>
          </p:cNvPr>
          <p:cNvSpPr/>
          <p:nvPr/>
        </p:nvSpPr>
        <p:spPr bwMode="auto">
          <a:xfrm>
            <a:off x="2106658" y="4624251"/>
            <a:ext cx="1887306" cy="1430840"/>
          </a:xfrm>
          <a:prstGeom prst="wedgeRoundRectCallout">
            <a:avLst>
              <a:gd name="adj1" fmla="val 88472"/>
              <a:gd name="adj2" fmla="val -5118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he</a:t>
            </a:r>
            <a:r>
              <a:rPr lang="pt-BR" sz="1400" dirty="0">
                <a:solidFill>
                  <a:srgbClr val="FF0000"/>
                </a:solidFill>
              </a:rPr>
              <a:t> = 0</a:t>
            </a:r>
          </a:p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hd</a:t>
            </a:r>
            <a:r>
              <a:rPr lang="pt-BR" sz="1400" dirty="0">
                <a:solidFill>
                  <a:srgbClr val="FF0000"/>
                </a:solidFill>
              </a:rPr>
              <a:t> = 1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|0 - 1| = </a:t>
            </a:r>
            <a:r>
              <a:rPr lang="pt-BR" sz="1400" b="1" dirty="0">
                <a:solidFill>
                  <a:srgbClr val="FF0000"/>
                </a:solidFill>
              </a:rPr>
              <a:t>1</a:t>
            </a:r>
          </a:p>
          <a:p>
            <a:pPr>
              <a:spcBef>
                <a:spcPts val="300"/>
              </a:spcBef>
            </a:pPr>
            <a:endParaRPr lang="pt-BR" sz="1400" dirty="0">
              <a:solidFill>
                <a:srgbClr val="FF0000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Balanceada!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AB305FF-F71A-4F86-A4C7-5281BD53E66C}"/>
              </a:ext>
            </a:extLst>
          </p:cNvPr>
          <p:cNvSpPr/>
          <p:nvPr/>
        </p:nvSpPr>
        <p:spPr bwMode="auto">
          <a:xfrm>
            <a:off x="5292725" y="386360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0015E5C-A814-4FA3-BBA2-CECE40F651E9}"/>
              </a:ext>
            </a:extLst>
          </p:cNvPr>
          <p:cNvSpPr/>
          <p:nvPr/>
        </p:nvSpPr>
        <p:spPr bwMode="auto">
          <a:xfrm>
            <a:off x="6588316" y="33485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8AC7EED-D7F3-4348-B649-4268129898AA}"/>
              </a:ext>
            </a:extLst>
          </p:cNvPr>
          <p:cNvSpPr/>
          <p:nvPr/>
        </p:nvSpPr>
        <p:spPr bwMode="auto">
          <a:xfrm>
            <a:off x="7800001" y="386360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8EF51918-8F15-48E4-8C86-8F182DFE97DF}"/>
              </a:ext>
            </a:extLst>
          </p:cNvPr>
          <p:cNvSpPr/>
          <p:nvPr/>
        </p:nvSpPr>
        <p:spPr bwMode="auto">
          <a:xfrm>
            <a:off x="8440942" y="45308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EFE08A6-D862-43FA-BB1F-B7C13EA2D94B}"/>
              </a:ext>
            </a:extLst>
          </p:cNvPr>
          <p:cNvSpPr/>
          <p:nvPr/>
        </p:nvSpPr>
        <p:spPr bwMode="auto">
          <a:xfrm>
            <a:off x="7163232" y="453513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0F4B1FF6-E554-4DD1-8F51-433A3D52DE3B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6948356" y="3528549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40DD215C-7358-4D06-9D02-6E805DEA2C2A}"/>
              </a:ext>
            </a:extLst>
          </p:cNvPr>
          <p:cNvCxnSpPr>
            <a:stCxn id="34" idx="3"/>
            <a:endCxn id="35" idx="0"/>
          </p:cNvCxnSpPr>
          <p:nvPr/>
        </p:nvCxnSpPr>
        <p:spPr bwMode="auto">
          <a:xfrm>
            <a:off x="8160041" y="4043624"/>
            <a:ext cx="460921" cy="48720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622F04EB-1A1D-4F84-B794-CC4F621D7BE1}"/>
              </a:ext>
            </a:extLst>
          </p:cNvPr>
          <p:cNvCxnSpPr>
            <a:cxnSpLocks/>
            <a:stCxn id="35" idx="3"/>
          </p:cNvCxnSpPr>
          <p:nvPr/>
        </p:nvCxnSpPr>
        <p:spPr bwMode="auto">
          <a:xfrm>
            <a:off x="8800982" y="4710849"/>
            <a:ext cx="265871" cy="3743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2E61BE37-B2A0-4EE8-868E-9141265E3659}"/>
              </a:ext>
            </a:extLst>
          </p:cNvPr>
          <p:cNvCxnSpPr>
            <a:cxnSpLocks/>
            <a:stCxn id="33" idx="1"/>
            <a:endCxn id="31" idx="0"/>
          </p:cNvCxnSpPr>
          <p:nvPr/>
        </p:nvCxnSpPr>
        <p:spPr bwMode="auto">
          <a:xfrm rot="10800000" flipV="1">
            <a:off x="5472746" y="3528548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51BB1365-E8D9-42F6-A064-4C725058F363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 flipV="1">
            <a:off x="8196128" y="471084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F7C01D23-9743-48A6-A829-148E714B1B6B}"/>
              </a:ext>
            </a:extLst>
          </p:cNvPr>
          <p:cNvCxnSpPr>
            <a:cxnSpLocks/>
            <a:stCxn id="36" idx="1"/>
          </p:cNvCxnSpPr>
          <p:nvPr/>
        </p:nvCxnSpPr>
        <p:spPr bwMode="auto">
          <a:xfrm rot="10800000" flipV="1">
            <a:off x="6897362" y="4715153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5BC9ED1B-B73E-403C-B4F5-82CEE0BC14AC}"/>
              </a:ext>
            </a:extLst>
          </p:cNvPr>
          <p:cNvSpPr/>
          <p:nvPr/>
        </p:nvSpPr>
        <p:spPr bwMode="auto">
          <a:xfrm>
            <a:off x="6114879" y="305197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019257D-96D5-4540-9F31-7F0BDC231EB6}"/>
              </a:ext>
            </a:extLst>
          </p:cNvPr>
          <p:cNvSpPr txBox="1"/>
          <p:nvPr/>
        </p:nvSpPr>
        <p:spPr>
          <a:xfrm>
            <a:off x="5652765" y="288075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DAAEF64F-4263-4647-B1CC-9F4C6D164A25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040104" y="4063956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A9E03FFB-CF3D-4EC7-B891-0912C6334A28}"/>
              </a:ext>
            </a:extLst>
          </p:cNvPr>
          <p:cNvCxnSpPr>
            <a:cxnSpLocks/>
          </p:cNvCxnSpPr>
          <p:nvPr/>
        </p:nvCxnSpPr>
        <p:spPr bwMode="auto">
          <a:xfrm>
            <a:off x="5652765" y="4037350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E28DB67F-4CF6-4FC9-99B1-8FC8E5A753F7}"/>
              </a:ext>
            </a:extLst>
          </p:cNvPr>
          <p:cNvCxnSpPr>
            <a:stCxn id="34" idx="1"/>
            <a:endCxn id="36" idx="0"/>
          </p:cNvCxnSpPr>
          <p:nvPr/>
        </p:nvCxnSpPr>
        <p:spPr bwMode="auto">
          <a:xfrm rot="10800000" flipV="1">
            <a:off x="7343253" y="4043623"/>
            <a:ext cx="456749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37E3DA38-C6C4-44E4-989A-60D723CDB4FD}"/>
              </a:ext>
            </a:extLst>
          </p:cNvPr>
          <p:cNvCxnSpPr>
            <a:cxnSpLocks/>
          </p:cNvCxnSpPr>
          <p:nvPr/>
        </p:nvCxnSpPr>
        <p:spPr bwMode="auto">
          <a:xfrm>
            <a:off x="7517661" y="4695598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38985832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38358498-CA17-4B62-BE02-F8A85BA0F8EC}"/>
              </a:ext>
            </a:extLst>
          </p:cNvPr>
          <p:cNvSpPr/>
          <p:nvPr/>
        </p:nvSpPr>
        <p:spPr bwMode="auto">
          <a:xfrm>
            <a:off x="6766560" y="3675017"/>
            <a:ext cx="2360023" cy="1532709"/>
          </a:xfrm>
          <a:custGeom>
            <a:avLst/>
            <a:gdLst>
              <a:gd name="connsiteX0" fmla="*/ 1132114 w 2360023"/>
              <a:gd name="connsiteY0" fmla="*/ 0 h 1532709"/>
              <a:gd name="connsiteX1" fmla="*/ 1132114 w 2360023"/>
              <a:gd name="connsiteY1" fmla="*/ 0 h 1532709"/>
              <a:gd name="connsiteX2" fmla="*/ 1053737 w 2360023"/>
              <a:gd name="connsiteY2" fmla="*/ 17417 h 1532709"/>
              <a:gd name="connsiteX3" fmla="*/ 984069 w 2360023"/>
              <a:gd name="connsiteY3" fmla="*/ 52252 h 1532709"/>
              <a:gd name="connsiteX4" fmla="*/ 931817 w 2360023"/>
              <a:gd name="connsiteY4" fmla="*/ 69669 h 1532709"/>
              <a:gd name="connsiteX5" fmla="*/ 905691 w 2360023"/>
              <a:gd name="connsiteY5" fmla="*/ 78377 h 1532709"/>
              <a:gd name="connsiteX6" fmla="*/ 879566 w 2360023"/>
              <a:gd name="connsiteY6" fmla="*/ 95794 h 1532709"/>
              <a:gd name="connsiteX7" fmla="*/ 844731 w 2360023"/>
              <a:gd name="connsiteY7" fmla="*/ 104503 h 1532709"/>
              <a:gd name="connsiteX8" fmla="*/ 775063 w 2360023"/>
              <a:gd name="connsiteY8" fmla="*/ 121920 h 1532709"/>
              <a:gd name="connsiteX9" fmla="*/ 748937 w 2360023"/>
              <a:gd name="connsiteY9" fmla="*/ 139337 h 1532709"/>
              <a:gd name="connsiteX10" fmla="*/ 722811 w 2360023"/>
              <a:gd name="connsiteY10" fmla="*/ 148046 h 1532709"/>
              <a:gd name="connsiteX11" fmla="*/ 687977 w 2360023"/>
              <a:gd name="connsiteY11" fmla="*/ 165463 h 1532709"/>
              <a:gd name="connsiteX12" fmla="*/ 661851 w 2360023"/>
              <a:gd name="connsiteY12" fmla="*/ 182880 h 1532709"/>
              <a:gd name="connsiteX13" fmla="*/ 600891 w 2360023"/>
              <a:gd name="connsiteY13" fmla="*/ 209006 h 1532709"/>
              <a:gd name="connsiteX14" fmla="*/ 548640 w 2360023"/>
              <a:gd name="connsiteY14" fmla="*/ 243840 h 1532709"/>
              <a:gd name="connsiteX15" fmla="*/ 522514 w 2360023"/>
              <a:gd name="connsiteY15" fmla="*/ 261257 h 1532709"/>
              <a:gd name="connsiteX16" fmla="*/ 452846 w 2360023"/>
              <a:gd name="connsiteY16" fmla="*/ 322217 h 1532709"/>
              <a:gd name="connsiteX17" fmla="*/ 409303 w 2360023"/>
              <a:gd name="connsiteY17" fmla="*/ 357052 h 1532709"/>
              <a:gd name="connsiteX18" fmla="*/ 391886 w 2360023"/>
              <a:gd name="connsiteY18" fmla="*/ 383177 h 1532709"/>
              <a:gd name="connsiteX19" fmla="*/ 365760 w 2360023"/>
              <a:gd name="connsiteY19" fmla="*/ 400594 h 1532709"/>
              <a:gd name="connsiteX20" fmla="*/ 330926 w 2360023"/>
              <a:gd name="connsiteY20" fmla="*/ 444137 h 1532709"/>
              <a:gd name="connsiteX21" fmla="*/ 313509 w 2360023"/>
              <a:gd name="connsiteY21" fmla="*/ 470263 h 1532709"/>
              <a:gd name="connsiteX22" fmla="*/ 296091 w 2360023"/>
              <a:gd name="connsiteY22" fmla="*/ 487680 h 1532709"/>
              <a:gd name="connsiteX23" fmla="*/ 261257 w 2360023"/>
              <a:gd name="connsiteY23" fmla="*/ 539932 h 1532709"/>
              <a:gd name="connsiteX24" fmla="*/ 243840 w 2360023"/>
              <a:gd name="connsiteY24" fmla="*/ 592183 h 1532709"/>
              <a:gd name="connsiteX25" fmla="*/ 209006 w 2360023"/>
              <a:gd name="connsiteY25" fmla="*/ 644434 h 1532709"/>
              <a:gd name="connsiteX26" fmla="*/ 191589 w 2360023"/>
              <a:gd name="connsiteY26" fmla="*/ 670560 h 1532709"/>
              <a:gd name="connsiteX27" fmla="*/ 174171 w 2360023"/>
              <a:gd name="connsiteY27" fmla="*/ 731520 h 1532709"/>
              <a:gd name="connsiteX28" fmla="*/ 156754 w 2360023"/>
              <a:gd name="connsiteY28" fmla="*/ 757646 h 1532709"/>
              <a:gd name="connsiteX29" fmla="*/ 148046 w 2360023"/>
              <a:gd name="connsiteY29" fmla="*/ 783772 h 1532709"/>
              <a:gd name="connsiteX30" fmla="*/ 121920 w 2360023"/>
              <a:gd name="connsiteY30" fmla="*/ 923109 h 1532709"/>
              <a:gd name="connsiteX31" fmla="*/ 104503 w 2360023"/>
              <a:gd name="connsiteY31" fmla="*/ 949234 h 1532709"/>
              <a:gd name="connsiteX32" fmla="*/ 69669 w 2360023"/>
              <a:gd name="connsiteY32" fmla="*/ 992777 h 1532709"/>
              <a:gd name="connsiteX33" fmla="*/ 43543 w 2360023"/>
              <a:gd name="connsiteY33" fmla="*/ 1088572 h 1532709"/>
              <a:gd name="connsiteX34" fmla="*/ 34834 w 2360023"/>
              <a:gd name="connsiteY34" fmla="*/ 1114697 h 1532709"/>
              <a:gd name="connsiteX35" fmla="*/ 26126 w 2360023"/>
              <a:gd name="connsiteY35" fmla="*/ 1158240 h 1532709"/>
              <a:gd name="connsiteX36" fmla="*/ 17417 w 2360023"/>
              <a:gd name="connsiteY36" fmla="*/ 1280160 h 1532709"/>
              <a:gd name="connsiteX37" fmla="*/ 8709 w 2360023"/>
              <a:gd name="connsiteY37" fmla="*/ 1306286 h 1532709"/>
              <a:gd name="connsiteX38" fmla="*/ 0 w 2360023"/>
              <a:gd name="connsiteY38" fmla="*/ 1341120 h 1532709"/>
              <a:gd name="connsiteX39" fmla="*/ 26126 w 2360023"/>
              <a:gd name="connsiteY39" fmla="*/ 1428206 h 1532709"/>
              <a:gd name="connsiteX40" fmla="*/ 52251 w 2360023"/>
              <a:gd name="connsiteY40" fmla="*/ 1436914 h 1532709"/>
              <a:gd name="connsiteX41" fmla="*/ 69669 w 2360023"/>
              <a:gd name="connsiteY41" fmla="*/ 1463040 h 1532709"/>
              <a:gd name="connsiteX42" fmla="*/ 95794 w 2360023"/>
              <a:gd name="connsiteY42" fmla="*/ 1471749 h 1532709"/>
              <a:gd name="connsiteX43" fmla="*/ 200297 w 2360023"/>
              <a:gd name="connsiteY43" fmla="*/ 1489166 h 1532709"/>
              <a:gd name="connsiteX44" fmla="*/ 269966 w 2360023"/>
              <a:gd name="connsiteY44" fmla="*/ 1515292 h 1532709"/>
              <a:gd name="connsiteX45" fmla="*/ 740229 w 2360023"/>
              <a:gd name="connsiteY45" fmla="*/ 1532709 h 1532709"/>
              <a:gd name="connsiteX46" fmla="*/ 1358537 w 2360023"/>
              <a:gd name="connsiteY46" fmla="*/ 1524000 h 1532709"/>
              <a:gd name="connsiteX47" fmla="*/ 1393371 w 2360023"/>
              <a:gd name="connsiteY47" fmla="*/ 1515292 h 1532709"/>
              <a:gd name="connsiteX48" fmla="*/ 1524000 w 2360023"/>
              <a:gd name="connsiteY48" fmla="*/ 1506583 h 1532709"/>
              <a:gd name="connsiteX49" fmla="*/ 2351314 w 2360023"/>
              <a:gd name="connsiteY49" fmla="*/ 1497874 h 1532709"/>
              <a:gd name="connsiteX50" fmla="*/ 2360023 w 2360023"/>
              <a:gd name="connsiteY50" fmla="*/ 1471749 h 1532709"/>
              <a:gd name="connsiteX51" fmla="*/ 2351314 w 2360023"/>
              <a:gd name="connsiteY51" fmla="*/ 1445623 h 1532709"/>
              <a:gd name="connsiteX52" fmla="*/ 2333897 w 2360023"/>
              <a:gd name="connsiteY52" fmla="*/ 1367246 h 1532709"/>
              <a:gd name="connsiteX53" fmla="*/ 2325189 w 2360023"/>
              <a:gd name="connsiteY53" fmla="*/ 1184366 h 1532709"/>
              <a:gd name="connsiteX54" fmla="*/ 2316480 w 2360023"/>
              <a:gd name="connsiteY54" fmla="*/ 1123406 h 1532709"/>
              <a:gd name="connsiteX55" fmla="*/ 2307771 w 2360023"/>
              <a:gd name="connsiteY55" fmla="*/ 888274 h 1532709"/>
              <a:gd name="connsiteX56" fmla="*/ 2290354 w 2360023"/>
              <a:gd name="connsiteY56" fmla="*/ 836023 h 1532709"/>
              <a:gd name="connsiteX57" fmla="*/ 2264229 w 2360023"/>
              <a:gd name="connsiteY57" fmla="*/ 775063 h 1532709"/>
              <a:gd name="connsiteX58" fmla="*/ 2255520 w 2360023"/>
              <a:gd name="connsiteY58" fmla="*/ 731520 h 1532709"/>
              <a:gd name="connsiteX59" fmla="*/ 2238103 w 2360023"/>
              <a:gd name="connsiteY59" fmla="*/ 705394 h 1532709"/>
              <a:gd name="connsiteX60" fmla="*/ 2229394 w 2360023"/>
              <a:gd name="connsiteY60" fmla="*/ 679269 h 1532709"/>
              <a:gd name="connsiteX61" fmla="*/ 2211977 w 2360023"/>
              <a:gd name="connsiteY61" fmla="*/ 600892 h 1532709"/>
              <a:gd name="connsiteX62" fmla="*/ 2203269 w 2360023"/>
              <a:gd name="connsiteY62" fmla="*/ 566057 h 1532709"/>
              <a:gd name="connsiteX63" fmla="*/ 2185851 w 2360023"/>
              <a:gd name="connsiteY63" fmla="*/ 548640 h 1532709"/>
              <a:gd name="connsiteX64" fmla="*/ 2159726 w 2360023"/>
              <a:gd name="connsiteY64" fmla="*/ 461554 h 1532709"/>
              <a:gd name="connsiteX65" fmla="*/ 2142309 w 2360023"/>
              <a:gd name="connsiteY65" fmla="*/ 435429 h 1532709"/>
              <a:gd name="connsiteX66" fmla="*/ 2124891 w 2360023"/>
              <a:gd name="connsiteY66" fmla="*/ 400594 h 1532709"/>
              <a:gd name="connsiteX67" fmla="*/ 2063931 w 2360023"/>
              <a:gd name="connsiteY67" fmla="*/ 365760 h 1532709"/>
              <a:gd name="connsiteX68" fmla="*/ 2037806 w 2360023"/>
              <a:gd name="connsiteY68" fmla="*/ 330926 h 1532709"/>
              <a:gd name="connsiteX69" fmla="*/ 1942011 w 2360023"/>
              <a:gd name="connsiteY69" fmla="*/ 209006 h 1532709"/>
              <a:gd name="connsiteX70" fmla="*/ 1907177 w 2360023"/>
              <a:gd name="connsiteY70" fmla="*/ 191589 h 1532709"/>
              <a:gd name="connsiteX71" fmla="*/ 1872343 w 2360023"/>
              <a:gd name="connsiteY71" fmla="*/ 148046 h 1532709"/>
              <a:gd name="connsiteX72" fmla="*/ 1846217 w 2360023"/>
              <a:gd name="connsiteY72" fmla="*/ 139337 h 1532709"/>
              <a:gd name="connsiteX73" fmla="*/ 1802674 w 2360023"/>
              <a:gd name="connsiteY73" fmla="*/ 113212 h 1532709"/>
              <a:gd name="connsiteX74" fmla="*/ 1767840 w 2360023"/>
              <a:gd name="connsiteY74" fmla="*/ 104503 h 1532709"/>
              <a:gd name="connsiteX75" fmla="*/ 1663337 w 2360023"/>
              <a:gd name="connsiteY75" fmla="*/ 78377 h 1532709"/>
              <a:gd name="connsiteX76" fmla="*/ 1628503 w 2360023"/>
              <a:gd name="connsiteY76" fmla="*/ 60960 h 1532709"/>
              <a:gd name="connsiteX77" fmla="*/ 1584960 w 2360023"/>
              <a:gd name="connsiteY77" fmla="*/ 52252 h 1532709"/>
              <a:gd name="connsiteX78" fmla="*/ 1384663 w 2360023"/>
              <a:gd name="connsiteY78" fmla="*/ 34834 h 1532709"/>
              <a:gd name="connsiteX79" fmla="*/ 1219200 w 2360023"/>
              <a:gd name="connsiteY79" fmla="*/ 8709 h 1532709"/>
              <a:gd name="connsiteX80" fmla="*/ 1193074 w 2360023"/>
              <a:gd name="connsiteY80" fmla="*/ 0 h 1532709"/>
              <a:gd name="connsiteX81" fmla="*/ 1132114 w 2360023"/>
              <a:gd name="connsiteY81" fmla="*/ 0 h 1532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2360023" h="1532709">
                <a:moveTo>
                  <a:pt x="1132114" y="0"/>
                </a:moveTo>
                <a:lnTo>
                  <a:pt x="1132114" y="0"/>
                </a:lnTo>
                <a:cubicBezTo>
                  <a:pt x="1105988" y="5806"/>
                  <a:pt x="1078974" y="8510"/>
                  <a:pt x="1053737" y="17417"/>
                </a:cubicBezTo>
                <a:cubicBezTo>
                  <a:pt x="1029253" y="26058"/>
                  <a:pt x="1008701" y="44042"/>
                  <a:pt x="984069" y="52252"/>
                </a:cubicBezTo>
                <a:lnTo>
                  <a:pt x="931817" y="69669"/>
                </a:lnTo>
                <a:lnTo>
                  <a:pt x="905691" y="78377"/>
                </a:lnTo>
                <a:cubicBezTo>
                  <a:pt x="896983" y="84183"/>
                  <a:pt x="889186" y="91671"/>
                  <a:pt x="879566" y="95794"/>
                </a:cubicBezTo>
                <a:cubicBezTo>
                  <a:pt x="868565" y="100509"/>
                  <a:pt x="856415" y="101906"/>
                  <a:pt x="844731" y="104503"/>
                </a:cubicBezTo>
                <a:cubicBezTo>
                  <a:pt x="781677" y="118516"/>
                  <a:pt x="821750" y="106359"/>
                  <a:pt x="775063" y="121920"/>
                </a:cubicBezTo>
                <a:cubicBezTo>
                  <a:pt x="766354" y="127726"/>
                  <a:pt x="758298" y="134656"/>
                  <a:pt x="748937" y="139337"/>
                </a:cubicBezTo>
                <a:cubicBezTo>
                  <a:pt x="740726" y="143442"/>
                  <a:pt x="731249" y="144430"/>
                  <a:pt x="722811" y="148046"/>
                </a:cubicBezTo>
                <a:cubicBezTo>
                  <a:pt x="710879" y="153160"/>
                  <a:pt x="699248" y="159022"/>
                  <a:pt x="687977" y="165463"/>
                </a:cubicBezTo>
                <a:cubicBezTo>
                  <a:pt x="678890" y="170656"/>
                  <a:pt x="671212" y="178199"/>
                  <a:pt x="661851" y="182880"/>
                </a:cubicBezTo>
                <a:cubicBezTo>
                  <a:pt x="589782" y="218915"/>
                  <a:pt x="691496" y="154644"/>
                  <a:pt x="600891" y="209006"/>
                </a:cubicBezTo>
                <a:cubicBezTo>
                  <a:pt x="582941" y="219776"/>
                  <a:pt x="566057" y="232229"/>
                  <a:pt x="548640" y="243840"/>
                </a:cubicBezTo>
                <a:cubicBezTo>
                  <a:pt x="539931" y="249646"/>
                  <a:pt x="529915" y="253856"/>
                  <a:pt x="522514" y="261257"/>
                </a:cubicBezTo>
                <a:cubicBezTo>
                  <a:pt x="471570" y="312201"/>
                  <a:pt x="496050" y="293414"/>
                  <a:pt x="452846" y="322217"/>
                </a:cubicBezTo>
                <a:cubicBezTo>
                  <a:pt x="402934" y="397087"/>
                  <a:pt x="469393" y="308981"/>
                  <a:pt x="409303" y="357052"/>
                </a:cubicBezTo>
                <a:cubicBezTo>
                  <a:pt x="401130" y="363590"/>
                  <a:pt x="399287" y="375776"/>
                  <a:pt x="391886" y="383177"/>
                </a:cubicBezTo>
                <a:cubicBezTo>
                  <a:pt x="384485" y="390578"/>
                  <a:pt x="374469" y="394788"/>
                  <a:pt x="365760" y="400594"/>
                </a:cubicBezTo>
                <a:cubicBezTo>
                  <a:pt x="348805" y="451457"/>
                  <a:pt x="370317" y="404745"/>
                  <a:pt x="330926" y="444137"/>
                </a:cubicBezTo>
                <a:cubicBezTo>
                  <a:pt x="323525" y="451538"/>
                  <a:pt x="320047" y="462090"/>
                  <a:pt x="313509" y="470263"/>
                </a:cubicBezTo>
                <a:cubicBezTo>
                  <a:pt x="308380" y="476674"/>
                  <a:pt x="301897" y="481874"/>
                  <a:pt x="296091" y="487680"/>
                </a:cubicBezTo>
                <a:cubicBezTo>
                  <a:pt x="267285" y="574106"/>
                  <a:pt x="315614" y="442090"/>
                  <a:pt x="261257" y="539932"/>
                </a:cubicBezTo>
                <a:cubicBezTo>
                  <a:pt x="252341" y="555981"/>
                  <a:pt x="254024" y="576907"/>
                  <a:pt x="243840" y="592183"/>
                </a:cubicBezTo>
                <a:lnTo>
                  <a:pt x="209006" y="644434"/>
                </a:lnTo>
                <a:lnTo>
                  <a:pt x="191589" y="670560"/>
                </a:lnTo>
                <a:cubicBezTo>
                  <a:pt x="188798" y="681722"/>
                  <a:pt x="180418" y="719026"/>
                  <a:pt x="174171" y="731520"/>
                </a:cubicBezTo>
                <a:cubicBezTo>
                  <a:pt x="169490" y="740881"/>
                  <a:pt x="162560" y="748937"/>
                  <a:pt x="156754" y="757646"/>
                </a:cubicBezTo>
                <a:cubicBezTo>
                  <a:pt x="153851" y="766355"/>
                  <a:pt x="149442" y="774699"/>
                  <a:pt x="148046" y="783772"/>
                </a:cubicBezTo>
                <a:cubicBezTo>
                  <a:pt x="142837" y="817630"/>
                  <a:pt x="145210" y="888175"/>
                  <a:pt x="121920" y="923109"/>
                </a:cubicBezTo>
                <a:cubicBezTo>
                  <a:pt x="116114" y="931817"/>
                  <a:pt x="111041" y="941061"/>
                  <a:pt x="104503" y="949234"/>
                </a:cubicBezTo>
                <a:cubicBezTo>
                  <a:pt x="86410" y="971851"/>
                  <a:pt x="83069" y="962627"/>
                  <a:pt x="69669" y="992777"/>
                </a:cubicBezTo>
                <a:cubicBezTo>
                  <a:pt x="48313" y="1040826"/>
                  <a:pt x="55252" y="1041735"/>
                  <a:pt x="43543" y="1088572"/>
                </a:cubicBezTo>
                <a:cubicBezTo>
                  <a:pt x="41317" y="1097477"/>
                  <a:pt x="37060" y="1105792"/>
                  <a:pt x="34834" y="1114697"/>
                </a:cubicBezTo>
                <a:cubicBezTo>
                  <a:pt x="31244" y="1129057"/>
                  <a:pt x="29029" y="1143726"/>
                  <a:pt x="26126" y="1158240"/>
                </a:cubicBezTo>
                <a:cubicBezTo>
                  <a:pt x="23223" y="1198880"/>
                  <a:pt x="22177" y="1239696"/>
                  <a:pt x="17417" y="1280160"/>
                </a:cubicBezTo>
                <a:cubicBezTo>
                  <a:pt x="16344" y="1289277"/>
                  <a:pt x="11231" y="1297460"/>
                  <a:pt x="8709" y="1306286"/>
                </a:cubicBezTo>
                <a:cubicBezTo>
                  <a:pt x="5421" y="1317794"/>
                  <a:pt x="2903" y="1329509"/>
                  <a:pt x="0" y="1341120"/>
                </a:cubicBezTo>
                <a:cubicBezTo>
                  <a:pt x="3811" y="1367797"/>
                  <a:pt x="575" y="1407765"/>
                  <a:pt x="26126" y="1428206"/>
                </a:cubicBezTo>
                <a:cubicBezTo>
                  <a:pt x="33294" y="1433940"/>
                  <a:pt x="43543" y="1434011"/>
                  <a:pt x="52251" y="1436914"/>
                </a:cubicBezTo>
                <a:cubicBezTo>
                  <a:pt x="58057" y="1445623"/>
                  <a:pt x="61496" y="1456501"/>
                  <a:pt x="69669" y="1463040"/>
                </a:cubicBezTo>
                <a:cubicBezTo>
                  <a:pt x="76837" y="1468774"/>
                  <a:pt x="86889" y="1469523"/>
                  <a:pt x="95794" y="1471749"/>
                </a:cubicBezTo>
                <a:cubicBezTo>
                  <a:pt x="129742" y="1480236"/>
                  <a:pt x="165903" y="1484252"/>
                  <a:pt x="200297" y="1489166"/>
                </a:cubicBezTo>
                <a:cubicBezTo>
                  <a:pt x="200696" y="1489326"/>
                  <a:pt x="259350" y="1513775"/>
                  <a:pt x="269966" y="1515292"/>
                </a:cubicBezTo>
                <a:cubicBezTo>
                  <a:pt x="394478" y="1533079"/>
                  <a:pt x="706082" y="1531915"/>
                  <a:pt x="740229" y="1532709"/>
                </a:cubicBezTo>
                <a:lnTo>
                  <a:pt x="1358537" y="1524000"/>
                </a:lnTo>
                <a:cubicBezTo>
                  <a:pt x="1370501" y="1523681"/>
                  <a:pt x="1381468" y="1516545"/>
                  <a:pt x="1393371" y="1515292"/>
                </a:cubicBezTo>
                <a:cubicBezTo>
                  <a:pt x="1436771" y="1510724"/>
                  <a:pt x="1480368" y="1507376"/>
                  <a:pt x="1524000" y="1506583"/>
                </a:cubicBezTo>
                <a:lnTo>
                  <a:pt x="2351314" y="1497874"/>
                </a:lnTo>
                <a:cubicBezTo>
                  <a:pt x="2354217" y="1489166"/>
                  <a:pt x="2360023" y="1480928"/>
                  <a:pt x="2360023" y="1471749"/>
                </a:cubicBezTo>
                <a:cubicBezTo>
                  <a:pt x="2360023" y="1462569"/>
                  <a:pt x="2353305" y="1454584"/>
                  <a:pt x="2351314" y="1445623"/>
                </a:cubicBezTo>
                <a:cubicBezTo>
                  <a:pt x="2330879" y="1353664"/>
                  <a:pt x="2353502" y="1426059"/>
                  <a:pt x="2333897" y="1367246"/>
                </a:cubicBezTo>
                <a:cubicBezTo>
                  <a:pt x="2330994" y="1306286"/>
                  <a:pt x="2329537" y="1245240"/>
                  <a:pt x="2325189" y="1184366"/>
                </a:cubicBezTo>
                <a:cubicBezTo>
                  <a:pt x="2323727" y="1163892"/>
                  <a:pt x="2317685" y="1143897"/>
                  <a:pt x="2316480" y="1123406"/>
                </a:cubicBezTo>
                <a:cubicBezTo>
                  <a:pt x="2311874" y="1045110"/>
                  <a:pt x="2314872" y="966383"/>
                  <a:pt x="2307771" y="888274"/>
                </a:cubicBezTo>
                <a:cubicBezTo>
                  <a:pt x="2306109" y="869990"/>
                  <a:pt x="2296160" y="853440"/>
                  <a:pt x="2290354" y="836023"/>
                </a:cubicBezTo>
                <a:cubicBezTo>
                  <a:pt x="2277539" y="797577"/>
                  <a:pt x="2285754" y="818113"/>
                  <a:pt x="2264229" y="775063"/>
                </a:cubicBezTo>
                <a:cubicBezTo>
                  <a:pt x="2261326" y="760549"/>
                  <a:pt x="2260717" y="745379"/>
                  <a:pt x="2255520" y="731520"/>
                </a:cubicBezTo>
                <a:cubicBezTo>
                  <a:pt x="2251845" y="721720"/>
                  <a:pt x="2242784" y="714755"/>
                  <a:pt x="2238103" y="705394"/>
                </a:cubicBezTo>
                <a:cubicBezTo>
                  <a:pt x="2233998" y="697184"/>
                  <a:pt x="2231916" y="688095"/>
                  <a:pt x="2229394" y="679269"/>
                </a:cubicBezTo>
                <a:cubicBezTo>
                  <a:pt x="2218782" y="642127"/>
                  <a:pt x="2220949" y="641266"/>
                  <a:pt x="2211977" y="600892"/>
                </a:cubicBezTo>
                <a:cubicBezTo>
                  <a:pt x="2209381" y="589208"/>
                  <a:pt x="2208622" y="576762"/>
                  <a:pt x="2203269" y="566057"/>
                </a:cubicBezTo>
                <a:cubicBezTo>
                  <a:pt x="2199597" y="558713"/>
                  <a:pt x="2191657" y="554446"/>
                  <a:pt x="2185851" y="548640"/>
                </a:cubicBezTo>
                <a:cubicBezTo>
                  <a:pt x="2180983" y="529167"/>
                  <a:pt x="2168207" y="474276"/>
                  <a:pt x="2159726" y="461554"/>
                </a:cubicBezTo>
                <a:cubicBezTo>
                  <a:pt x="2153920" y="452846"/>
                  <a:pt x="2147502" y="444516"/>
                  <a:pt x="2142309" y="435429"/>
                </a:cubicBezTo>
                <a:cubicBezTo>
                  <a:pt x="2135868" y="424157"/>
                  <a:pt x="2133340" y="410451"/>
                  <a:pt x="2124891" y="400594"/>
                </a:cubicBezTo>
                <a:cubicBezTo>
                  <a:pt x="2103803" y="375991"/>
                  <a:pt x="2090488" y="374613"/>
                  <a:pt x="2063931" y="365760"/>
                </a:cubicBezTo>
                <a:cubicBezTo>
                  <a:pt x="2055223" y="354149"/>
                  <a:pt x="2046068" y="342859"/>
                  <a:pt x="2037806" y="330926"/>
                </a:cubicBezTo>
                <a:cubicBezTo>
                  <a:pt x="2002390" y="279770"/>
                  <a:pt x="1989307" y="245792"/>
                  <a:pt x="1942011" y="209006"/>
                </a:cubicBezTo>
                <a:cubicBezTo>
                  <a:pt x="1931764" y="201036"/>
                  <a:pt x="1918788" y="197395"/>
                  <a:pt x="1907177" y="191589"/>
                </a:cubicBezTo>
                <a:cubicBezTo>
                  <a:pt x="1895566" y="177075"/>
                  <a:pt x="1886455" y="160143"/>
                  <a:pt x="1872343" y="148046"/>
                </a:cubicBezTo>
                <a:cubicBezTo>
                  <a:pt x="1865373" y="142072"/>
                  <a:pt x="1854428" y="143442"/>
                  <a:pt x="1846217" y="139337"/>
                </a:cubicBezTo>
                <a:cubicBezTo>
                  <a:pt x="1831078" y="131767"/>
                  <a:pt x="1818142" y="120086"/>
                  <a:pt x="1802674" y="113212"/>
                </a:cubicBezTo>
                <a:cubicBezTo>
                  <a:pt x="1791737" y="108351"/>
                  <a:pt x="1779195" y="108288"/>
                  <a:pt x="1767840" y="104503"/>
                </a:cubicBezTo>
                <a:cubicBezTo>
                  <a:pt x="1683331" y="76333"/>
                  <a:pt x="1768539" y="93407"/>
                  <a:pt x="1663337" y="78377"/>
                </a:cubicBezTo>
                <a:cubicBezTo>
                  <a:pt x="1651726" y="72571"/>
                  <a:pt x="1640819" y="65065"/>
                  <a:pt x="1628503" y="60960"/>
                </a:cubicBezTo>
                <a:cubicBezTo>
                  <a:pt x="1614461" y="56279"/>
                  <a:pt x="1599523" y="54900"/>
                  <a:pt x="1584960" y="52252"/>
                </a:cubicBezTo>
                <a:cubicBezTo>
                  <a:pt x="1488319" y="34681"/>
                  <a:pt x="1538097" y="46636"/>
                  <a:pt x="1384663" y="34834"/>
                </a:cubicBezTo>
                <a:cubicBezTo>
                  <a:pt x="1320859" y="29926"/>
                  <a:pt x="1282514" y="23320"/>
                  <a:pt x="1219200" y="8709"/>
                </a:cubicBezTo>
                <a:cubicBezTo>
                  <a:pt x="1210255" y="6645"/>
                  <a:pt x="1201783" y="2903"/>
                  <a:pt x="1193074" y="0"/>
                </a:cubicBezTo>
                <a:lnTo>
                  <a:pt x="113211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7D107F5A-1E54-4BF0-AAC8-7A33F7530D0C}"/>
              </a:ext>
            </a:extLst>
          </p:cNvPr>
          <p:cNvSpPr/>
          <p:nvPr/>
        </p:nvSpPr>
        <p:spPr bwMode="auto">
          <a:xfrm>
            <a:off x="4232366" y="3648891"/>
            <a:ext cx="2420983" cy="1584960"/>
          </a:xfrm>
          <a:custGeom>
            <a:avLst/>
            <a:gdLst>
              <a:gd name="connsiteX0" fmla="*/ 1018903 w 2420983"/>
              <a:gd name="connsiteY0" fmla="*/ 17418 h 1584960"/>
              <a:gd name="connsiteX1" fmla="*/ 1018903 w 2420983"/>
              <a:gd name="connsiteY1" fmla="*/ 17418 h 1584960"/>
              <a:gd name="connsiteX2" fmla="*/ 957943 w 2420983"/>
              <a:gd name="connsiteY2" fmla="*/ 60960 h 1584960"/>
              <a:gd name="connsiteX3" fmla="*/ 940525 w 2420983"/>
              <a:gd name="connsiteY3" fmla="*/ 78378 h 1584960"/>
              <a:gd name="connsiteX4" fmla="*/ 914400 w 2420983"/>
              <a:gd name="connsiteY4" fmla="*/ 87086 h 1584960"/>
              <a:gd name="connsiteX5" fmla="*/ 836023 w 2420983"/>
              <a:gd name="connsiteY5" fmla="*/ 121920 h 1584960"/>
              <a:gd name="connsiteX6" fmla="*/ 809897 w 2420983"/>
              <a:gd name="connsiteY6" fmla="*/ 130629 h 1584960"/>
              <a:gd name="connsiteX7" fmla="*/ 783771 w 2420983"/>
              <a:gd name="connsiteY7" fmla="*/ 148046 h 1584960"/>
              <a:gd name="connsiteX8" fmla="*/ 696685 w 2420983"/>
              <a:gd name="connsiteY8" fmla="*/ 200298 h 1584960"/>
              <a:gd name="connsiteX9" fmla="*/ 670560 w 2420983"/>
              <a:gd name="connsiteY9" fmla="*/ 217715 h 1584960"/>
              <a:gd name="connsiteX10" fmla="*/ 635725 w 2420983"/>
              <a:gd name="connsiteY10" fmla="*/ 226423 h 1584960"/>
              <a:gd name="connsiteX11" fmla="*/ 609600 w 2420983"/>
              <a:gd name="connsiteY11" fmla="*/ 243840 h 1584960"/>
              <a:gd name="connsiteX12" fmla="*/ 583474 w 2420983"/>
              <a:gd name="connsiteY12" fmla="*/ 252549 h 1584960"/>
              <a:gd name="connsiteX13" fmla="*/ 557348 w 2420983"/>
              <a:gd name="connsiteY13" fmla="*/ 278675 h 1584960"/>
              <a:gd name="connsiteX14" fmla="*/ 513805 w 2420983"/>
              <a:gd name="connsiteY14" fmla="*/ 296092 h 1584960"/>
              <a:gd name="connsiteX15" fmla="*/ 452845 w 2420983"/>
              <a:gd name="connsiteY15" fmla="*/ 330926 h 1584960"/>
              <a:gd name="connsiteX16" fmla="*/ 426720 w 2420983"/>
              <a:gd name="connsiteY16" fmla="*/ 357052 h 1584960"/>
              <a:gd name="connsiteX17" fmla="*/ 400594 w 2420983"/>
              <a:gd name="connsiteY17" fmla="*/ 365760 h 1584960"/>
              <a:gd name="connsiteX18" fmla="*/ 357051 w 2420983"/>
              <a:gd name="connsiteY18" fmla="*/ 409303 h 1584960"/>
              <a:gd name="connsiteX19" fmla="*/ 330925 w 2420983"/>
              <a:gd name="connsiteY19" fmla="*/ 435429 h 1584960"/>
              <a:gd name="connsiteX20" fmla="*/ 278674 w 2420983"/>
              <a:gd name="connsiteY20" fmla="*/ 487680 h 1584960"/>
              <a:gd name="connsiteX21" fmla="*/ 252548 w 2420983"/>
              <a:gd name="connsiteY21" fmla="*/ 513806 h 1584960"/>
              <a:gd name="connsiteX22" fmla="*/ 235131 w 2420983"/>
              <a:gd name="connsiteY22" fmla="*/ 539932 h 1584960"/>
              <a:gd name="connsiteX23" fmla="*/ 226423 w 2420983"/>
              <a:gd name="connsiteY23" fmla="*/ 574766 h 1584960"/>
              <a:gd name="connsiteX24" fmla="*/ 200297 w 2420983"/>
              <a:gd name="connsiteY24" fmla="*/ 592183 h 1584960"/>
              <a:gd name="connsiteX25" fmla="*/ 174171 w 2420983"/>
              <a:gd name="connsiteY25" fmla="*/ 618309 h 1584960"/>
              <a:gd name="connsiteX26" fmla="*/ 139337 w 2420983"/>
              <a:gd name="connsiteY26" fmla="*/ 670560 h 1584960"/>
              <a:gd name="connsiteX27" fmla="*/ 121920 w 2420983"/>
              <a:gd name="connsiteY27" fmla="*/ 696686 h 1584960"/>
              <a:gd name="connsiteX28" fmla="*/ 78377 w 2420983"/>
              <a:gd name="connsiteY28" fmla="*/ 783772 h 1584960"/>
              <a:gd name="connsiteX29" fmla="*/ 78377 w 2420983"/>
              <a:gd name="connsiteY29" fmla="*/ 783772 h 1584960"/>
              <a:gd name="connsiteX30" fmla="*/ 52251 w 2420983"/>
              <a:gd name="connsiteY30" fmla="*/ 862149 h 1584960"/>
              <a:gd name="connsiteX31" fmla="*/ 43543 w 2420983"/>
              <a:gd name="connsiteY31" fmla="*/ 888275 h 1584960"/>
              <a:gd name="connsiteX32" fmla="*/ 26125 w 2420983"/>
              <a:gd name="connsiteY32" fmla="*/ 914400 h 1584960"/>
              <a:gd name="connsiteX33" fmla="*/ 17417 w 2420983"/>
              <a:gd name="connsiteY33" fmla="*/ 940526 h 1584960"/>
              <a:gd name="connsiteX34" fmla="*/ 0 w 2420983"/>
              <a:gd name="connsiteY34" fmla="*/ 1132115 h 1584960"/>
              <a:gd name="connsiteX35" fmla="*/ 8708 w 2420983"/>
              <a:gd name="connsiteY35" fmla="*/ 1314995 h 1584960"/>
              <a:gd name="connsiteX36" fmla="*/ 34834 w 2420983"/>
              <a:gd name="connsiteY36" fmla="*/ 1402080 h 1584960"/>
              <a:gd name="connsiteX37" fmla="*/ 52251 w 2420983"/>
              <a:gd name="connsiteY37" fmla="*/ 1419498 h 1584960"/>
              <a:gd name="connsiteX38" fmla="*/ 60960 w 2420983"/>
              <a:gd name="connsiteY38" fmla="*/ 1454332 h 1584960"/>
              <a:gd name="connsiteX39" fmla="*/ 113211 w 2420983"/>
              <a:gd name="connsiteY39" fmla="*/ 1463040 h 1584960"/>
              <a:gd name="connsiteX40" fmla="*/ 165463 w 2420983"/>
              <a:gd name="connsiteY40" fmla="*/ 1480458 h 1584960"/>
              <a:gd name="connsiteX41" fmla="*/ 200297 w 2420983"/>
              <a:gd name="connsiteY41" fmla="*/ 1489166 h 1584960"/>
              <a:gd name="connsiteX42" fmla="*/ 226423 w 2420983"/>
              <a:gd name="connsiteY42" fmla="*/ 1497875 h 1584960"/>
              <a:gd name="connsiteX43" fmla="*/ 269965 w 2420983"/>
              <a:gd name="connsiteY43" fmla="*/ 1506583 h 1584960"/>
              <a:gd name="connsiteX44" fmla="*/ 365760 w 2420983"/>
              <a:gd name="connsiteY44" fmla="*/ 1532709 h 1584960"/>
              <a:gd name="connsiteX45" fmla="*/ 461554 w 2420983"/>
              <a:gd name="connsiteY45" fmla="*/ 1558835 h 1584960"/>
              <a:gd name="connsiteX46" fmla="*/ 1297577 w 2420983"/>
              <a:gd name="connsiteY46" fmla="*/ 1567543 h 1584960"/>
              <a:gd name="connsiteX47" fmla="*/ 1524000 w 2420983"/>
              <a:gd name="connsiteY47" fmla="*/ 1576252 h 1584960"/>
              <a:gd name="connsiteX48" fmla="*/ 1576251 w 2420983"/>
              <a:gd name="connsiteY48" fmla="*/ 1584960 h 1584960"/>
              <a:gd name="connsiteX49" fmla="*/ 1968137 w 2420983"/>
              <a:gd name="connsiteY49" fmla="*/ 1576252 h 1584960"/>
              <a:gd name="connsiteX50" fmla="*/ 2081348 w 2420983"/>
              <a:gd name="connsiteY50" fmla="*/ 1558835 h 1584960"/>
              <a:gd name="connsiteX51" fmla="*/ 2133600 w 2420983"/>
              <a:gd name="connsiteY51" fmla="*/ 1550126 h 1584960"/>
              <a:gd name="connsiteX52" fmla="*/ 2264228 w 2420983"/>
              <a:gd name="connsiteY52" fmla="*/ 1532709 h 1584960"/>
              <a:gd name="connsiteX53" fmla="*/ 2290354 w 2420983"/>
              <a:gd name="connsiteY53" fmla="*/ 1515292 h 1584960"/>
              <a:gd name="connsiteX54" fmla="*/ 2360023 w 2420983"/>
              <a:gd name="connsiteY54" fmla="*/ 1497875 h 1584960"/>
              <a:gd name="connsiteX55" fmla="*/ 2386148 w 2420983"/>
              <a:gd name="connsiteY55" fmla="*/ 1480458 h 1584960"/>
              <a:gd name="connsiteX56" fmla="*/ 2403565 w 2420983"/>
              <a:gd name="connsiteY56" fmla="*/ 1428206 h 1584960"/>
              <a:gd name="connsiteX57" fmla="*/ 2412274 w 2420983"/>
              <a:gd name="connsiteY57" fmla="*/ 1332412 h 1584960"/>
              <a:gd name="connsiteX58" fmla="*/ 2420983 w 2420983"/>
              <a:gd name="connsiteY58" fmla="*/ 1288869 h 1584960"/>
              <a:gd name="connsiteX59" fmla="*/ 2412274 w 2420983"/>
              <a:gd name="connsiteY59" fmla="*/ 1114698 h 1584960"/>
              <a:gd name="connsiteX60" fmla="*/ 2394857 w 2420983"/>
              <a:gd name="connsiteY60" fmla="*/ 1088572 h 1584960"/>
              <a:gd name="connsiteX61" fmla="*/ 2377440 w 2420983"/>
              <a:gd name="connsiteY61" fmla="*/ 1036320 h 1584960"/>
              <a:gd name="connsiteX62" fmla="*/ 2368731 w 2420983"/>
              <a:gd name="connsiteY62" fmla="*/ 1010195 h 1584960"/>
              <a:gd name="connsiteX63" fmla="*/ 2342605 w 2420983"/>
              <a:gd name="connsiteY63" fmla="*/ 984069 h 1584960"/>
              <a:gd name="connsiteX64" fmla="*/ 2316480 w 2420983"/>
              <a:gd name="connsiteY64" fmla="*/ 931818 h 1584960"/>
              <a:gd name="connsiteX65" fmla="*/ 2299063 w 2420983"/>
              <a:gd name="connsiteY65" fmla="*/ 879566 h 1584960"/>
              <a:gd name="connsiteX66" fmla="*/ 2290354 w 2420983"/>
              <a:gd name="connsiteY66" fmla="*/ 853440 h 1584960"/>
              <a:gd name="connsiteX67" fmla="*/ 2281645 w 2420983"/>
              <a:gd name="connsiteY67" fmla="*/ 827315 h 1584960"/>
              <a:gd name="connsiteX68" fmla="*/ 2264228 w 2420983"/>
              <a:gd name="connsiteY68" fmla="*/ 801189 h 1584960"/>
              <a:gd name="connsiteX69" fmla="*/ 2246811 w 2420983"/>
              <a:gd name="connsiteY69" fmla="*/ 748938 h 1584960"/>
              <a:gd name="connsiteX70" fmla="*/ 2229394 w 2420983"/>
              <a:gd name="connsiteY70" fmla="*/ 714103 h 1584960"/>
              <a:gd name="connsiteX71" fmla="*/ 2211977 w 2420983"/>
              <a:gd name="connsiteY71" fmla="*/ 661852 h 1584960"/>
              <a:gd name="connsiteX72" fmla="*/ 2194560 w 2420983"/>
              <a:gd name="connsiteY72" fmla="*/ 635726 h 1584960"/>
              <a:gd name="connsiteX73" fmla="*/ 2185851 w 2420983"/>
              <a:gd name="connsiteY73" fmla="*/ 609600 h 1584960"/>
              <a:gd name="connsiteX74" fmla="*/ 2159725 w 2420983"/>
              <a:gd name="connsiteY74" fmla="*/ 600892 h 1584960"/>
              <a:gd name="connsiteX75" fmla="*/ 2098765 w 2420983"/>
              <a:gd name="connsiteY75" fmla="*/ 522515 h 1584960"/>
              <a:gd name="connsiteX76" fmla="*/ 2081348 w 2420983"/>
              <a:gd name="connsiteY76" fmla="*/ 496389 h 1584960"/>
              <a:gd name="connsiteX77" fmla="*/ 2055223 w 2420983"/>
              <a:gd name="connsiteY77" fmla="*/ 487680 h 1584960"/>
              <a:gd name="connsiteX78" fmla="*/ 2029097 w 2420983"/>
              <a:gd name="connsiteY78" fmla="*/ 470263 h 1584960"/>
              <a:gd name="connsiteX79" fmla="*/ 2011680 w 2420983"/>
              <a:gd name="connsiteY79" fmla="*/ 444138 h 1584960"/>
              <a:gd name="connsiteX80" fmla="*/ 1959428 w 2420983"/>
              <a:gd name="connsiteY80" fmla="*/ 409303 h 1584960"/>
              <a:gd name="connsiteX81" fmla="*/ 1933303 w 2420983"/>
              <a:gd name="connsiteY81" fmla="*/ 374469 h 1584960"/>
              <a:gd name="connsiteX82" fmla="*/ 1907177 w 2420983"/>
              <a:gd name="connsiteY82" fmla="*/ 348343 h 1584960"/>
              <a:gd name="connsiteX83" fmla="*/ 1889760 w 2420983"/>
              <a:gd name="connsiteY83" fmla="*/ 313509 h 1584960"/>
              <a:gd name="connsiteX84" fmla="*/ 1811383 w 2420983"/>
              <a:gd name="connsiteY84" fmla="*/ 269966 h 1584960"/>
              <a:gd name="connsiteX85" fmla="*/ 1759131 w 2420983"/>
              <a:gd name="connsiteY85" fmla="*/ 226423 h 1584960"/>
              <a:gd name="connsiteX86" fmla="*/ 1733005 w 2420983"/>
              <a:gd name="connsiteY86" fmla="*/ 217715 h 1584960"/>
              <a:gd name="connsiteX87" fmla="*/ 1706880 w 2420983"/>
              <a:gd name="connsiteY87" fmla="*/ 200298 h 1584960"/>
              <a:gd name="connsiteX88" fmla="*/ 1689463 w 2420983"/>
              <a:gd name="connsiteY88" fmla="*/ 182880 h 1584960"/>
              <a:gd name="connsiteX89" fmla="*/ 1628503 w 2420983"/>
              <a:gd name="connsiteY89" fmla="*/ 156755 h 1584960"/>
              <a:gd name="connsiteX90" fmla="*/ 1567543 w 2420983"/>
              <a:gd name="connsiteY90" fmla="*/ 113212 h 1584960"/>
              <a:gd name="connsiteX91" fmla="*/ 1506583 w 2420983"/>
              <a:gd name="connsiteY91" fmla="*/ 60960 h 1584960"/>
              <a:gd name="connsiteX92" fmla="*/ 1471748 w 2420983"/>
              <a:gd name="connsiteY92" fmla="*/ 52252 h 1584960"/>
              <a:gd name="connsiteX93" fmla="*/ 1375954 w 2420983"/>
              <a:gd name="connsiteY93" fmla="*/ 26126 h 1584960"/>
              <a:gd name="connsiteX94" fmla="*/ 1297577 w 2420983"/>
              <a:gd name="connsiteY94" fmla="*/ 17418 h 1584960"/>
              <a:gd name="connsiteX95" fmla="*/ 1219200 w 2420983"/>
              <a:gd name="connsiteY95" fmla="*/ 0 h 1584960"/>
              <a:gd name="connsiteX96" fmla="*/ 1018903 w 2420983"/>
              <a:gd name="connsiteY96" fmla="*/ 17418 h 1584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2420983" h="1584960">
                <a:moveTo>
                  <a:pt x="1018903" y="17418"/>
                </a:moveTo>
                <a:lnTo>
                  <a:pt x="1018903" y="17418"/>
                </a:lnTo>
                <a:cubicBezTo>
                  <a:pt x="998583" y="31932"/>
                  <a:pt x="977654" y="45629"/>
                  <a:pt x="957943" y="60960"/>
                </a:cubicBezTo>
                <a:cubicBezTo>
                  <a:pt x="951462" y="66001"/>
                  <a:pt x="947566" y="74153"/>
                  <a:pt x="940525" y="78378"/>
                </a:cubicBezTo>
                <a:cubicBezTo>
                  <a:pt x="932654" y="83101"/>
                  <a:pt x="922995" y="83863"/>
                  <a:pt x="914400" y="87086"/>
                </a:cubicBezTo>
                <a:cubicBezTo>
                  <a:pt x="806391" y="127589"/>
                  <a:pt x="928365" y="82344"/>
                  <a:pt x="836023" y="121920"/>
                </a:cubicBezTo>
                <a:cubicBezTo>
                  <a:pt x="827585" y="125536"/>
                  <a:pt x="818108" y="126524"/>
                  <a:pt x="809897" y="130629"/>
                </a:cubicBezTo>
                <a:cubicBezTo>
                  <a:pt x="800536" y="135310"/>
                  <a:pt x="792858" y="142853"/>
                  <a:pt x="783771" y="148046"/>
                </a:cubicBezTo>
                <a:cubicBezTo>
                  <a:pt x="690055" y="201598"/>
                  <a:pt x="824494" y="115091"/>
                  <a:pt x="696685" y="200298"/>
                </a:cubicBezTo>
                <a:cubicBezTo>
                  <a:pt x="687977" y="206104"/>
                  <a:pt x="680714" y="215177"/>
                  <a:pt x="670560" y="217715"/>
                </a:cubicBezTo>
                <a:lnTo>
                  <a:pt x="635725" y="226423"/>
                </a:lnTo>
                <a:cubicBezTo>
                  <a:pt x="627017" y="232229"/>
                  <a:pt x="618961" y="239159"/>
                  <a:pt x="609600" y="243840"/>
                </a:cubicBezTo>
                <a:cubicBezTo>
                  <a:pt x="601389" y="247945"/>
                  <a:pt x="591112" y="247457"/>
                  <a:pt x="583474" y="252549"/>
                </a:cubicBezTo>
                <a:cubicBezTo>
                  <a:pt x="573227" y="259381"/>
                  <a:pt x="567792" y="272148"/>
                  <a:pt x="557348" y="278675"/>
                </a:cubicBezTo>
                <a:cubicBezTo>
                  <a:pt x="544092" y="286960"/>
                  <a:pt x="527470" y="288500"/>
                  <a:pt x="513805" y="296092"/>
                </a:cubicBezTo>
                <a:cubicBezTo>
                  <a:pt x="434724" y="340026"/>
                  <a:pt x="516080" y="309849"/>
                  <a:pt x="452845" y="330926"/>
                </a:cubicBezTo>
                <a:cubicBezTo>
                  <a:pt x="444137" y="339635"/>
                  <a:pt x="436967" y="350220"/>
                  <a:pt x="426720" y="357052"/>
                </a:cubicBezTo>
                <a:cubicBezTo>
                  <a:pt x="419082" y="362144"/>
                  <a:pt x="407938" y="360252"/>
                  <a:pt x="400594" y="365760"/>
                </a:cubicBezTo>
                <a:cubicBezTo>
                  <a:pt x="384173" y="378076"/>
                  <a:pt x="371565" y="394789"/>
                  <a:pt x="357051" y="409303"/>
                </a:cubicBezTo>
                <a:lnTo>
                  <a:pt x="330925" y="435429"/>
                </a:lnTo>
                <a:lnTo>
                  <a:pt x="278674" y="487680"/>
                </a:lnTo>
                <a:cubicBezTo>
                  <a:pt x="269965" y="496389"/>
                  <a:pt x="259380" y="503558"/>
                  <a:pt x="252548" y="513806"/>
                </a:cubicBezTo>
                <a:lnTo>
                  <a:pt x="235131" y="539932"/>
                </a:lnTo>
                <a:cubicBezTo>
                  <a:pt x="232228" y="551543"/>
                  <a:pt x="233062" y="564807"/>
                  <a:pt x="226423" y="574766"/>
                </a:cubicBezTo>
                <a:cubicBezTo>
                  <a:pt x="220617" y="583475"/>
                  <a:pt x="208338" y="585483"/>
                  <a:pt x="200297" y="592183"/>
                </a:cubicBezTo>
                <a:cubicBezTo>
                  <a:pt x="190836" y="600067"/>
                  <a:pt x="181732" y="608587"/>
                  <a:pt x="174171" y="618309"/>
                </a:cubicBezTo>
                <a:cubicBezTo>
                  <a:pt x="161320" y="634832"/>
                  <a:pt x="150948" y="653143"/>
                  <a:pt x="139337" y="670560"/>
                </a:cubicBezTo>
                <a:lnTo>
                  <a:pt x="121920" y="696686"/>
                </a:lnTo>
                <a:cubicBezTo>
                  <a:pt x="108134" y="751828"/>
                  <a:pt x="119850" y="721561"/>
                  <a:pt x="78377" y="783772"/>
                </a:cubicBezTo>
                <a:lnTo>
                  <a:pt x="78377" y="783772"/>
                </a:lnTo>
                <a:lnTo>
                  <a:pt x="52251" y="862149"/>
                </a:lnTo>
                <a:cubicBezTo>
                  <a:pt x="49348" y="870858"/>
                  <a:pt x="48635" y="880637"/>
                  <a:pt x="43543" y="888275"/>
                </a:cubicBezTo>
                <a:lnTo>
                  <a:pt x="26125" y="914400"/>
                </a:lnTo>
                <a:cubicBezTo>
                  <a:pt x="23222" y="923109"/>
                  <a:pt x="18248" y="931384"/>
                  <a:pt x="17417" y="940526"/>
                </a:cubicBezTo>
                <a:cubicBezTo>
                  <a:pt x="-965" y="1142729"/>
                  <a:pt x="27700" y="1049009"/>
                  <a:pt x="0" y="1132115"/>
                </a:cubicBezTo>
                <a:cubicBezTo>
                  <a:pt x="2903" y="1193075"/>
                  <a:pt x="3841" y="1254160"/>
                  <a:pt x="8708" y="1314995"/>
                </a:cubicBezTo>
                <a:cubicBezTo>
                  <a:pt x="9737" y="1327864"/>
                  <a:pt x="32243" y="1399488"/>
                  <a:pt x="34834" y="1402080"/>
                </a:cubicBezTo>
                <a:lnTo>
                  <a:pt x="52251" y="1419498"/>
                </a:lnTo>
                <a:cubicBezTo>
                  <a:pt x="55154" y="1431109"/>
                  <a:pt x="51221" y="1447375"/>
                  <a:pt x="60960" y="1454332"/>
                </a:cubicBezTo>
                <a:cubicBezTo>
                  <a:pt x="75328" y="1464595"/>
                  <a:pt x="96081" y="1458757"/>
                  <a:pt x="113211" y="1463040"/>
                </a:cubicBezTo>
                <a:cubicBezTo>
                  <a:pt x="131022" y="1467493"/>
                  <a:pt x="147652" y="1476005"/>
                  <a:pt x="165463" y="1480458"/>
                </a:cubicBezTo>
                <a:cubicBezTo>
                  <a:pt x="177074" y="1483361"/>
                  <a:pt x="188789" y="1485878"/>
                  <a:pt x="200297" y="1489166"/>
                </a:cubicBezTo>
                <a:cubicBezTo>
                  <a:pt x="209124" y="1491688"/>
                  <a:pt x="217517" y="1495649"/>
                  <a:pt x="226423" y="1497875"/>
                </a:cubicBezTo>
                <a:cubicBezTo>
                  <a:pt x="240782" y="1501465"/>
                  <a:pt x="255451" y="1503680"/>
                  <a:pt x="269965" y="1506583"/>
                </a:cubicBezTo>
                <a:cubicBezTo>
                  <a:pt x="326305" y="1544142"/>
                  <a:pt x="261689" y="1506691"/>
                  <a:pt x="365760" y="1532709"/>
                </a:cubicBezTo>
                <a:cubicBezTo>
                  <a:pt x="451633" y="1554177"/>
                  <a:pt x="336071" y="1556398"/>
                  <a:pt x="461554" y="1558835"/>
                </a:cubicBezTo>
                <a:lnTo>
                  <a:pt x="1297577" y="1567543"/>
                </a:lnTo>
                <a:cubicBezTo>
                  <a:pt x="1373051" y="1570446"/>
                  <a:pt x="1448617" y="1571541"/>
                  <a:pt x="1524000" y="1576252"/>
                </a:cubicBezTo>
                <a:cubicBezTo>
                  <a:pt x="1541623" y="1577353"/>
                  <a:pt x="1558594" y="1584960"/>
                  <a:pt x="1576251" y="1584960"/>
                </a:cubicBezTo>
                <a:cubicBezTo>
                  <a:pt x="1706912" y="1584960"/>
                  <a:pt x="1837508" y="1579155"/>
                  <a:pt x="1968137" y="1576252"/>
                </a:cubicBezTo>
                <a:cubicBezTo>
                  <a:pt x="2025573" y="1557106"/>
                  <a:pt x="1973581" y="1572306"/>
                  <a:pt x="2081348" y="1558835"/>
                </a:cubicBezTo>
                <a:cubicBezTo>
                  <a:pt x="2098869" y="1556645"/>
                  <a:pt x="2116148" y="1552811"/>
                  <a:pt x="2133600" y="1550126"/>
                </a:cubicBezTo>
                <a:cubicBezTo>
                  <a:pt x="2185648" y="1542119"/>
                  <a:pt x="2210769" y="1539392"/>
                  <a:pt x="2264228" y="1532709"/>
                </a:cubicBezTo>
                <a:cubicBezTo>
                  <a:pt x="2272937" y="1526903"/>
                  <a:pt x="2280993" y="1519973"/>
                  <a:pt x="2290354" y="1515292"/>
                </a:cubicBezTo>
                <a:cubicBezTo>
                  <a:pt x="2308209" y="1506364"/>
                  <a:pt x="2343456" y="1501188"/>
                  <a:pt x="2360023" y="1497875"/>
                </a:cubicBezTo>
                <a:cubicBezTo>
                  <a:pt x="2368731" y="1492069"/>
                  <a:pt x="2380601" y="1489333"/>
                  <a:pt x="2386148" y="1480458"/>
                </a:cubicBezTo>
                <a:cubicBezTo>
                  <a:pt x="2395878" y="1464889"/>
                  <a:pt x="2403565" y="1428206"/>
                  <a:pt x="2403565" y="1428206"/>
                </a:cubicBezTo>
                <a:cubicBezTo>
                  <a:pt x="2406468" y="1396275"/>
                  <a:pt x="2408297" y="1364227"/>
                  <a:pt x="2412274" y="1332412"/>
                </a:cubicBezTo>
                <a:cubicBezTo>
                  <a:pt x="2414110" y="1317725"/>
                  <a:pt x="2420983" y="1303671"/>
                  <a:pt x="2420983" y="1288869"/>
                </a:cubicBezTo>
                <a:cubicBezTo>
                  <a:pt x="2420983" y="1230739"/>
                  <a:pt x="2419793" y="1172339"/>
                  <a:pt x="2412274" y="1114698"/>
                </a:cubicBezTo>
                <a:cubicBezTo>
                  <a:pt x="2410920" y="1104319"/>
                  <a:pt x="2399108" y="1098136"/>
                  <a:pt x="2394857" y="1088572"/>
                </a:cubicBezTo>
                <a:cubicBezTo>
                  <a:pt x="2387401" y="1071795"/>
                  <a:pt x="2383246" y="1053737"/>
                  <a:pt x="2377440" y="1036320"/>
                </a:cubicBezTo>
                <a:cubicBezTo>
                  <a:pt x="2374537" y="1027612"/>
                  <a:pt x="2375222" y="1016686"/>
                  <a:pt x="2368731" y="1010195"/>
                </a:cubicBezTo>
                <a:lnTo>
                  <a:pt x="2342605" y="984069"/>
                </a:lnTo>
                <a:cubicBezTo>
                  <a:pt x="2310850" y="888796"/>
                  <a:pt x="2361493" y="1033098"/>
                  <a:pt x="2316480" y="931818"/>
                </a:cubicBezTo>
                <a:cubicBezTo>
                  <a:pt x="2309024" y="915041"/>
                  <a:pt x="2304869" y="896983"/>
                  <a:pt x="2299063" y="879566"/>
                </a:cubicBezTo>
                <a:lnTo>
                  <a:pt x="2290354" y="853440"/>
                </a:lnTo>
                <a:cubicBezTo>
                  <a:pt x="2287451" y="844732"/>
                  <a:pt x="2286737" y="834953"/>
                  <a:pt x="2281645" y="827315"/>
                </a:cubicBezTo>
                <a:lnTo>
                  <a:pt x="2264228" y="801189"/>
                </a:lnTo>
                <a:cubicBezTo>
                  <a:pt x="2258422" y="783772"/>
                  <a:pt x="2255021" y="765359"/>
                  <a:pt x="2246811" y="748938"/>
                </a:cubicBezTo>
                <a:cubicBezTo>
                  <a:pt x="2241005" y="737326"/>
                  <a:pt x="2234215" y="726157"/>
                  <a:pt x="2229394" y="714103"/>
                </a:cubicBezTo>
                <a:cubicBezTo>
                  <a:pt x="2222576" y="697057"/>
                  <a:pt x="2222161" y="677128"/>
                  <a:pt x="2211977" y="661852"/>
                </a:cubicBezTo>
                <a:cubicBezTo>
                  <a:pt x="2206171" y="653143"/>
                  <a:pt x="2199241" y="645087"/>
                  <a:pt x="2194560" y="635726"/>
                </a:cubicBezTo>
                <a:cubicBezTo>
                  <a:pt x="2190455" y="627515"/>
                  <a:pt x="2192342" y="616091"/>
                  <a:pt x="2185851" y="609600"/>
                </a:cubicBezTo>
                <a:cubicBezTo>
                  <a:pt x="2179360" y="603109"/>
                  <a:pt x="2168434" y="603795"/>
                  <a:pt x="2159725" y="600892"/>
                </a:cubicBezTo>
                <a:cubicBezTo>
                  <a:pt x="2071684" y="468827"/>
                  <a:pt x="2166978" y="604370"/>
                  <a:pt x="2098765" y="522515"/>
                </a:cubicBezTo>
                <a:cubicBezTo>
                  <a:pt x="2092064" y="514474"/>
                  <a:pt x="2089521" y="502928"/>
                  <a:pt x="2081348" y="496389"/>
                </a:cubicBezTo>
                <a:cubicBezTo>
                  <a:pt x="2074180" y="490654"/>
                  <a:pt x="2063433" y="491785"/>
                  <a:pt x="2055223" y="487680"/>
                </a:cubicBezTo>
                <a:cubicBezTo>
                  <a:pt x="2045862" y="482999"/>
                  <a:pt x="2037806" y="476069"/>
                  <a:pt x="2029097" y="470263"/>
                </a:cubicBezTo>
                <a:cubicBezTo>
                  <a:pt x="2023291" y="461555"/>
                  <a:pt x="2019557" y="451030"/>
                  <a:pt x="2011680" y="444138"/>
                </a:cubicBezTo>
                <a:cubicBezTo>
                  <a:pt x="1995926" y="430354"/>
                  <a:pt x="1959428" y="409303"/>
                  <a:pt x="1959428" y="409303"/>
                </a:cubicBezTo>
                <a:cubicBezTo>
                  <a:pt x="1950720" y="397692"/>
                  <a:pt x="1942749" y="385489"/>
                  <a:pt x="1933303" y="374469"/>
                </a:cubicBezTo>
                <a:cubicBezTo>
                  <a:pt x="1925288" y="365118"/>
                  <a:pt x="1914335" y="358365"/>
                  <a:pt x="1907177" y="348343"/>
                </a:cubicBezTo>
                <a:cubicBezTo>
                  <a:pt x="1899631" y="337779"/>
                  <a:pt x="1898940" y="322688"/>
                  <a:pt x="1889760" y="313509"/>
                </a:cubicBezTo>
                <a:cubicBezTo>
                  <a:pt x="1834846" y="258596"/>
                  <a:pt x="1855184" y="291867"/>
                  <a:pt x="1811383" y="269966"/>
                </a:cubicBezTo>
                <a:cubicBezTo>
                  <a:pt x="1754389" y="241468"/>
                  <a:pt x="1816922" y="264950"/>
                  <a:pt x="1759131" y="226423"/>
                </a:cubicBezTo>
                <a:cubicBezTo>
                  <a:pt x="1751493" y="221331"/>
                  <a:pt x="1741714" y="220618"/>
                  <a:pt x="1733005" y="217715"/>
                </a:cubicBezTo>
                <a:cubicBezTo>
                  <a:pt x="1724297" y="211909"/>
                  <a:pt x="1715053" y="206836"/>
                  <a:pt x="1706880" y="200298"/>
                </a:cubicBezTo>
                <a:cubicBezTo>
                  <a:pt x="1700469" y="195169"/>
                  <a:pt x="1696504" y="187104"/>
                  <a:pt x="1689463" y="182880"/>
                </a:cubicBezTo>
                <a:cubicBezTo>
                  <a:pt x="1633402" y="149243"/>
                  <a:pt x="1696464" y="207726"/>
                  <a:pt x="1628503" y="156755"/>
                </a:cubicBezTo>
                <a:cubicBezTo>
                  <a:pt x="1562383" y="107165"/>
                  <a:pt x="1623106" y="131732"/>
                  <a:pt x="1567543" y="113212"/>
                </a:cubicBezTo>
                <a:cubicBezTo>
                  <a:pt x="1549121" y="94791"/>
                  <a:pt x="1529055" y="73445"/>
                  <a:pt x="1506583" y="60960"/>
                </a:cubicBezTo>
                <a:cubicBezTo>
                  <a:pt x="1496120" y="55147"/>
                  <a:pt x="1483256" y="55540"/>
                  <a:pt x="1471748" y="52252"/>
                </a:cubicBezTo>
                <a:cubicBezTo>
                  <a:pt x="1433556" y="41340"/>
                  <a:pt x="1426777" y="31773"/>
                  <a:pt x="1375954" y="26126"/>
                </a:cubicBezTo>
                <a:lnTo>
                  <a:pt x="1297577" y="17418"/>
                </a:lnTo>
                <a:cubicBezTo>
                  <a:pt x="1270636" y="8437"/>
                  <a:pt x="1249852" y="0"/>
                  <a:pt x="1219200" y="0"/>
                </a:cubicBezTo>
                <a:cubicBezTo>
                  <a:pt x="1021666" y="0"/>
                  <a:pt x="1052286" y="14515"/>
                  <a:pt x="1018903" y="17418"/>
                </a:cubicBez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Uma ABB está balanceada se a</a:t>
            </a:r>
            <a:r>
              <a:rPr lang="pt-BR" sz="2000" dirty="0"/>
              <a:t> diferença de altura entre a </a:t>
            </a:r>
            <a:r>
              <a:rPr lang="pt-BR" sz="2000" dirty="0" err="1"/>
              <a:t>subárvore</a:t>
            </a:r>
            <a:r>
              <a:rPr lang="pt-BR" sz="2000" dirty="0"/>
              <a:t> da esquerda e a </a:t>
            </a:r>
            <a:r>
              <a:rPr lang="pt-BR" sz="2000" dirty="0" err="1"/>
              <a:t>subárvore</a:t>
            </a:r>
            <a:r>
              <a:rPr lang="pt-BR" sz="2000" dirty="0"/>
              <a:t> da direita é, no máximo, 1.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D1AD86-D6A1-4205-B5B2-DB24F8463396}"/>
              </a:ext>
            </a:extLst>
          </p:cNvPr>
          <p:cNvSpPr txBox="1"/>
          <p:nvPr/>
        </p:nvSpPr>
        <p:spPr>
          <a:xfrm>
            <a:off x="172911" y="2282213"/>
            <a:ext cx="3641959" cy="96641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esquerda</a:t>
            </a:r>
          </a:p>
          <a:p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 = altura da </a:t>
            </a:r>
            <a:r>
              <a:rPr lang="pt-BR" sz="1600" dirty="0" err="1">
                <a:solidFill>
                  <a:schemeClr val="accent2"/>
                </a:solidFill>
              </a:rPr>
              <a:t>subárvore</a:t>
            </a:r>
            <a:r>
              <a:rPr lang="pt-BR" sz="1600" dirty="0">
                <a:solidFill>
                  <a:schemeClr val="accent2"/>
                </a:solidFill>
              </a:rPr>
              <a:t> da direita</a:t>
            </a:r>
          </a:p>
          <a:p>
            <a:r>
              <a:rPr lang="pt-BR" sz="1600" dirty="0">
                <a:solidFill>
                  <a:schemeClr val="accent2"/>
                </a:solidFill>
              </a:rPr>
              <a:t>|</a:t>
            </a:r>
            <a:r>
              <a:rPr lang="pt-BR" sz="1600" dirty="0" err="1">
                <a:solidFill>
                  <a:schemeClr val="accent2"/>
                </a:solidFill>
              </a:rPr>
              <a:t>he</a:t>
            </a:r>
            <a:r>
              <a:rPr lang="pt-BR" sz="1600" dirty="0">
                <a:solidFill>
                  <a:schemeClr val="accent2"/>
                </a:solidFill>
              </a:rPr>
              <a:t> – </a:t>
            </a:r>
            <a:r>
              <a:rPr lang="pt-BR" sz="1600" dirty="0" err="1">
                <a:solidFill>
                  <a:schemeClr val="accent2"/>
                </a:solidFill>
              </a:rPr>
              <a:t>hd</a:t>
            </a:r>
            <a:r>
              <a:rPr lang="pt-BR" sz="1600" dirty="0">
                <a:solidFill>
                  <a:schemeClr val="accent2"/>
                </a:solidFill>
              </a:rPr>
              <a:t>| ≤ 1</a:t>
            </a:r>
          </a:p>
        </p:txBody>
      </p:sp>
      <p:sp>
        <p:nvSpPr>
          <p:cNvPr id="25" name="Balão de Fala: Retângulo com Cantos Arredondados 24">
            <a:extLst>
              <a:ext uri="{FF2B5EF4-FFF2-40B4-BE49-F238E27FC236}">
                <a16:creationId xmlns:a16="http://schemas.microsoft.com/office/drawing/2014/main" id="{929CF355-1F48-4EF2-8932-7F286700D905}"/>
              </a:ext>
            </a:extLst>
          </p:cNvPr>
          <p:cNvSpPr/>
          <p:nvPr/>
        </p:nvSpPr>
        <p:spPr bwMode="auto">
          <a:xfrm>
            <a:off x="1312164" y="4844566"/>
            <a:ext cx="1887306" cy="1430840"/>
          </a:xfrm>
          <a:prstGeom prst="wedgeRoundRectCallout">
            <a:avLst>
              <a:gd name="adj1" fmla="val 88472"/>
              <a:gd name="adj2" fmla="val -5118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he</a:t>
            </a:r>
            <a:r>
              <a:rPr lang="pt-BR" sz="1400" dirty="0">
                <a:solidFill>
                  <a:srgbClr val="FF0000"/>
                </a:solidFill>
              </a:rPr>
              <a:t> = 2</a:t>
            </a:r>
          </a:p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hd</a:t>
            </a:r>
            <a:r>
              <a:rPr lang="pt-BR" sz="1400" dirty="0">
                <a:solidFill>
                  <a:srgbClr val="FF0000"/>
                </a:solidFill>
              </a:rPr>
              <a:t> = 2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|-1 - 5| = </a:t>
            </a:r>
            <a:r>
              <a:rPr lang="pt-BR" sz="1400" b="1" dirty="0">
                <a:solidFill>
                  <a:srgbClr val="FF0000"/>
                </a:solidFill>
              </a:rPr>
              <a:t>0</a:t>
            </a:r>
          </a:p>
          <a:p>
            <a:pPr>
              <a:spcBef>
                <a:spcPts val="300"/>
              </a:spcBef>
            </a:pPr>
            <a:endParaRPr lang="pt-BR" sz="1400" dirty="0">
              <a:solidFill>
                <a:srgbClr val="FF0000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Balanceada!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AB305FF-F71A-4F86-A4C7-5281BD53E66C}"/>
              </a:ext>
            </a:extLst>
          </p:cNvPr>
          <p:cNvSpPr/>
          <p:nvPr/>
        </p:nvSpPr>
        <p:spPr bwMode="auto">
          <a:xfrm>
            <a:off x="5292725" y="386360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6C50E79-F77E-4C52-A49F-79E1CE6045F9}"/>
              </a:ext>
            </a:extLst>
          </p:cNvPr>
          <p:cNvSpPr/>
          <p:nvPr/>
        </p:nvSpPr>
        <p:spPr bwMode="auto">
          <a:xfrm>
            <a:off x="5806970" y="453513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0015E5C-A814-4FA3-BBA2-CECE40F651E9}"/>
              </a:ext>
            </a:extLst>
          </p:cNvPr>
          <p:cNvSpPr/>
          <p:nvPr/>
        </p:nvSpPr>
        <p:spPr bwMode="auto">
          <a:xfrm>
            <a:off x="6588316" y="33485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18AC7EED-D7F3-4348-B649-4268129898AA}"/>
              </a:ext>
            </a:extLst>
          </p:cNvPr>
          <p:cNvSpPr/>
          <p:nvPr/>
        </p:nvSpPr>
        <p:spPr bwMode="auto">
          <a:xfrm>
            <a:off x="7800001" y="386360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8EF51918-8F15-48E4-8C86-8F182DFE97DF}"/>
              </a:ext>
            </a:extLst>
          </p:cNvPr>
          <p:cNvSpPr/>
          <p:nvPr/>
        </p:nvSpPr>
        <p:spPr bwMode="auto">
          <a:xfrm>
            <a:off x="8440942" y="453082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7EFE08A6-D862-43FA-BB1F-B7C13EA2D94B}"/>
              </a:ext>
            </a:extLst>
          </p:cNvPr>
          <p:cNvSpPr/>
          <p:nvPr/>
        </p:nvSpPr>
        <p:spPr bwMode="auto">
          <a:xfrm>
            <a:off x="7163232" y="453513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706B562-16B3-4F14-8FDA-C011FC5A08DF}"/>
              </a:ext>
            </a:extLst>
          </p:cNvPr>
          <p:cNvSpPr/>
          <p:nvPr/>
        </p:nvSpPr>
        <p:spPr bwMode="auto">
          <a:xfrm>
            <a:off x="4752021" y="4505582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0F4B1FF6-E554-4DD1-8F51-433A3D52DE3B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6948356" y="3528549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40DD215C-7358-4D06-9D02-6E805DEA2C2A}"/>
              </a:ext>
            </a:extLst>
          </p:cNvPr>
          <p:cNvCxnSpPr>
            <a:stCxn id="34" idx="3"/>
            <a:endCxn id="35" idx="0"/>
          </p:cNvCxnSpPr>
          <p:nvPr/>
        </p:nvCxnSpPr>
        <p:spPr bwMode="auto">
          <a:xfrm>
            <a:off x="8160041" y="4043624"/>
            <a:ext cx="460921" cy="48720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622F04EB-1A1D-4F84-B794-CC4F621D7BE1}"/>
              </a:ext>
            </a:extLst>
          </p:cNvPr>
          <p:cNvCxnSpPr>
            <a:cxnSpLocks/>
            <a:stCxn id="35" idx="3"/>
          </p:cNvCxnSpPr>
          <p:nvPr/>
        </p:nvCxnSpPr>
        <p:spPr bwMode="auto">
          <a:xfrm>
            <a:off x="8800982" y="4710849"/>
            <a:ext cx="265871" cy="37433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id="{50C04810-0541-4DD0-A8D0-44C5F06BD4E2}"/>
              </a:ext>
            </a:extLst>
          </p:cNvPr>
          <p:cNvCxnSpPr>
            <a:cxnSpLocks/>
            <a:stCxn id="37" idx="3"/>
          </p:cNvCxnSpPr>
          <p:nvPr/>
        </p:nvCxnSpPr>
        <p:spPr bwMode="auto">
          <a:xfrm>
            <a:off x="5112061" y="4685602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2E61BE37-B2A0-4EE8-868E-9141265E3659}"/>
              </a:ext>
            </a:extLst>
          </p:cNvPr>
          <p:cNvCxnSpPr>
            <a:cxnSpLocks/>
            <a:stCxn id="33" idx="1"/>
            <a:endCxn id="31" idx="0"/>
          </p:cNvCxnSpPr>
          <p:nvPr/>
        </p:nvCxnSpPr>
        <p:spPr bwMode="auto">
          <a:xfrm rot="10800000" flipV="1">
            <a:off x="5472746" y="3528548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51BB1365-E8D9-42F6-A064-4C725058F363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 flipV="1">
            <a:off x="8196128" y="471084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F7C01D23-9743-48A6-A829-148E714B1B6B}"/>
              </a:ext>
            </a:extLst>
          </p:cNvPr>
          <p:cNvCxnSpPr>
            <a:cxnSpLocks/>
            <a:stCxn id="36" idx="1"/>
          </p:cNvCxnSpPr>
          <p:nvPr/>
        </p:nvCxnSpPr>
        <p:spPr bwMode="auto">
          <a:xfrm rot="10800000" flipV="1">
            <a:off x="6897362" y="4715153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831C2A32-42B7-4E93-95B4-709DB7AA8F4F}"/>
              </a:ext>
            </a:extLst>
          </p:cNvPr>
          <p:cNvCxnSpPr>
            <a:cxnSpLocks/>
            <a:stCxn id="37" idx="1"/>
          </p:cNvCxnSpPr>
          <p:nvPr/>
        </p:nvCxnSpPr>
        <p:spPr bwMode="auto">
          <a:xfrm rot="10800000" flipV="1">
            <a:off x="4427985" y="468560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5BC9ED1B-B73E-403C-B4F5-82CEE0BC14AC}"/>
              </a:ext>
            </a:extLst>
          </p:cNvPr>
          <p:cNvSpPr/>
          <p:nvPr/>
        </p:nvSpPr>
        <p:spPr bwMode="auto">
          <a:xfrm>
            <a:off x="6114879" y="3051975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019257D-96D5-4540-9F31-7F0BDC231EB6}"/>
              </a:ext>
            </a:extLst>
          </p:cNvPr>
          <p:cNvSpPr txBox="1"/>
          <p:nvPr/>
        </p:nvSpPr>
        <p:spPr>
          <a:xfrm>
            <a:off x="5652765" y="2880758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B94A87EF-64C7-4735-A8AB-97F8BBD1CA1E}"/>
              </a:ext>
            </a:extLst>
          </p:cNvPr>
          <p:cNvCxnSpPr>
            <a:cxnSpLocks/>
            <a:stCxn id="31" idx="3"/>
            <a:endCxn id="32" idx="0"/>
          </p:cNvCxnSpPr>
          <p:nvPr/>
        </p:nvCxnSpPr>
        <p:spPr bwMode="auto">
          <a:xfrm>
            <a:off x="5652765" y="4043624"/>
            <a:ext cx="334225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DAAEF64F-4263-4647-B1CC-9F4C6D164A25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562156" y="4697929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A9E03FFB-CF3D-4EC7-B891-0912C6334A28}"/>
              </a:ext>
            </a:extLst>
          </p:cNvPr>
          <p:cNvCxnSpPr>
            <a:cxnSpLocks/>
          </p:cNvCxnSpPr>
          <p:nvPr/>
        </p:nvCxnSpPr>
        <p:spPr bwMode="auto">
          <a:xfrm>
            <a:off x="6166400" y="4700410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C4546B8D-5AB7-4E19-98BC-5A8211956919}"/>
              </a:ext>
            </a:extLst>
          </p:cNvPr>
          <p:cNvCxnSpPr>
            <a:stCxn id="31" idx="1"/>
            <a:endCxn id="37" idx="0"/>
          </p:cNvCxnSpPr>
          <p:nvPr/>
        </p:nvCxnSpPr>
        <p:spPr bwMode="auto">
          <a:xfrm rot="10800000" flipV="1">
            <a:off x="4932041" y="4043624"/>
            <a:ext cx="360684" cy="4619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Conector: Angulado 51">
            <a:extLst>
              <a:ext uri="{FF2B5EF4-FFF2-40B4-BE49-F238E27FC236}">
                <a16:creationId xmlns:a16="http://schemas.microsoft.com/office/drawing/2014/main" id="{E28DB67F-4CF6-4FC9-99B1-8FC8E5A753F7}"/>
              </a:ext>
            </a:extLst>
          </p:cNvPr>
          <p:cNvCxnSpPr>
            <a:stCxn id="34" idx="1"/>
            <a:endCxn id="36" idx="0"/>
          </p:cNvCxnSpPr>
          <p:nvPr/>
        </p:nvCxnSpPr>
        <p:spPr bwMode="auto">
          <a:xfrm rot="10800000" flipV="1">
            <a:off x="7343253" y="4043623"/>
            <a:ext cx="456749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37E3DA38-C6C4-44E4-989A-60D723CDB4FD}"/>
              </a:ext>
            </a:extLst>
          </p:cNvPr>
          <p:cNvCxnSpPr>
            <a:cxnSpLocks/>
          </p:cNvCxnSpPr>
          <p:nvPr/>
        </p:nvCxnSpPr>
        <p:spPr bwMode="auto">
          <a:xfrm>
            <a:off x="7517661" y="4695598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17383814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A ABB a seguir está balanceada?</a:t>
            </a:r>
            <a:endParaRPr lang="pt-BR" sz="200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3D86A02-CA8E-4788-AAAD-B6A66EE8E935}"/>
              </a:ext>
            </a:extLst>
          </p:cNvPr>
          <p:cNvSpPr/>
          <p:nvPr/>
        </p:nvSpPr>
        <p:spPr bwMode="auto">
          <a:xfrm>
            <a:off x="5616116" y="325925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200" dirty="0"/>
              <a:t>16</a:t>
            </a: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5D3428B-46F4-4DC6-9EA5-79BA9F6DCC9C}"/>
              </a:ext>
            </a:extLst>
          </p:cNvPr>
          <p:cNvSpPr/>
          <p:nvPr/>
        </p:nvSpPr>
        <p:spPr bwMode="auto">
          <a:xfrm>
            <a:off x="5186137" y="379931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DAB22BB-6C06-4175-9004-B7200315F393}"/>
              </a:ext>
            </a:extLst>
          </p:cNvPr>
          <p:cNvSpPr/>
          <p:nvPr/>
        </p:nvSpPr>
        <p:spPr bwMode="auto">
          <a:xfrm>
            <a:off x="6294863" y="274502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859434E-4DEC-4161-9793-4D0A01334B0D}"/>
              </a:ext>
            </a:extLst>
          </p:cNvPr>
          <p:cNvSpPr/>
          <p:nvPr/>
        </p:nvSpPr>
        <p:spPr bwMode="auto">
          <a:xfrm>
            <a:off x="6984268" y="3257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30D8B3D-1082-4B7D-94C0-942E4D63D8CD}"/>
              </a:ext>
            </a:extLst>
          </p:cNvPr>
          <p:cNvSpPr/>
          <p:nvPr/>
        </p:nvSpPr>
        <p:spPr bwMode="auto">
          <a:xfrm>
            <a:off x="7488324" y="3761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8E9A321-CC5C-4240-85E1-49992449641A}"/>
              </a:ext>
            </a:extLst>
          </p:cNvPr>
          <p:cNvSpPr/>
          <p:nvPr/>
        </p:nvSpPr>
        <p:spPr bwMode="auto">
          <a:xfrm>
            <a:off x="7992380" y="4265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17DA7F5-FC67-483C-8B02-9562D7C9CF0C}"/>
              </a:ext>
            </a:extLst>
          </p:cNvPr>
          <p:cNvSpPr/>
          <p:nvPr/>
        </p:nvSpPr>
        <p:spPr bwMode="auto">
          <a:xfrm>
            <a:off x="4722577" y="433794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4DB4809D-E64C-4DE5-9F4B-9F50FB1D0FA0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6654903" y="2925047"/>
            <a:ext cx="509385" cy="3327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659DA5A1-8730-42A9-B50D-31EDCD42FA4F}"/>
              </a:ext>
            </a:extLst>
          </p:cNvPr>
          <p:cNvCxnSpPr>
            <a:stCxn id="34" idx="3"/>
            <a:endCxn id="35" idx="0"/>
          </p:cNvCxnSpPr>
          <p:nvPr/>
        </p:nvCxnSpPr>
        <p:spPr bwMode="auto">
          <a:xfrm>
            <a:off x="7344308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6C69D051-18CB-4684-8851-1495D5C34C46}"/>
              </a:ext>
            </a:extLst>
          </p:cNvPr>
          <p:cNvCxnSpPr>
            <a:stCxn id="35" idx="3"/>
            <a:endCxn id="36" idx="0"/>
          </p:cNvCxnSpPr>
          <p:nvPr/>
        </p:nvCxnSpPr>
        <p:spPr bwMode="auto">
          <a:xfrm>
            <a:off x="7848364" y="39418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9209FC32-EA6F-4405-AECB-EB3097E8CD4B}"/>
              </a:ext>
            </a:extLst>
          </p:cNvPr>
          <p:cNvCxnSpPr>
            <a:cxnSpLocks/>
            <a:stCxn id="37" idx="3"/>
          </p:cNvCxnSpPr>
          <p:nvPr/>
        </p:nvCxnSpPr>
        <p:spPr bwMode="auto">
          <a:xfrm>
            <a:off x="5082617" y="4517964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C2BBF26C-08B8-46B3-AB40-6A9570B10933}"/>
              </a:ext>
            </a:extLst>
          </p:cNvPr>
          <p:cNvCxnSpPr>
            <a:cxnSpLocks/>
            <a:stCxn id="33" idx="1"/>
            <a:endCxn id="31" idx="0"/>
          </p:cNvCxnSpPr>
          <p:nvPr/>
        </p:nvCxnSpPr>
        <p:spPr bwMode="auto">
          <a:xfrm rot="10800000" flipV="1">
            <a:off x="5796137" y="2925047"/>
            <a:ext cx="498727" cy="33420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3632DF2E-CEEE-4790-9127-49677E8FE0B6}"/>
              </a:ext>
            </a:extLst>
          </p:cNvPr>
          <p:cNvCxnSpPr>
            <a:cxnSpLocks/>
            <a:stCxn id="34" idx="1"/>
          </p:cNvCxnSpPr>
          <p:nvPr/>
        </p:nvCxnSpPr>
        <p:spPr bwMode="auto">
          <a:xfrm rot="10800000" flipV="1">
            <a:off x="6660232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23E3AA80-A6A8-44D2-ADFE-989091FCCD64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 flipV="1">
            <a:off x="7243510" y="394189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82311EA5-C7D6-48EA-8106-B608926B703E}"/>
              </a:ext>
            </a:extLst>
          </p:cNvPr>
          <p:cNvCxnSpPr>
            <a:cxnSpLocks/>
            <a:stCxn id="36" idx="1"/>
          </p:cNvCxnSpPr>
          <p:nvPr/>
        </p:nvCxnSpPr>
        <p:spPr bwMode="auto">
          <a:xfrm rot="10800000" flipV="1">
            <a:off x="7726510" y="444595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9EAF99F1-1A89-4007-9891-2F7EDC749293}"/>
              </a:ext>
            </a:extLst>
          </p:cNvPr>
          <p:cNvCxnSpPr>
            <a:cxnSpLocks/>
            <a:stCxn id="37" idx="1"/>
          </p:cNvCxnSpPr>
          <p:nvPr/>
        </p:nvCxnSpPr>
        <p:spPr bwMode="auto">
          <a:xfrm rot="10800000" flipV="1">
            <a:off x="4398541" y="451796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0BA23E46-0561-4F97-BDF8-CF4486B3FD08}"/>
              </a:ext>
            </a:extLst>
          </p:cNvPr>
          <p:cNvSpPr/>
          <p:nvPr/>
        </p:nvSpPr>
        <p:spPr bwMode="auto">
          <a:xfrm>
            <a:off x="5828271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4A9F52A-1E2D-48B3-B99E-333263CD05BE}"/>
              </a:ext>
            </a:extLst>
          </p:cNvPr>
          <p:cNvSpPr txBox="1"/>
          <p:nvPr/>
        </p:nvSpPr>
        <p:spPr>
          <a:xfrm>
            <a:off x="5366157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32441062-91A2-48CB-A4CC-1BB5D5D55AFE}"/>
              </a:ext>
            </a:extLst>
          </p:cNvPr>
          <p:cNvCxnSpPr/>
          <p:nvPr/>
        </p:nvCxnSpPr>
        <p:spPr bwMode="auto">
          <a:xfrm>
            <a:off x="5545567" y="396459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B1AE5CAD-5A69-4491-844C-94B6EFDDC06F}"/>
              </a:ext>
            </a:extLst>
          </p:cNvPr>
          <p:cNvCxnSpPr>
            <a:stCxn id="32" idx="1"/>
            <a:endCxn id="37" idx="0"/>
          </p:cNvCxnSpPr>
          <p:nvPr/>
        </p:nvCxnSpPr>
        <p:spPr bwMode="auto">
          <a:xfrm rot="10800000" flipV="1">
            <a:off x="4902597" y="3979334"/>
            <a:ext cx="283540" cy="3586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CC19C5EF-8773-4C67-A8CF-602E50C9453A}"/>
              </a:ext>
            </a:extLst>
          </p:cNvPr>
          <p:cNvCxnSpPr>
            <a:stCxn id="31" idx="1"/>
            <a:endCxn id="32" idx="0"/>
          </p:cNvCxnSpPr>
          <p:nvPr/>
        </p:nvCxnSpPr>
        <p:spPr bwMode="auto">
          <a:xfrm rot="10800000" flipV="1">
            <a:off x="5366158" y="3439275"/>
            <a:ext cx="249959" cy="36004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8E4849ED-4D9C-411A-87CE-7DD746E704D3}"/>
              </a:ext>
            </a:extLst>
          </p:cNvPr>
          <p:cNvCxnSpPr/>
          <p:nvPr/>
        </p:nvCxnSpPr>
        <p:spPr bwMode="auto">
          <a:xfrm>
            <a:off x="5970827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5F7B9F29-545C-4FAC-9BFB-6E9555F6BCCB}"/>
              </a:ext>
            </a:extLst>
          </p:cNvPr>
          <p:cNvCxnSpPr/>
          <p:nvPr/>
        </p:nvCxnSpPr>
        <p:spPr bwMode="auto">
          <a:xfrm>
            <a:off x="8352420" y="444595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1492521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52CAFBE-A3E2-497D-BE20-E379A2B4CDCC}"/>
              </a:ext>
            </a:extLst>
          </p:cNvPr>
          <p:cNvSpPr/>
          <p:nvPr/>
        </p:nvSpPr>
        <p:spPr bwMode="auto">
          <a:xfrm>
            <a:off x="6566263" y="3048000"/>
            <a:ext cx="2290738" cy="1959429"/>
          </a:xfrm>
          <a:custGeom>
            <a:avLst/>
            <a:gdLst>
              <a:gd name="connsiteX0" fmla="*/ 496388 w 2290738"/>
              <a:gd name="connsiteY0" fmla="*/ 0 h 1959429"/>
              <a:gd name="connsiteX1" fmla="*/ 496388 w 2290738"/>
              <a:gd name="connsiteY1" fmla="*/ 0 h 1959429"/>
              <a:gd name="connsiteX2" fmla="*/ 330926 w 2290738"/>
              <a:gd name="connsiteY2" fmla="*/ 78377 h 1959429"/>
              <a:gd name="connsiteX3" fmla="*/ 269966 w 2290738"/>
              <a:gd name="connsiteY3" fmla="*/ 104503 h 1959429"/>
              <a:gd name="connsiteX4" fmla="*/ 217714 w 2290738"/>
              <a:gd name="connsiteY4" fmla="*/ 148046 h 1959429"/>
              <a:gd name="connsiteX5" fmla="*/ 191588 w 2290738"/>
              <a:gd name="connsiteY5" fmla="*/ 156754 h 1959429"/>
              <a:gd name="connsiteX6" fmla="*/ 165463 w 2290738"/>
              <a:gd name="connsiteY6" fmla="*/ 174171 h 1959429"/>
              <a:gd name="connsiteX7" fmla="*/ 130628 w 2290738"/>
              <a:gd name="connsiteY7" fmla="*/ 209006 h 1959429"/>
              <a:gd name="connsiteX8" fmla="*/ 104503 w 2290738"/>
              <a:gd name="connsiteY8" fmla="*/ 252549 h 1959429"/>
              <a:gd name="connsiteX9" fmla="*/ 69668 w 2290738"/>
              <a:gd name="connsiteY9" fmla="*/ 304800 h 1959429"/>
              <a:gd name="connsiteX10" fmla="*/ 52251 w 2290738"/>
              <a:gd name="connsiteY10" fmla="*/ 374469 h 1959429"/>
              <a:gd name="connsiteX11" fmla="*/ 34834 w 2290738"/>
              <a:gd name="connsiteY11" fmla="*/ 426720 h 1959429"/>
              <a:gd name="connsiteX12" fmla="*/ 26126 w 2290738"/>
              <a:gd name="connsiteY12" fmla="*/ 452846 h 1959429"/>
              <a:gd name="connsiteX13" fmla="*/ 17417 w 2290738"/>
              <a:gd name="connsiteY13" fmla="*/ 478971 h 1959429"/>
              <a:gd name="connsiteX14" fmla="*/ 0 w 2290738"/>
              <a:gd name="connsiteY14" fmla="*/ 661851 h 1959429"/>
              <a:gd name="connsiteX15" fmla="*/ 8708 w 2290738"/>
              <a:gd name="connsiteY15" fmla="*/ 792480 h 1959429"/>
              <a:gd name="connsiteX16" fmla="*/ 34834 w 2290738"/>
              <a:gd name="connsiteY16" fmla="*/ 844731 h 1959429"/>
              <a:gd name="connsiteX17" fmla="*/ 52251 w 2290738"/>
              <a:gd name="connsiteY17" fmla="*/ 862149 h 1959429"/>
              <a:gd name="connsiteX18" fmla="*/ 104503 w 2290738"/>
              <a:gd name="connsiteY18" fmla="*/ 896983 h 1959429"/>
              <a:gd name="connsiteX19" fmla="*/ 121920 w 2290738"/>
              <a:gd name="connsiteY19" fmla="*/ 931817 h 1959429"/>
              <a:gd name="connsiteX20" fmla="*/ 139337 w 2290738"/>
              <a:gd name="connsiteY20" fmla="*/ 957943 h 1959429"/>
              <a:gd name="connsiteX21" fmla="*/ 148046 w 2290738"/>
              <a:gd name="connsiteY21" fmla="*/ 984069 h 1959429"/>
              <a:gd name="connsiteX22" fmla="*/ 174171 w 2290738"/>
              <a:gd name="connsiteY22" fmla="*/ 992777 h 1959429"/>
              <a:gd name="connsiteX23" fmla="*/ 191588 w 2290738"/>
              <a:gd name="connsiteY23" fmla="*/ 1018903 h 1959429"/>
              <a:gd name="connsiteX24" fmla="*/ 209006 w 2290738"/>
              <a:gd name="connsiteY24" fmla="*/ 1036320 h 1959429"/>
              <a:gd name="connsiteX25" fmla="*/ 226423 w 2290738"/>
              <a:gd name="connsiteY25" fmla="*/ 1071154 h 1959429"/>
              <a:gd name="connsiteX26" fmla="*/ 235131 w 2290738"/>
              <a:gd name="connsiteY26" fmla="*/ 1097280 h 1959429"/>
              <a:gd name="connsiteX27" fmla="*/ 261257 w 2290738"/>
              <a:gd name="connsiteY27" fmla="*/ 1114697 h 1959429"/>
              <a:gd name="connsiteX28" fmla="*/ 269966 w 2290738"/>
              <a:gd name="connsiteY28" fmla="*/ 1140823 h 1959429"/>
              <a:gd name="connsiteX29" fmla="*/ 330926 w 2290738"/>
              <a:gd name="connsiteY29" fmla="*/ 1184366 h 1959429"/>
              <a:gd name="connsiteX30" fmla="*/ 357051 w 2290738"/>
              <a:gd name="connsiteY30" fmla="*/ 1210491 h 1959429"/>
              <a:gd name="connsiteX31" fmla="*/ 365760 w 2290738"/>
              <a:gd name="connsiteY31" fmla="*/ 1236617 h 1959429"/>
              <a:gd name="connsiteX32" fmla="*/ 391886 w 2290738"/>
              <a:gd name="connsiteY32" fmla="*/ 1245326 h 1959429"/>
              <a:gd name="connsiteX33" fmla="*/ 418011 w 2290738"/>
              <a:gd name="connsiteY33" fmla="*/ 1262743 h 1959429"/>
              <a:gd name="connsiteX34" fmla="*/ 470263 w 2290738"/>
              <a:gd name="connsiteY34" fmla="*/ 1314994 h 1959429"/>
              <a:gd name="connsiteX35" fmla="*/ 513806 w 2290738"/>
              <a:gd name="connsiteY35" fmla="*/ 1358537 h 1959429"/>
              <a:gd name="connsiteX36" fmla="*/ 531223 w 2290738"/>
              <a:gd name="connsiteY36" fmla="*/ 1384663 h 1959429"/>
              <a:gd name="connsiteX37" fmla="*/ 566057 w 2290738"/>
              <a:gd name="connsiteY37" fmla="*/ 1402080 h 1959429"/>
              <a:gd name="connsiteX38" fmla="*/ 583474 w 2290738"/>
              <a:gd name="connsiteY38" fmla="*/ 1428206 h 1959429"/>
              <a:gd name="connsiteX39" fmla="*/ 609600 w 2290738"/>
              <a:gd name="connsiteY39" fmla="*/ 1436914 h 1959429"/>
              <a:gd name="connsiteX40" fmla="*/ 635726 w 2290738"/>
              <a:gd name="connsiteY40" fmla="*/ 1454331 h 1959429"/>
              <a:gd name="connsiteX41" fmla="*/ 687977 w 2290738"/>
              <a:gd name="connsiteY41" fmla="*/ 1497874 h 1959429"/>
              <a:gd name="connsiteX42" fmla="*/ 757646 w 2290738"/>
              <a:gd name="connsiteY42" fmla="*/ 1576251 h 1959429"/>
              <a:gd name="connsiteX43" fmla="*/ 775063 w 2290738"/>
              <a:gd name="connsiteY43" fmla="*/ 1593669 h 1959429"/>
              <a:gd name="connsiteX44" fmla="*/ 818606 w 2290738"/>
              <a:gd name="connsiteY44" fmla="*/ 1645920 h 1959429"/>
              <a:gd name="connsiteX45" fmla="*/ 836023 w 2290738"/>
              <a:gd name="connsiteY45" fmla="*/ 1672046 h 1959429"/>
              <a:gd name="connsiteX46" fmla="*/ 862148 w 2290738"/>
              <a:gd name="connsiteY46" fmla="*/ 1689463 h 1959429"/>
              <a:gd name="connsiteX47" fmla="*/ 879566 w 2290738"/>
              <a:gd name="connsiteY47" fmla="*/ 1706880 h 1959429"/>
              <a:gd name="connsiteX48" fmla="*/ 914400 w 2290738"/>
              <a:gd name="connsiteY48" fmla="*/ 1767840 h 1959429"/>
              <a:gd name="connsiteX49" fmla="*/ 940526 w 2290738"/>
              <a:gd name="connsiteY49" fmla="*/ 1776549 h 1959429"/>
              <a:gd name="connsiteX50" fmla="*/ 975360 w 2290738"/>
              <a:gd name="connsiteY50" fmla="*/ 1802674 h 1959429"/>
              <a:gd name="connsiteX51" fmla="*/ 1001486 w 2290738"/>
              <a:gd name="connsiteY51" fmla="*/ 1828800 h 1959429"/>
              <a:gd name="connsiteX52" fmla="*/ 1027611 w 2290738"/>
              <a:gd name="connsiteY52" fmla="*/ 1837509 h 1959429"/>
              <a:gd name="connsiteX53" fmla="*/ 1053737 w 2290738"/>
              <a:gd name="connsiteY53" fmla="*/ 1854926 h 1959429"/>
              <a:gd name="connsiteX54" fmla="*/ 1105988 w 2290738"/>
              <a:gd name="connsiteY54" fmla="*/ 1872343 h 1959429"/>
              <a:gd name="connsiteX55" fmla="*/ 1140823 w 2290738"/>
              <a:gd name="connsiteY55" fmla="*/ 1889760 h 1959429"/>
              <a:gd name="connsiteX56" fmla="*/ 1193074 w 2290738"/>
              <a:gd name="connsiteY56" fmla="*/ 1907177 h 1959429"/>
              <a:gd name="connsiteX57" fmla="*/ 1219200 w 2290738"/>
              <a:gd name="connsiteY57" fmla="*/ 1924594 h 1959429"/>
              <a:gd name="connsiteX58" fmla="*/ 1297577 w 2290738"/>
              <a:gd name="connsiteY58" fmla="*/ 1942011 h 1959429"/>
              <a:gd name="connsiteX59" fmla="*/ 1402080 w 2290738"/>
              <a:gd name="connsiteY59" fmla="*/ 1959429 h 1959429"/>
              <a:gd name="connsiteX60" fmla="*/ 1881051 w 2290738"/>
              <a:gd name="connsiteY60" fmla="*/ 1942011 h 1959429"/>
              <a:gd name="connsiteX61" fmla="*/ 1915886 w 2290738"/>
              <a:gd name="connsiteY61" fmla="*/ 1933303 h 1959429"/>
              <a:gd name="connsiteX62" fmla="*/ 1976846 w 2290738"/>
              <a:gd name="connsiteY62" fmla="*/ 1924594 h 1959429"/>
              <a:gd name="connsiteX63" fmla="*/ 2142308 w 2290738"/>
              <a:gd name="connsiteY63" fmla="*/ 1915886 h 1959429"/>
              <a:gd name="connsiteX64" fmla="*/ 2220686 w 2290738"/>
              <a:gd name="connsiteY64" fmla="*/ 1854926 h 1959429"/>
              <a:gd name="connsiteX65" fmla="*/ 2246811 w 2290738"/>
              <a:gd name="connsiteY65" fmla="*/ 1828800 h 1959429"/>
              <a:gd name="connsiteX66" fmla="*/ 2264228 w 2290738"/>
              <a:gd name="connsiteY66" fmla="*/ 1767840 h 1959429"/>
              <a:gd name="connsiteX67" fmla="*/ 2281646 w 2290738"/>
              <a:gd name="connsiteY67" fmla="*/ 1715589 h 1959429"/>
              <a:gd name="connsiteX68" fmla="*/ 2290354 w 2290738"/>
              <a:gd name="connsiteY68" fmla="*/ 1689463 h 1959429"/>
              <a:gd name="connsiteX69" fmla="*/ 2264228 w 2290738"/>
              <a:gd name="connsiteY69" fmla="*/ 1463040 h 1959429"/>
              <a:gd name="connsiteX70" fmla="*/ 2246811 w 2290738"/>
              <a:gd name="connsiteY70" fmla="*/ 1436914 h 1959429"/>
              <a:gd name="connsiteX71" fmla="*/ 2238103 w 2290738"/>
              <a:gd name="connsiteY71" fmla="*/ 1410789 h 1959429"/>
              <a:gd name="connsiteX72" fmla="*/ 2220686 w 2290738"/>
              <a:gd name="connsiteY72" fmla="*/ 1393371 h 1959429"/>
              <a:gd name="connsiteX73" fmla="*/ 2203268 w 2290738"/>
              <a:gd name="connsiteY73" fmla="*/ 1367246 h 1959429"/>
              <a:gd name="connsiteX74" fmla="*/ 2177143 w 2290738"/>
              <a:gd name="connsiteY74" fmla="*/ 1314994 h 1959429"/>
              <a:gd name="connsiteX75" fmla="*/ 2168434 w 2290738"/>
              <a:gd name="connsiteY75" fmla="*/ 1288869 h 1959429"/>
              <a:gd name="connsiteX76" fmla="*/ 2151017 w 2290738"/>
              <a:gd name="connsiteY76" fmla="*/ 1262743 h 1959429"/>
              <a:gd name="connsiteX77" fmla="*/ 2124891 w 2290738"/>
              <a:gd name="connsiteY77" fmla="*/ 1210491 h 1959429"/>
              <a:gd name="connsiteX78" fmla="*/ 2081348 w 2290738"/>
              <a:gd name="connsiteY78" fmla="*/ 1166949 h 1959429"/>
              <a:gd name="connsiteX79" fmla="*/ 2063931 w 2290738"/>
              <a:gd name="connsiteY79" fmla="*/ 1149531 h 1959429"/>
              <a:gd name="connsiteX80" fmla="*/ 2029097 w 2290738"/>
              <a:gd name="connsiteY80" fmla="*/ 1088571 h 1959429"/>
              <a:gd name="connsiteX81" fmla="*/ 2011680 w 2290738"/>
              <a:gd name="connsiteY81" fmla="*/ 1053737 h 1959429"/>
              <a:gd name="connsiteX82" fmla="*/ 1959428 w 2290738"/>
              <a:gd name="connsiteY82" fmla="*/ 1010194 h 1959429"/>
              <a:gd name="connsiteX83" fmla="*/ 1924594 w 2290738"/>
              <a:gd name="connsiteY83" fmla="*/ 966651 h 1959429"/>
              <a:gd name="connsiteX84" fmla="*/ 1907177 w 2290738"/>
              <a:gd name="connsiteY84" fmla="*/ 940526 h 1959429"/>
              <a:gd name="connsiteX85" fmla="*/ 1854926 w 2290738"/>
              <a:gd name="connsiteY85" fmla="*/ 888274 h 1959429"/>
              <a:gd name="connsiteX86" fmla="*/ 1828800 w 2290738"/>
              <a:gd name="connsiteY86" fmla="*/ 862149 h 1959429"/>
              <a:gd name="connsiteX87" fmla="*/ 1785257 w 2290738"/>
              <a:gd name="connsiteY87" fmla="*/ 844731 h 1959429"/>
              <a:gd name="connsiteX88" fmla="*/ 1724297 w 2290738"/>
              <a:gd name="connsiteY88" fmla="*/ 801189 h 1959429"/>
              <a:gd name="connsiteX89" fmla="*/ 1698171 w 2290738"/>
              <a:gd name="connsiteY89" fmla="*/ 775063 h 1959429"/>
              <a:gd name="connsiteX90" fmla="*/ 1663337 w 2290738"/>
              <a:gd name="connsiteY90" fmla="*/ 748937 h 1959429"/>
              <a:gd name="connsiteX91" fmla="*/ 1637211 w 2290738"/>
              <a:gd name="connsiteY91" fmla="*/ 731520 h 1959429"/>
              <a:gd name="connsiteX92" fmla="*/ 1602377 w 2290738"/>
              <a:gd name="connsiteY92" fmla="*/ 714103 h 1959429"/>
              <a:gd name="connsiteX93" fmla="*/ 1576251 w 2290738"/>
              <a:gd name="connsiteY93" fmla="*/ 687977 h 1959429"/>
              <a:gd name="connsiteX94" fmla="*/ 1515291 w 2290738"/>
              <a:gd name="connsiteY94" fmla="*/ 644434 h 1959429"/>
              <a:gd name="connsiteX95" fmla="*/ 1480457 w 2290738"/>
              <a:gd name="connsiteY95" fmla="*/ 627017 h 1959429"/>
              <a:gd name="connsiteX96" fmla="*/ 1463040 w 2290738"/>
              <a:gd name="connsiteY96" fmla="*/ 600891 h 1959429"/>
              <a:gd name="connsiteX97" fmla="*/ 1402080 w 2290738"/>
              <a:gd name="connsiteY97" fmla="*/ 566057 h 1959429"/>
              <a:gd name="connsiteX98" fmla="*/ 1358537 w 2290738"/>
              <a:gd name="connsiteY98" fmla="*/ 513806 h 1959429"/>
              <a:gd name="connsiteX99" fmla="*/ 1332411 w 2290738"/>
              <a:gd name="connsiteY99" fmla="*/ 496389 h 1959429"/>
              <a:gd name="connsiteX100" fmla="*/ 1314994 w 2290738"/>
              <a:gd name="connsiteY100" fmla="*/ 478971 h 1959429"/>
              <a:gd name="connsiteX101" fmla="*/ 1280160 w 2290738"/>
              <a:gd name="connsiteY101" fmla="*/ 452846 h 1959429"/>
              <a:gd name="connsiteX102" fmla="*/ 1227908 w 2290738"/>
              <a:gd name="connsiteY102" fmla="*/ 400594 h 1959429"/>
              <a:gd name="connsiteX103" fmla="*/ 1210491 w 2290738"/>
              <a:gd name="connsiteY103" fmla="*/ 374469 h 1959429"/>
              <a:gd name="connsiteX104" fmla="*/ 1184366 w 2290738"/>
              <a:gd name="connsiteY104" fmla="*/ 357051 h 1959429"/>
              <a:gd name="connsiteX105" fmla="*/ 1158240 w 2290738"/>
              <a:gd name="connsiteY105" fmla="*/ 330926 h 1959429"/>
              <a:gd name="connsiteX106" fmla="*/ 1132114 w 2290738"/>
              <a:gd name="connsiteY106" fmla="*/ 313509 h 1959429"/>
              <a:gd name="connsiteX107" fmla="*/ 1114697 w 2290738"/>
              <a:gd name="connsiteY107" fmla="*/ 296091 h 1959429"/>
              <a:gd name="connsiteX108" fmla="*/ 1071154 w 2290738"/>
              <a:gd name="connsiteY108" fmla="*/ 243840 h 1959429"/>
              <a:gd name="connsiteX109" fmla="*/ 1018903 w 2290738"/>
              <a:gd name="connsiteY109" fmla="*/ 217714 h 1959429"/>
              <a:gd name="connsiteX110" fmla="*/ 949234 w 2290738"/>
              <a:gd name="connsiteY110" fmla="*/ 165463 h 1959429"/>
              <a:gd name="connsiteX111" fmla="*/ 896983 w 2290738"/>
              <a:gd name="connsiteY111" fmla="*/ 130629 h 1959429"/>
              <a:gd name="connsiteX112" fmla="*/ 870857 w 2290738"/>
              <a:gd name="connsiteY112" fmla="*/ 121920 h 1959429"/>
              <a:gd name="connsiteX113" fmla="*/ 818606 w 2290738"/>
              <a:gd name="connsiteY113" fmla="*/ 87086 h 1959429"/>
              <a:gd name="connsiteX114" fmla="*/ 801188 w 2290738"/>
              <a:gd name="connsiteY114" fmla="*/ 69669 h 1959429"/>
              <a:gd name="connsiteX115" fmla="*/ 775063 w 2290738"/>
              <a:gd name="connsiteY115" fmla="*/ 60960 h 1959429"/>
              <a:gd name="connsiteX116" fmla="*/ 714103 w 2290738"/>
              <a:gd name="connsiteY116" fmla="*/ 34834 h 1959429"/>
              <a:gd name="connsiteX117" fmla="*/ 687977 w 2290738"/>
              <a:gd name="connsiteY117" fmla="*/ 17417 h 1959429"/>
              <a:gd name="connsiteX118" fmla="*/ 618308 w 2290738"/>
              <a:gd name="connsiteY118" fmla="*/ 0 h 1959429"/>
              <a:gd name="connsiteX119" fmla="*/ 513806 w 2290738"/>
              <a:gd name="connsiteY119" fmla="*/ 8709 h 1959429"/>
              <a:gd name="connsiteX120" fmla="*/ 487680 w 2290738"/>
              <a:gd name="connsiteY120" fmla="*/ 17417 h 1959429"/>
              <a:gd name="connsiteX121" fmla="*/ 496388 w 2290738"/>
              <a:gd name="connsiteY121" fmla="*/ 0 h 1959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2290738" h="1959429">
                <a:moveTo>
                  <a:pt x="496388" y="0"/>
                </a:moveTo>
                <a:lnTo>
                  <a:pt x="496388" y="0"/>
                </a:lnTo>
                <a:cubicBezTo>
                  <a:pt x="441234" y="26126"/>
                  <a:pt x="385512" y="51084"/>
                  <a:pt x="330926" y="78377"/>
                </a:cubicBezTo>
                <a:cubicBezTo>
                  <a:pt x="270785" y="108447"/>
                  <a:pt x="342463" y="86378"/>
                  <a:pt x="269966" y="104503"/>
                </a:cubicBezTo>
                <a:cubicBezTo>
                  <a:pt x="252046" y="122422"/>
                  <a:pt x="241861" y="134248"/>
                  <a:pt x="217714" y="148046"/>
                </a:cubicBezTo>
                <a:cubicBezTo>
                  <a:pt x="209744" y="152600"/>
                  <a:pt x="200297" y="153851"/>
                  <a:pt x="191588" y="156754"/>
                </a:cubicBezTo>
                <a:cubicBezTo>
                  <a:pt x="182880" y="162560"/>
                  <a:pt x="173409" y="167360"/>
                  <a:pt x="165463" y="174171"/>
                </a:cubicBezTo>
                <a:cubicBezTo>
                  <a:pt x="152995" y="184858"/>
                  <a:pt x="130628" y="209006"/>
                  <a:pt x="130628" y="209006"/>
                </a:cubicBezTo>
                <a:cubicBezTo>
                  <a:pt x="113979" y="258954"/>
                  <a:pt x="133191" y="214299"/>
                  <a:pt x="104503" y="252549"/>
                </a:cubicBezTo>
                <a:cubicBezTo>
                  <a:pt x="91943" y="269295"/>
                  <a:pt x="69668" y="304800"/>
                  <a:pt x="69668" y="304800"/>
                </a:cubicBezTo>
                <a:cubicBezTo>
                  <a:pt x="43241" y="384088"/>
                  <a:pt x="83785" y="258846"/>
                  <a:pt x="52251" y="374469"/>
                </a:cubicBezTo>
                <a:cubicBezTo>
                  <a:pt x="47420" y="392181"/>
                  <a:pt x="40640" y="409303"/>
                  <a:pt x="34834" y="426720"/>
                </a:cubicBezTo>
                <a:lnTo>
                  <a:pt x="26126" y="452846"/>
                </a:lnTo>
                <a:lnTo>
                  <a:pt x="17417" y="478971"/>
                </a:lnTo>
                <a:cubicBezTo>
                  <a:pt x="5532" y="550277"/>
                  <a:pt x="0" y="572897"/>
                  <a:pt x="0" y="661851"/>
                </a:cubicBezTo>
                <a:cubicBezTo>
                  <a:pt x="0" y="705491"/>
                  <a:pt x="3889" y="749107"/>
                  <a:pt x="8708" y="792480"/>
                </a:cubicBezTo>
                <a:cubicBezTo>
                  <a:pt x="10785" y="811173"/>
                  <a:pt x="23660" y="830763"/>
                  <a:pt x="34834" y="844731"/>
                </a:cubicBezTo>
                <a:cubicBezTo>
                  <a:pt x="39963" y="851142"/>
                  <a:pt x="45682" y="857223"/>
                  <a:pt x="52251" y="862149"/>
                </a:cubicBezTo>
                <a:cubicBezTo>
                  <a:pt x="68997" y="874709"/>
                  <a:pt x="104503" y="896983"/>
                  <a:pt x="104503" y="896983"/>
                </a:cubicBezTo>
                <a:cubicBezTo>
                  <a:pt x="110309" y="908594"/>
                  <a:pt x="115479" y="920546"/>
                  <a:pt x="121920" y="931817"/>
                </a:cubicBezTo>
                <a:cubicBezTo>
                  <a:pt x="127113" y="940904"/>
                  <a:pt x="134656" y="948582"/>
                  <a:pt x="139337" y="957943"/>
                </a:cubicBezTo>
                <a:cubicBezTo>
                  <a:pt x="143442" y="966154"/>
                  <a:pt x="141555" y="977578"/>
                  <a:pt x="148046" y="984069"/>
                </a:cubicBezTo>
                <a:cubicBezTo>
                  <a:pt x="154537" y="990560"/>
                  <a:pt x="165463" y="989874"/>
                  <a:pt x="174171" y="992777"/>
                </a:cubicBezTo>
                <a:cubicBezTo>
                  <a:pt x="179977" y="1001486"/>
                  <a:pt x="185050" y="1010730"/>
                  <a:pt x="191588" y="1018903"/>
                </a:cubicBezTo>
                <a:cubicBezTo>
                  <a:pt x="196717" y="1025314"/>
                  <a:pt x="204451" y="1029488"/>
                  <a:pt x="209006" y="1036320"/>
                </a:cubicBezTo>
                <a:cubicBezTo>
                  <a:pt x="216207" y="1047121"/>
                  <a:pt x="221309" y="1059222"/>
                  <a:pt x="226423" y="1071154"/>
                </a:cubicBezTo>
                <a:cubicBezTo>
                  <a:pt x="230039" y="1079591"/>
                  <a:pt x="229397" y="1090112"/>
                  <a:pt x="235131" y="1097280"/>
                </a:cubicBezTo>
                <a:cubicBezTo>
                  <a:pt x="241669" y="1105453"/>
                  <a:pt x="252548" y="1108891"/>
                  <a:pt x="261257" y="1114697"/>
                </a:cubicBezTo>
                <a:cubicBezTo>
                  <a:pt x="264160" y="1123406"/>
                  <a:pt x="264874" y="1133185"/>
                  <a:pt x="269966" y="1140823"/>
                </a:cubicBezTo>
                <a:cubicBezTo>
                  <a:pt x="287619" y="1167304"/>
                  <a:pt x="303682" y="1170744"/>
                  <a:pt x="330926" y="1184366"/>
                </a:cubicBezTo>
                <a:cubicBezTo>
                  <a:pt x="339634" y="1193074"/>
                  <a:pt x="350220" y="1200244"/>
                  <a:pt x="357051" y="1210491"/>
                </a:cubicBezTo>
                <a:cubicBezTo>
                  <a:pt x="362143" y="1218129"/>
                  <a:pt x="359269" y="1230126"/>
                  <a:pt x="365760" y="1236617"/>
                </a:cubicBezTo>
                <a:cubicBezTo>
                  <a:pt x="372251" y="1243108"/>
                  <a:pt x="383675" y="1241221"/>
                  <a:pt x="391886" y="1245326"/>
                </a:cubicBezTo>
                <a:cubicBezTo>
                  <a:pt x="401247" y="1250007"/>
                  <a:pt x="409303" y="1256937"/>
                  <a:pt x="418011" y="1262743"/>
                </a:cubicBezTo>
                <a:cubicBezTo>
                  <a:pt x="450561" y="1311569"/>
                  <a:pt x="417234" y="1267858"/>
                  <a:pt x="470263" y="1314994"/>
                </a:cubicBezTo>
                <a:cubicBezTo>
                  <a:pt x="485605" y="1328631"/>
                  <a:pt x="502420" y="1341458"/>
                  <a:pt x="513806" y="1358537"/>
                </a:cubicBezTo>
                <a:cubicBezTo>
                  <a:pt x="519612" y="1367246"/>
                  <a:pt x="523182" y="1377962"/>
                  <a:pt x="531223" y="1384663"/>
                </a:cubicBezTo>
                <a:cubicBezTo>
                  <a:pt x="541196" y="1392974"/>
                  <a:pt x="554446" y="1396274"/>
                  <a:pt x="566057" y="1402080"/>
                </a:cubicBezTo>
                <a:cubicBezTo>
                  <a:pt x="571863" y="1410789"/>
                  <a:pt x="575301" y="1421668"/>
                  <a:pt x="583474" y="1428206"/>
                </a:cubicBezTo>
                <a:cubicBezTo>
                  <a:pt x="590642" y="1433940"/>
                  <a:pt x="601389" y="1432809"/>
                  <a:pt x="609600" y="1436914"/>
                </a:cubicBezTo>
                <a:cubicBezTo>
                  <a:pt x="618962" y="1441595"/>
                  <a:pt x="627685" y="1447630"/>
                  <a:pt x="635726" y="1454331"/>
                </a:cubicBezTo>
                <a:cubicBezTo>
                  <a:pt x="702779" y="1510209"/>
                  <a:pt x="623111" y="1454631"/>
                  <a:pt x="687977" y="1497874"/>
                </a:cubicBezTo>
                <a:cubicBezTo>
                  <a:pt x="719058" y="1544496"/>
                  <a:pt x="697991" y="1516596"/>
                  <a:pt x="757646" y="1576251"/>
                </a:cubicBezTo>
                <a:cubicBezTo>
                  <a:pt x="763452" y="1582057"/>
                  <a:pt x="770508" y="1586837"/>
                  <a:pt x="775063" y="1593669"/>
                </a:cubicBezTo>
                <a:cubicBezTo>
                  <a:pt x="818309" y="1658537"/>
                  <a:pt x="762724" y="1578861"/>
                  <a:pt x="818606" y="1645920"/>
                </a:cubicBezTo>
                <a:cubicBezTo>
                  <a:pt x="825306" y="1653961"/>
                  <a:pt x="828622" y="1664645"/>
                  <a:pt x="836023" y="1672046"/>
                </a:cubicBezTo>
                <a:cubicBezTo>
                  <a:pt x="843424" y="1679447"/>
                  <a:pt x="853975" y="1682925"/>
                  <a:pt x="862148" y="1689463"/>
                </a:cubicBezTo>
                <a:cubicBezTo>
                  <a:pt x="868559" y="1694592"/>
                  <a:pt x="873760" y="1701074"/>
                  <a:pt x="879566" y="1706880"/>
                </a:cubicBezTo>
                <a:cubicBezTo>
                  <a:pt x="883851" y="1715451"/>
                  <a:pt x="904143" y="1759634"/>
                  <a:pt x="914400" y="1767840"/>
                </a:cubicBezTo>
                <a:cubicBezTo>
                  <a:pt x="921568" y="1773575"/>
                  <a:pt x="931817" y="1773646"/>
                  <a:pt x="940526" y="1776549"/>
                </a:cubicBezTo>
                <a:cubicBezTo>
                  <a:pt x="952137" y="1785257"/>
                  <a:pt x="964340" y="1793228"/>
                  <a:pt x="975360" y="1802674"/>
                </a:cubicBezTo>
                <a:cubicBezTo>
                  <a:pt x="984711" y="1810689"/>
                  <a:pt x="991239" y="1821968"/>
                  <a:pt x="1001486" y="1828800"/>
                </a:cubicBezTo>
                <a:cubicBezTo>
                  <a:pt x="1009124" y="1833892"/>
                  <a:pt x="1019401" y="1833404"/>
                  <a:pt x="1027611" y="1837509"/>
                </a:cubicBezTo>
                <a:cubicBezTo>
                  <a:pt x="1036972" y="1842190"/>
                  <a:pt x="1044173" y="1850675"/>
                  <a:pt x="1053737" y="1854926"/>
                </a:cubicBezTo>
                <a:cubicBezTo>
                  <a:pt x="1070514" y="1862382"/>
                  <a:pt x="1089567" y="1864133"/>
                  <a:pt x="1105988" y="1872343"/>
                </a:cubicBezTo>
                <a:cubicBezTo>
                  <a:pt x="1117600" y="1878149"/>
                  <a:pt x="1128769" y="1884939"/>
                  <a:pt x="1140823" y="1889760"/>
                </a:cubicBezTo>
                <a:cubicBezTo>
                  <a:pt x="1157869" y="1896578"/>
                  <a:pt x="1193074" y="1907177"/>
                  <a:pt x="1193074" y="1907177"/>
                </a:cubicBezTo>
                <a:cubicBezTo>
                  <a:pt x="1201783" y="1912983"/>
                  <a:pt x="1209580" y="1920471"/>
                  <a:pt x="1219200" y="1924594"/>
                </a:cubicBezTo>
                <a:cubicBezTo>
                  <a:pt x="1229381" y="1928957"/>
                  <a:pt x="1290544" y="1940770"/>
                  <a:pt x="1297577" y="1942011"/>
                </a:cubicBezTo>
                <a:lnTo>
                  <a:pt x="1402080" y="1959429"/>
                </a:lnTo>
                <a:lnTo>
                  <a:pt x="1881051" y="1942011"/>
                </a:lnTo>
                <a:cubicBezTo>
                  <a:pt x="1892987" y="1941127"/>
                  <a:pt x="1904110" y="1935444"/>
                  <a:pt x="1915886" y="1933303"/>
                </a:cubicBezTo>
                <a:cubicBezTo>
                  <a:pt x="1936081" y="1929631"/>
                  <a:pt x="1956380" y="1926168"/>
                  <a:pt x="1976846" y="1924594"/>
                </a:cubicBezTo>
                <a:cubicBezTo>
                  <a:pt x="2031914" y="1920358"/>
                  <a:pt x="2087154" y="1918789"/>
                  <a:pt x="2142308" y="1915886"/>
                </a:cubicBezTo>
                <a:cubicBezTo>
                  <a:pt x="2191801" y="1899388"/>
                  <a:pt x="2161945" y="1913667"/>
                  <a:pt x="2220686" y="1854926"/>
                </a:cubicBezTo>
                <a:lnTo>
                  <a:pt x="2246811" y="1828800"/>
                </a:lnTo>
                <a:cubicBezTo>
                  <a:pt x="2276083" y="1740988"/>
                  <a:pt x="2231419" y="1877202"/>
                  <a:pt x="2264228" y="1767840"/>
                </a:cubicBezTo>
                <a:cubicBezTo>
                  <a:pt x="2269504" y="1750255"/>
                  <a:pt x="2275840" y="1733006"/>
                  <a:pt x="2281646" y="1715589"/>
                </a:cubicBezTo>
                <a:lnTo>
                  <a:pt x="2290354" y="1689463"/>
                </a:lnTo>
                <a:cubicBezTo>
                  <a:pt x="2289918" y="1680749"/>
                  <a:pt x="2297127" y="1512389"/>
                  <a:pt x="2264228" y="1463040"/>
                </a:cubicBezTo>
                <a:lnTo>
                  <a:pt x="2246811" y="1436914"/>
                </a:lnTo>
                <a:cubicBezTo>
                  <a:pt x="2243908" y="1428206"/>
                  <a:pt x="2242826" y="1418660"/>
                  <a:pt x="2238103" y="1410789"/>
                </a:cubicBezTo>
                <a:cubicBezTo>
                  <a:pt x="2233879" y="1403748"/>
                  <a:pt x="2225815" y="1399782"/>
                  <a:pt x="2220686" y="1393371"/>
                </a:cubicBezTo>
                <a:cubicBezTo>
                  <a:pt x="2214148" y="1385198"/>
                  <a:pt x="2209074" y="1375954"/>
                  <a:pt x="2203268" y="1367246"/>
                </a:cubicBezTo>
                <a:cubicBezTo>
                  <a:pt x="2181384" y="1301588"/>
                  <a:pt x="2210902" y="1382510"/>
                  <a:pt x="2177143" y="1314994"/>
                </a:cubicBezTo>
                <a:cubicBezTo>
                  <a:pt x="2173038" y="1306784"/>
                  <a:pt x="2172539" y="1297079"/>
                  <a:pt x="2168434" y="1288869"/>
                </a:cubicBezTo>
                <a:cubicBezTo>
                  <a:pt x="2163753" y="1279508"/>
                  <a:pt x="2155698" y="1272104"/>
                  <a:pt x="2151017" y="1262743"/>
                </a:cubicBezTo>
                <a:cubicBezTo>
                  <a:pt x="2133204" y="1227118"/>
                  <a:pt x="2154006" y="1243765"/>
                  <a:pt x="2124891" y="1210491"/>
                </a:cubicBezTo>
                <a:cubicBezTo>
                  <a:pt x="2111374" y="1195044"/>
                  <a:pt x="2095862" y="1181463"/>
                  <a:pt x="2081348" y="1166949"/>
                </a:cubicBezTo>
                <a:lnTo>
                  <a:pt x="2063931" y="1149531"/>
                </a:lnTo>
                <a:cubicBezTo>
                  <a:pt x="2046823" y="1098205"/>
                  <a:pt x="2066755" y="1148825"/>
                  <a:pt x="2029097" y="1088571"/>
                </a:cubicBezTo>
                <a:cubicBezTo>
                  <a:pt x="2022217" y="1077562"/>
                  <a:pt x="2019226" y="1064301"/>
                  <a:pt x="2011680" y="1053737"/>
                </a:cubicBezTo>
                <a:cubicBezTo>
                  <a:pt x="1996440" y="1032401"/>
                  <a:pt x="1980261" y="1024082"/>
                  <a:pt x="1959428" y="1010194"/>
                </a:cubicBezTo>
                <a:cubicBezTo>
                  <a:pt x="1942476" y="959335"/>
                  <a:pt x="1963984" y="1006041"/>
                  <a:pt x="1924594" y="966651"/>
                </a:cubicBezTo>
                <a:cubicBezTo>
                  <a:pt x="1917193" y="959250"/>
                  <a:pt x="1914130" y="948349"/>
                  <a:pt x="1907177" y="940526"/>
                </a:cubicBezTo>
                <a:cubicBezTo>
                  <a:pt x="1890813" y="922116"/>
                  <a:pt x="1872343" y="905691"/>
                  <a:pt x="1854926" y="888274"/>
                </a:cubicBezTo>
                <a:cubicBezTo>
                  <a:pt x="1846217" y="879565"/>
                  <a:pt x="1840235" y="866723"/>
                  <a:pt x="1828800" y="862149"/>
                </a:cubicBezTo>
                <a:lnTo>
                  <a:pt x="1785257" y="844731"/>
                </a:lnTo>
                <a:cubicBezTo>
                  <a:pt x="1717324" y="776800"/>
                  <a:pt x="1804539" y="858505"/>
                  <a:pt x="1724297" y="801189"/>
                </a:cubicBezTo>
                <a:cubicBezTo>
                  <a:pt x="1714275" y="794031"/>
                  <a:pt x="1707522" y="783078"/>
                  <a:pt x="1698171" y="775063"/>
                </a:cubicBezTo>
                <a:cubicBezTo>
                  <a:pt x="1687151" y="765617"/>
                  <a:pt x="1675148" y="757373"/>
                  <a:pt x="1663337" y="748937"/>
                </a:cubicBezTo>
                <a:cubicBezTo>
                  <a:pt x="1654820" y="742853"/>
                  <a:pt x="1646298" y="736713"/>
                  <a:pt x="1637211" y="731520"/>
                </a:cubicBezTo>
                <a:cubicBezTo>
                  <a:pt x="1625940" y="725079"/>
                  <a:pt x="1612941" y="721649"/>
                  <a:pt x="1602377" y="714103"/>
                </a:cubicBezTo>
                <a:cubicBezTo>
                  <a:pt x="1592355" y="706945"/>
                  <a:pt x="1585602" y="695992"/>
                  <a:pt x="1576251" y="687977"/>
                </a:cubicBezTo>
                <a:cubicBezTo>
                  <a:pt x="1566902" y="679963"/>
                  <a:pt x="1529078" y="652312"/>
                  <a:pt x="1515291" y="644434"/>
                </a:cubicBezTo>
                <a:cubicBezTo>
                  <a:pt x="1504020" y="637993"/>
                  <a:pt x="1492068" y="632823"/>
                  <a:pt x="1480457" y="627017"/>
                </a:cubicBezTo>
                <a:cubicBezTo>
                  <a:pt x="1474651" y="618308"/>
                  <a:pt x="1470441" y="608292"/>
                  <a:pt x="1463040" y="600891"/>
                </a:cubicBezTo>
                <a:cubicBezTo>
                  <a:pt x="1442472" y="580323"/>
                  <a:pt x="1425984" y="583131"/>
                  <a:pt x="1402080" y="566057"/>
                </a:cubicBezTo>
                <a:cubicBezTo>
                  <a:pt x="1352144" y="530388"/>
                  <a:pt x="1396731" y="551999"/>
                  <a:pt x="1358537" y="513806"/>
                </a:cubicBezTo>
                <a:cubicBezTo>
                  <a:pt x="1351136" y="506405"/>
                  <a:pt x="1340584" y="502927"/>
                  <a:pt x="1332411" y="496389"/>
                </a:cubicBezTo>
                <a:cubicBezTo>
                  <a:pt x="1326000" y="491260"/>
                  <a:pt x="1321302" y="484227"/>
                  <a:pt x="1314994" y="478971"/>
                </a:cubicBezTo>
                <a:cubicBezTo>
                  <a:pt x="1303844" y="469679"/>
                  <a:pt x="1290948" y="462555"/>
                  <a:pt x="1280160" y="452846"/>
                </a:cubicBezTo>
                <a:cubicBezTo>
                  <a:pt x="1261851" y="436368"/>
                  <a:pt x="1241571" y="421089"/>
                  <a:pt x="1227908" y="400594"/>
                </a:cubicBezTo>
                <a:cubicBezTo>
                  <a:pt x="1222102" y="391886"/>
                  <a:pt x="1217892" y="381870"/>
                  <a:pt x="1210491" y="374469"/>
                </a:cubicBezTo>
                <a:cubicBezTo>
                  <a:pt x="1203090" y="367068"/>
                  <a:pt x="1192406" y="363751"/>
                  <a:pt x="1184366" y="357051"/>
                </a:cubicBezTo>
                <a:cubicBezTo>
                  <a:pt x="1174905" y="349167"/>
                  <a:pt x="1167701" y="338810"/>
                  <a:pt x="1158240" y="330926"/>
                </a:cubicBezTo>
                <a:cubicBezTo>
                  <a:pt x="1150199" y="324226"/>
                  <a:pt x="1140287" y="320047"/>
                  <a:pt x="1132114" y="313509"/>
                </a:cubicBezTo>
                <a:cubicBezTo>
                  <a:pt x="1125703" y="308380"/>
                  <a:pt x="1119826" y="302502"/>
                  <a:pt x="1114697" y="296091"/>
                </a:cubicBezTo>
                <a:cubicBezTo>
                  <a:pt x="1096338" y="273142"/>
                  <a:pt x="1097750" y="261571"/>
                  <a:pt x="1071154" y="243840"/>
                </a:cubicBezTo>
                <a:cubicBezTo>
                  <a:pt x="1007024" y="201087"/>
                  <a:pt x="1084675" y="275265"/>
                  <a:pt x="1018903" y="217714"/>
                </a:cubicBezTo>
                <a:cubicBezTo>
                  <a:pt x="957324" y="163832"/>
                  <a:pt x="999996" y="182382"/>
                  <a:pt x="949234" y="165463"/>
                </a:cubicBezTo>
                <a:cubicBezTo>
                  <a:pt x="931817" y="153852"/>
                  <a:pt x="916841" y="137249"/>
                  <a:pt x="896983" y="130629"/>
                </a:cubicBezTo>
                <a:cubicBezTo>
                  <a:pt x="888274" y="127726"/>
                  <a:pt x="878882" y="126378"/>
                  <a:pt x="870857" y="121920"/>
                </a:cubicBezTo>
                <a:cubicBezTo>
                  <a:pt x="852559" y="111754"/>
                  <a:pt x="833408" y="101887"/>
                  <a:pt x="818606" y="87086"/>
                </a:cubicBezTo>
                <a:cubicBezTo>
                  <a:pt x="812800" y="81280"/>
                  <a:pt x="808229" y="73893"/>
                  <a:pt x="801188" y="69669"/>
                </a:cubicBezTo>
                <a:cubicBezTo>
                  <a:pt x="793317" y="64946"/>
                  <a:pt x="783273" y="65065"/>
                  <a:pt x="775063" y="60960"/>
                </a:cubicBezTo>
                <a:cubicBezTo>
                  <a:pt x="714925" y="30890"/>
                  <a:pt x="786597" y="52959"/>
                  <a:pt x="714103" y="34834"/>
                </a:cubicBezTo>
                <a:cubicBezTo>
                  <a:pt x="705394" y="29028"/>
                  <a:pt x="697339" y="22098"/>
                  <a:pt x="687977" y="17417"/>
                </a:cubicBezTo>
                <a:cubicBezTo>
                  <a:pt x="670127" y="8493"/>
                  <a:pt x="634865" y="3311"/>
                  <a:pt x="618308" y="0"/>
                </a:cubicBezTo>
                <a:cubicBezTo>
                  <a:pt x="583474" y="2903"/>
                  <a:pt x="548454" y="4089"/>
                  <a:pt x="513806" y="8709"/>
                </a:cubicBezTo>
                <a:cubicBezTo>
                  <a:pt x="504707" y="9922"/>
                  <a:pt x="495891" y="13312"/>
                  <a:pt x="487680" y="17417"/>
                </a:cubicBezTo>
                <a:cubicBezTo>
                  <a:pt x="478318" y="22098"/>
                  <a:pt x="494937" y="2903"/>
                  <a:pt x="49638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45E53EC-D73D-4D0E-9190-3B8E6A3E3AD1}"/>
              </a:ext>
            </a:extLst>
          </p:cNvPr>
          <p:cNvSpPr/>
          <p:nvPr/>
        </p:nvSpPr>
        <p:spPr bwMode="auto">
          <a:xfrm>
            <a:off x="4145280" y="3048000"/>
            <a:ext cx="2264229" cy="1994263"/>
          </a:xfrm>
          <a:custGeom>
            <a:avLst/>
            <a:gdLst>
              <a:gd name="connsiteX0" fmla="*/ 1480457 w 2264229"/>
              <a:gd name="connsiteY0" fmla="*/ 17417 h 1994263"/>
              <a:gd name="connsiteX1" fmla="*/ 1480457 w 2264229"/>
              <a:gd name="connsiteY1" fmla="*/ 17417 h 1994263"/>
              <a:gd name="connsiteX2" fmla="*/ 1410789 w 2264229"/>
              <a:gd name="connsiteY2" fmla="*/ 60960 h 1994263"/>
              <a:gd name="connsiteX3" fmla="*/ 1384663 w 2264229"/>
              <a:gd name="connsiteY3" fmla="*/ 69669 h 1994263"/>
              <a:gd name="connsiteX4" fmla="*/ 1358537 w 2264229"/>
              <a:gd name="connsiteY4" fmla="*/ 87086 h 1994263"/>
              <a:gd name="connsiteX5" fmla="*/ 1314994 w 2264229"/>
              <a:gd name="connsiteY5" fmla="*/ 113211 h 1994263"/>
              <a:gd name="connsiteX6" fmla="*/ 1288869 w 2264229"/>
              <a:gd name="connsiteY6" fmla="*/ 121920 h 1994263"/>
              <a:gd name="connsiteX7" fmla="*/ 1271451 w 2264229"/>
              <a:gd name="connsiteY7" fmla="*/ 139337 h 1994263"/>
              <a:gd name="connsiteX8" fmla="*/ 1219200 w 2264229"/>
              <a:gd name="connsiteY8" fmla="*/ 156754 h 1994263"/>
              <a:gd name="connsiteX9" fmla="*/ 1193074 w 2264229"/>
              <a:gd name="connsiteY9" fmla="*/ 174171 h 1994263"/>
              <a:gd name="connsiteX10" fmla="*/ 1175657 w 2264229"/>
              <a:gd name="connsiteY10" fmla="*/ 191589 h 1994263"/>
              <a:gd name="connsiteX11" fmla="*/ 1114697 w 2264229"/>
              <a:gd name="connsiteY11" fmla="*/ 217714 h 1994263"/>
              <a:gd name="connsiteX12" fmla="*/ 1027611 w 2264229"/>
              <a:gd name="connsiteY12" fmla="*/ 287383 h 1994263"/>
              <a:gd name="connsiteX13" fmla="*/ 984069 w 2264229"/>
              <a:gd name="connsiteY13" fmla="*/ 339634 h 1994263"/>
              <a:gd name="connsiteX14" fmla="*/ 966651 w 2264229"/>
              <a:gd name="connsiteY14" fmla="*/ 357051 h 1994263"/>
              <a:gd name="connsiteX15" fmla="*/ 931817 w 2264229"/>
              <a:gd name="connsiteY15" fmla="*/ 409303 h 1994263"/>
              <a:gd name="connsiteX16" fmla="*/ 888274 w 2264229"/>
              <a:gd name="connsiteY16" fmla="*/ 452846 h 1994263"/>
              <a:gd name="connsiteX17" fmla="*/ 879566 w 2264229"/>
              <a:gd name="connsiteY17" fmla="*/ 478971 h 1994263"/>
              <a:gd name="connsiteX18" fmla="*/ 862149 w 2264229"/>
              <a:gd name="connsiteY18" fmla="*/ 505097 h 1994263"/>
              <a:gd name="connsiteX19" fmla="*/ 766354 w 2264229"/>
              <a:gd name="connsiteY19" fmla="*/ 609600 h 1994263"/>
              <a:gd name="connsiteX20" fmla="*/ 740229 w 2264229"/>
              <a:gd name="connsiteY20" fmla="*/ 635726 h 1994263"/>
              <a:gd name="connsiteX21" fmla="*/ 722811 w 2264229"/>
              <a:gd name="connsiteY21" fmla="*/ 653143 h 1994263"/>
              <a:gd name="connsiteX22" fmla="*/ 705394 w 2264229"/>
              <a:gd name="connsiteY22" fmla="*/ 679269 h 1994263"/>
              <a:gd name="connsiteX23" fmla="*/ 679269 w 2264229"/>
              <a:gd name="connsiteY23" fmla="*/ 687977 h 1994263"/>
              <a:gd name="connsiteX24" fmla="*/ 653143 w 2264229"/>
              <a:gd name="connsiteY24" fmla="*/ 714103 h 1994263"/>
              <a:gd name="connsiteX25" fmla="*/ 627017 w 2264229"/>
              <a:gd name="connsiteY25" fmla="*/ 748937 h 1994263"/>
              <a:gd name="connsiteX26" fmla="*/ 592183 w 2264229"/>
              <a:gd name="connsiteY26" fmla="*/ 775063 h 1994263"/>
              <a:gd name="connsiteX27" fmla="*/ 574766 w 2264229"/>
              <a:gd name="connsiteY27" fmla="*/ 801189 h 1994263"/>
              <a:gd name="connsiteX28" fmla="*/ 539931 w 2264229"/>
              <a:gd name="connsiteY28" fmla="*/ 836023 h 1994263"/>
              <a:gd name="connsiteX29" fmla="*/ 461554 w 2264229"/>
              <a:gd name="connsiteY29" fmla="*/ 896983 h 1994263"/>
              <a:gd name="connsiteX30" fmla="*/ 452846 w 2264229"/>
              <a:gd name="connsiteY30" fmla="*/ 923109 h 1994263"/>
              <a:gd name="connsiteX31" fmla="*/ 400594 w 2264229"/>
              <a:gd name="connsiteY31" fmla="*/ 975360 h 1994263"/>
              <a:gd name="connsiteX32" fmla="*/ 383177 w 2264229"/>
              <a:gd name="connsiteY32" fmla="*/ 1010194 h 1994263"/>
              <a:gd name="connsiteX33" fmla="*/ 330926 w 2264229"/>
              <a:gd name="connsiteY33" fmla="*/ 1053737 h 1994263"/>
              <a:gd name="connsiteX34" fmla="*/ 287383 w 2264229"/>
              <a:gd name="connsiteY34" fmla="*/ 1105989 h 1994263"/>
              <a:gd name="connsiteX35" fmla="*/ 252549 w 2264229"/>
              <a:gd name="connsiteY35" fmla="*/ 1132114 h 1994263"/>
              <a:gd name="connsiteX36" fmla="*/ 235131 w 2264229"/>
              <a:gd name="connsiteY36" fmla="*/ 1149531 h 1994263"/>
              <a:gd name="connsiteX37" fmla="*/ 182880 w 2264229"/>
              <a:gd name="connsiteY37" fmla="*/ 1184366 h 1994263"/>
              <a:gd name="connsiteX38" fmla="*/ 165463 w 2264229"/>
              <a:gd name="connsiteY38" fmla="*/ 1210491 h 1994263"/>
              <a:gd name="connsiteX39" fmla="*/ 156754 w 2264229"/>
              <a:gd name="connsiteY39" fmla="*/ 1236617 h 1994263"/>
              <a:gd name="connsiteX40" fmla="*/ 139337 w 2264229"/>
              <a:gd name="connsiteY40" fmla="*/ 1271451 h 1994263"/>
              <a:gd name="connsiteX41" fmla="*/ 130629 w 2264229"/>
              <a:gd name="connsiteY41" fmla="*/ 1306286 h 1994263"/>
              <a:gd name="connsiteX42" fmla="*/ 69669 w 2264229"/>
              <a:gd name="connsiteY42" fmla="*/ 1384663 h 1994263"/>
              <a:gd name="connsiteX43" fmla="*/ 52251 w 2264229"/>
              <a:gd name="connsiteY43" fmla="*/ 1436914 h 1994263"/>
              <a:gd name="connsiteX44" fmla="*/ 43543 w 2264229"/>
              <a:gd name="connsiteY44" fmla="*/ 1463040 h 1994263"/>
              <a:gd name="connsiteX45" fmla="*/ 34834 w 2264229"/>
              <a:gd name="connsiteY45" fmla="*/ 1558834 h 1994263"/>
              <a:gd name="connsiteX46" fmla="*/ 17417 w 2264229"/>
              <a:gd name="connsiteY46" fmla="*/ 1584960 h 1994263"/>
              <a:gd name="connsiteX47" fmla="*/ 0 w 2264229"/>
              <a:gd name="connsiteY47" fmla="*/ 1637211 h 1994263"/>
              <a:gd name="connsiteX48" fmla="*/ 8709 w 2264229"/>
              <a:gd name="connsiteY48" fmla="*/ 1785257 h 1994263"/>
              <a:gd name="connsiteX49" fmla="*/ 95794 w 2264229"/>
              <a:gd name="connsiteY49" fmla="*/ 1872343 h 1994263"/>
              <a:gd name="connsiteX50" fmla="*/ 156754 w 2264229"/>
              <a:gd name="connsiteY50" fmla="*/ 1881051 h 1994263"/>
              <a:gd name="connsiteX51" fmla="*/ 252549 w 2264229"/>
              <a:gd name="connsiteY51" fmla="*/ 1898469 h 1994263"/>
              <a:gd name="connsiteX52" fmla="*/ 374469 w 2264229"/>
              <a:gd name="connsiteY52" fmla="*/ 1915886 h 1994263"/>
              <a:gd name="connsiteX53" fmla="*/ 409303 w 2264229"/>
              <a:gd name="connsiteY53" fmla="*/ 1933303 h 1994263"/>
              <a:gd name="connsiteX54" fmla="*/ 435429 w 2264229"/>
              <a:gd name="connsiteY54" fmla="*/ 1950720 h 1994263"/>
              <a:gd name="connsiteX55" fmla="*/ 574766 w 2264229"/>
              <a:gd name="connsiteY55" fmla="*/ 1959429 h 1994263"/>
              <a:gd name="connsiteX56" fmla="*/ 687977 w 2264229"/>
              <a:gd name="connsiteY56" fmla="*/ 1976846 h 1994263"/>
              <a:gd name="connsiteX57" fmla="*/ 966651 w 2264229"/>
              <a:gd name="connsiteY57" fmla="*/ 1994263 h 1994263"/>
              <a:gd name="connsiteX58" fmla="*/ 1088571 w 2264229"/>
              <a:gd name="connsiteY58" fmla="*/ 1985554 h 1994263"/>
              <a:gd name="connsiteX59" fmla="*/ 1123406 w 2264229"/>
              <a:gd name="connsiteY59" fmla="*/ 1976846 h 1994263"/>
              <a:gd name="connsiteX60" fmla="*/ 1227909 w 2264229"/>
              <a:gd name="connsiteY60" fmla="*/ 1968137 h 1994263"/>
              <a:gd name="connsiteX61" fmla="*/ 1306286 w 2264229"/>
              <a:gd name="connsiteY61" fmla="*/ 1950720 h 1994263"/>
              <a:gd name="connsiteX62" fmla="*/ 1358537 w 2264229"/>
              <a:gd name="connsiteY62" fmla="*/ 1933303 h 1994263"/>
              <a:gd name="connsiteX63" fmla="*/ 1384663 w 2264229"/>
              <a:gd name="connsiteY63" fmla="*/ 1915886 h 1994263"/>
              <a:gd name="connsiteX64" fmla="*/ 1454331 w 2264229"/>
              <a:gd name="connsiteY64" fmla="*/ 1881051 h 1994263"/>
              <a:gd name="connsiteX65" fmla="*/ 1532709 w 2264229"/>
              <a:gd name="connsiteY65" fmla="*/ 1811383 h 1994263"/>
              <a:gd name="connsiteX66" fmla="*/ 1584960 w 2264229"/>
              <a:gd name="connsiteY66" fmla="*/ 1767840 h 1994263"/>
              <a:gd name="connsiteX67" fmla="*/ 1619794 w 2264229"/>
              <a:gd name="connsiteY67" fmla="*/ 1715589 h 1994263"/>
              <a:gd name="connsiteX68" fmla="*/ 1628503 w 2264229"/>
              <a:gd name="connsiteY68" fmla="*/ 1689463 h 1994263"/>
              <a:gd name="connsiteX69" fmla="*/ 1654629 w 2264229"/>
              <a:gd name="connsiteY69" fmla="*/ 1654629 h 1994263"/>
              <a:gd name="connsiteX70" fmla="*/ 1672046 w 2264229"/>
              <a:gd name="connsiteY70" fmla="*/ 1637211 h 1994263"/>
              <a:gd name="connsiteX71" fmla="*/ 1689463 w 2264229"/>
              <a:gd name="connsiteY71" fmla="*/ 1602377 h 1994263"/>
              <a:gd name="connsiteX72" fmla="*/ 1706880 w 2264229"/>
              <a:gd name="connsiteY72" fmla="*/ 1576251 h 1994263"/>
              <a:gd name="connsiteX73" fmla="*/ 1724297 w 2264229"/>
              <a:gd name="connsiteY73" fmla="*/ 1541417 h 1994263"/>
              <a:gd name="connsiteX74" fmla="*/ 1750423 w 2264229"/>
              <a:gd name="connsiteY74" fmla="*/ 1524000 h 1994263"/>
              <a:gd name="connsiteX75" fmla="*/ 1785257 w 2264229"/>
              <a:gd name="connsiteY75" fmla="*/ 1480457 h 1994263"/>
              <a:gd name="connsiteX76" fmla="*/ 1802674 w 2264229"/>
              <a:gd name="connsiteY76" fmla="*/ 1454331 h 1994263"/>
              <a:gd name="connsiteX77" fmla="*/ 1828800 w 2264229"/>
              <a:gd name="connsiteY77" fmla="*/ 1428206 h 1994263"/>
              <a:gd name="connsiteX78" fmla="*/ 1863634 w 2264229"/>
              <a:gd name="connsiteY78" fmla="*/ 1375954 h 1994263"/>
              <a:gd name="connsiteX79" fmla="*/ 1881051 w 2264229"/>
              <a:gd name="connsiteY79" fmla="*/ 1349829 h 1994263"/>
              <a:gd name="connsiteX80" fmla="*/ 1907177 w 2264229"/>
              <a:gd name="connsiteY80" fmla="*/ 1323703 h 1994263"/>
              <a:gd name="connsiteX81" fmla="*/ 1933303 w 2264229"/>
              <a:gd name="connsiteY81" fmla="*/ 1271451 h 1994263"/>
              <a:gd name="connsiteX82" fmla="*/ 1942011 w 2264229"/>
              <a:gd name="connsiteY82" fmla="*/ 1245326 h 1994263"/>
              <a:gd name="connsiteX83" fmla="*/ 1976846 w 2264229"/>
              <a:gd name="connsiteY83" fmla="*/ 1210491 h 1994263"/>
              <a:gd name="connsiteX84" fmla="*/ 2020389 w 2264229"/>
              <a:gd name="connsiteY84" fmla="*/ 1158240 h 1994263"/>
              <a:gd name="connsiteX85" fmla="*/ 2037806 w 2264229"/>
              <a:gd name="connsiteY85" fmla="*/ 1105989 h 1994263"/>
              <a:gd name="connsiteX86" fmla="*/ 2081349 w 2264229"/>
              <a:gd name="connsiteY86" fmla="*/ 1027611 h 1994263"/>
              <a:gd name="connsiteX87" fmla="*/ 2133600 w 2264229"/>
              <a:gd name="connsiteY87" fmla="*/ 992777 h 1994263"/>
              <a:gd name="connsiteX88" fmla="*/ 2151017 w 2264229"/>
              <a:gd name="connsiteY88" fmla="*/ 966651 h 1994263"/>
              <a:gd name="connsiteX89" fmla="*/ 2177143 w 2264229"/>
              <a:gd name="connsiteY89" fmla="*/ 896983 h 1994263"/>
              <a:gd name="connsiteX90" fmla="*/ 2203269 w 2264229"/>
              <a:gd name="connsiteY90" fmla="*/ 879566 h 1994263"/>
              <a:gd name="connsiteX91" fmla="*/ 2211977 w 2264229"/>
              <a:gd name="connsiteY91" fmla="*/ 853440 h 1994263"/>
              <a:gd name="connsiteX92" fmla="*/ 2229394 w 2264229"/>
              <a:gd name="connsiteY92" fmla="*/ 757646 h 1994263"/>
              <a:gd name="connsiteX93" fmla="*/ 2238103 w 2264229"/>
              <a:gd name="connsiteY93" fmla="*/ 731520 h 1994263"/>
              <a:gd name="connsiteX94" fmla="*/ 2264229 w 2264229"/>
              <a:gd name="connsiteY94" fmla="*/ 600891 h 1994263"/>
              <a:gd name="connsiteX95" fmla="*/ 2255520 w 2264229"/>
              <a:gd name="connsiteY95" fmla="*/ 522514 h 1994263"/>
              <a:gd name="connsiteX96" fmla="*/ 2246811 w 2264229"/>
              <a:gd name="connsiteY96" fmla="*/ 496389 h 1994263"/>
              <a:gd name="connsiteX97" fmla="*/ 2238103 w 2264229"/>
              <a:gd name="connsiteY97" fmla="*/ 461554 h 1994263"/>
              <a:gd name="connsiteX98" fmla="*/ 2229394 w 2264229"/>
              <a:gd name="connsiteY98" fmla="*/ 435429 h 1994263"/>
              <a:gd name="connsiteX99" fmla="*/ 2220686 w 2264229"/>
              <a:gd name="connsiteY99" fmla="*/ 400594 h 1994263"/>
              <a:gd name="connsiteX100" fmla="*/ 2211977 w 2264229"/>
              <a:gd name="connsiteY100" fmla="*/ 357051 h 1994263"/>
              <a:gd name="connsiteX101" fmla="*/ 2142309 w 2264229"/>
              <a:gd name="connsiteY101" fmla="*/ 269966 h 1994263"/>
              <a:gd name="connsiteX102" fmla="*/ 2124891 w 2264229"/>
              <a:gd name="connsiteY102" fmla="*/ 243840 h 1994263"/>
              <a:gd name="connsiteX103" fmla="*/ 2098766 w 2264229"/>
              <a:gd name="connsiteY103" fmla="*/ 235131 h 1994263"/>
              <a:gd name="connsiteX104" fmla="*/ 2046514 w 2264229"/>
              <a:gd name="connsiteY104" fmla="*/ 200297 h 1994263"/>
              <a:gd name="connsiteX105" fmla="*/ 2011680 w 2264229"/>
              <a:gd name="connsiteY105" fmla="*/ 182880 h 1994263"/>
              <a:gd name="connsiteX106" fmla="*/ 1959429 w 2264229"/>
              <a:gd name="connsiteY106" fmla="*/ 148046 h 1994263"/>
              <a:gd name="connsiteX107" fmla="*/ 1933303 w 2264229"/>
              <a:gd name="connsiteY107" fmla="*/ 130629 h 1994263"/>
              <a:gd name="connsiteX108" fmla="*/ 1881051 w 2264229"/>
              <a:gd name="connsiteY108" fmla="*/ 113211 h 1994263"/>
              <a:gd name="connsiteX109" fmla="*/ 1854926 w 2264229"/>
              <a:gd name="connsiteY109" fmla="*/ 104503 h 1994263"/>
              <a:gd name="connsiteX110" fmla="*/ 1802674 w 2264229"/>
              <a:gd name="connsiteY110" fmla="*/ 69669 h 1994263"/>
              <a:gd name="connsiteX111" fmla="*/ 1785257 w 2264229"/>
              <a:gd name="connsiteY111" fmla="*/ 52251 h 1994263"/>
              <a:gd name="connsiteX112" fmla="*/ 1750423 w 2264229"/>
              <a:gd name="connsiteY112" fmla="*/ 43543 h 1994263"/>
              <a:gd name="connsiteX113" fmla="*/ 1724297 w 2264229"/>
              <a:gd name="connsiteY113" fmla="*/ 34834 h 1994263"/>
              <a:gd name="connsiteX114" fmla="*/ 1698171 w 2264229"/>
              <a:gd name="connsiteY114" fmla="*/ 17417 h 1994263"/>
              <a:gd name="connsiteX115" fmla="*/ 1663337 w 2264229"/>
              <a:gd name="connsiteY115" fmla="*/ 0 h 1994263"/>
              <a:gd name="connsiteX116" fmla="*/ 1506583 w 2264229"/>
              <a:gd name="connsiteY116" fmla="*/ 8709 h 1994263"/>
              <a:gd name="connsiteX117" fmla="*/ 1480457 w 2264229"/>
              <a:gd name="connsiteY117" fmla="*/ 17417 h 199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264229" h="1994263">
                <a:moveTo>
                  <a:pt x="1480457" y="17417"/>
                </a:moveTo>
                <a:lnTo>
                  <a:pt x="1480457" y="17417"/>
                </a:lnTo>
                <a:cubicBezTo>
                  <a:pt x="1457234" y="31931"/>
                  <a:pt x="1434830" y="47846"/>
                  <a:pt x="1410789" y="60960"/>
                </a:cubicBezTo>
                <a:cubicBezTo>
                  <a:pt x="1402730" y="65356"/>
                  <a:pt x="1392874" y="65564"/>
                  <a:pt x="1384663" y="69669"/>
                </a:cubicBezTo>
                <a:cubicBezTo>
                  <a:pt x="1375302" y="74350"/>
                  <a:pt x="1367413" y="81539"/>
                  <a:pt x="1358537" y="87086"/>
                </a:cubicBezTo>
                <a:cubicBezTo>
                  <a:pt x="1344183" y="96057"/>
                  <a:pt x="1330133" y="105641"/>
                  <a:pt x="1314994" y="113211"/>
                </a:cubicBezTo>
                <a:cubicBezTo>
                  <a:pt x="1306784" y="117316"/>
                  <a:pt x="1297577" y="119017"/>
                  <a:pt x="1288869" y="121920"/>
                </a:cubicBezTo>
                <a:cubicBezTo>
                  <a:pt x="1283063" y="127726"/>
                  <a:pt x="1278795" y="135665"/>
                  <a:pt x="1271451" y="139337"/>
                </a:cubicBezTo>
                <a:cubicBezTo>
                  <a:pt x="1255030" y="147547"/>
                  <a:pt x="1219200" y="156754"/>
                  <a:pt x="1219200" y="156754"/>
                </a:cubicBezTo>
                <a:cubicBezTo>
                  <a:pt x="1210491" y="162560"/>
                  <a:pt x="1201247" y="167633"/>
                  <a:pt x="1193074" y="174171"/>
                </a:cubicBezTo>
                <a:cubicBezTo>
                  <a:pt x="1186663" y="179300"/>
                  <a:pt x="1182698" y="187365"/>
                  <a:pt x="1175657" y="191589"/>
                </a:cubicBezTo>
                <a:cubicBezTo>
                  <a:pt x="1131612" y="218016"/>
                  <a:pt x="1165666" y="176938"/>
                  <a:pt x="1114697" y="217714"/>
                </a:cubicBezTo>
                <a:cubicBezTo>
                  <a:pt x="1012314" y="299621"/>
                  <a:pt x="1106061" y="248159"/>
                  <a:pt x="1027611" y="287383"/>
                </a:cubicBezTo>
                <a:cubicBezTo>
                  <a:pt x="965539" y="349457"/>
                  <a:pt x="1032577" y="279002"/>
                  <a:pt x="984069" y="339634"/>
                </a:cubicBezTo>
                <a:cubicBezTo>
                  <a:pt x="978940" y="346045"/>
                  <a:pt x="971577" y="350482"/>
                  <a:pt x="966651" y="357051"/>
                </a:cubicBezTo>
                <a:cubicBezTo>
                  <a:pt x="954091" y="373797"/>
                  <a:pt x="946619" y="394501"/>
                  <a:pt x="931817" y="409303"/>
                </a:cubicBezTo>
                <a:lnTo>
                  <a:pt x="888274" y="452846"/>
                </a:lnTo>
                <a:cubicBezTo>
                  <a:pt x="885371" y="461554"/>
                  <a:pt x="883671" y="470761"/>
                  <a:pt x="879566" y="478971"/>
                </a:cubicBezTo>
                <a:cubicBezTo>
                  <a:pt x="874885" y="488333"/>
                  <a:pt x="868233" y="496580"/>
                  <a:pt x="862149" y="505097"/>
                </a:cubicBezTo>
                <a:cubicBezTo>
                  <a:pt x="823958" y="558565"/>
                  <a:pt x="828998" y="546956"/>
                  <a:pt x="766354" y="609600"/>
                </a:cubicBezTo>
                <a:lnTo>
                  <a:pt x="740229" y="635726"/>
                </a:lnTo>
                <a:cubicBezTo>
                  <a:pt x="734423" y="641532"/>
                  <a:pt x="727365" y="646311"/>
                  <a:pt x="722811" y="653143"/>
                </a:cubicBezTo>
                <a:cubicBezTo>
                  <a:pt x="717005" y="661852"/>
                  <a:pt x="713567" y="672731"/>
                  <a:pt x="705394" y="679269"/>
                </a:cubicBezTo>
                <a:cubicBezTo>
                  <a:pt x="698226" y="685003"/>
                  <a:pt x="687977" y="685074"/>
                  <a:pt x="679269" y="687977"/>
                </a:cubicBezTo>
                <a:cubicBezTo>
                  <a:pt x="670560" y="696686"/>
                  <a:pt x="661158" y="704752"/>
                  <a:pt x="653143" y="714103"/>
                </a:cubicBezTo>
                <a:cubicBezTo>
                  <a:pt x="643697" y="725123"/>
                  <a:pt x="637280" y="738674"/>
                  <a:pt x="627017" y="748937"/>
                </a:cubicBezTo>
                <a:cubicBezTo>
                  <a:pt x="616754" y="759200"/>
                  <a:pt x="602446" y="764800"/>
                  <a:pt x="592183" y="775063"/>
                </a:cubicBezTo>
                <a:cubicBezTo>
                  <a:pt x="584782" y="782464"/>
                  <a:pt x="581578" y="793242"/>
                  <a:pt x="574766" y="801189"/>
                </a:cubicBezTo>
                <a:cubicBezTo>
                  <a:pt x="564079" y="813657"/>
                  <a:pt x="552467" y="825416"/>
                  <a:pt x="539931" y="836023"/>
                </a:cubicBezTo>
                <a:cubicBezTo>
                  <a:pt x="514665" y="857402"/>
                  <a:pt x="461554" y="896983"/>
                  <a:pt x="461554" y="896983"/>
                </a:cubicBezTo>
                <a:cubicBezTo>
                  <a:pt x="458651" y="905692"/>
                  <a:pt x="458482" y="915863"/>
                  <a:pt x="452846" y="923109"/>
                </a:cubicBezTo>
                <a:cubicBezTo>
                  <a:pt x="437724" y="942552"/>
                  <a:pt x="411610" y="953329"/>
                  <a:pt x="400594" y="975360"/>
                </a:cubicBezTo>
                <a:cubicBezTo>
                  <a:pt x="394788" y="986971"/>
                  <a:pt x="390723" y="999630"/>
                  <a:pt x="383177" y="1010194"/>
                </a:cubicBezTo>
                <a:cubicBezTo>
                  <a:pt x="360728" y="1041622"/>
                  <a:pt x="357884" y="1031271"/>
                  <a:pt x="330926" y="1053737"/>
                </a:cubicBezTo>
                <a:cubicBezTo>
                  <a:pt x="245316" y="1125079"/>
                  <a:pt x="355893" y="1037479"/>
                  <a:pt x="287383" y="1105989"/>
                </a:cubicBezTo>
                <a:cubicBezTo>
                  <a:pt x="277120" y="1116252"/>
                  <a:pt x="263699" y="1122822"/>
                  <a:pt x="252549" y="1132114"/>
                </a:cubicBezTo>
                <a:cubicBezTo>
                  <a:pt x="246241" y="1137370"/>
                  <a:pt x="241700" y="1144605"/>
                  <a:pt x="235131" y="1149531"/>
                </a:cubicBezTo>
                <a:cubicBezTo>
                  <a:pt x="218385" y="1162091"/>
                  <a:pt x="182880" y="1184366"/>
                  <a:pt x="182880" y="1184366"/>
                </a:cubicBezTo>
                <a:cubicBezTo>
                  <a:pt x="177074" y="1193074"/>
                  <a:pt x="170144" y="1201130"/>
                  <a:pt x="165463" y="1210491"/>
                </a:cubicBezTo>
                <a:cubicBezTo>
                  <a:pt x="161358" y="1218702"/>
                  <a:pt x="160370" y="1228179"/>
                  <a:pt x="156754" y="1236617"/>
                </a:cubicBezTo>
                <a:cubicBezTo>
                  <a:pt x="151640" y="1248549"/>
                  <a:pt x="145143" y="1259840"/>
                  <a:pt x="139337" y="1271451"/>
                </a:cubicBezTo>
                <a:cubicBezTo>
                  <a:pt x="136434" y="1283063"/>
                  <a:pt x="135982" y="1295581"/>
                  <a:pt x="130629" y="1306286"/>
                </a:cubicBezTo>
                <a:cubicBezTo>
                  <a:pt x="109798" y="1347947"/>
                  <a:pt x="98337" y="1355994"/>
                  <a:pt x="69669" y="1384663"/>
                </a:cubicBezTo>
                <a:lnTo>
                  <a:pt x="52251" y="1436914"/>
                </a:lnTo>
                <a:lnTo>
                  <a:pt x="43543" y="1463040"/>
                </a:lnTo>
                <a:cubicBezTo>
                  <a:pt x="40640" y="1494971"/>
                  <a:pt x="41552" y="1527483"/>
                  <a:pt x="34834" y="1558834"/>
                </a:cubicBezTo>
                <a:cubicBezTo>
                  <a:pt x="32641" y="1569068"/>
                  <a:pt x="21668" y="1575396"/>
                  <a:pt x="17417" y="1584960"/>
                </a:cubicBezTo>
                <a:cubicBezTo>
                  <a:pt x="9961" y="1601737"/>
                  <a:pt x="0" y="1637211"/>
                  <a:pt x="0" y="1637211"/>
                </a:cubicBezTo>
                <a:cubicBezTo>
                  <a:pt x="2903" y="1686560"/>
                  <a:pt x="-1792" y="1736951"/>
                  <a:pt x="8709" y="1785257"/>
                </a:cubicBezTo>
                <a:cubicBezTo>
                  <a:pt x="14664" y="1812648"/>
                  <a:pt x="66616" y="1868175"/>
                  <a:pt x="95794" y="1872343"/>
                </a:cubicBezTo>
                <a:cubicBezTo>
                  <a:pt x="116114" y="1875246"/>
                  <a:pt x="136507" y="1877677"/>
                  <a:pt x="156754" y="1881051"/>
                </a:cubicBezTo>
                <a:cubicBezTo>
                  <a:pt x="222436" y="1891998"/>
                  <a:pt x="179942" y="1888788"/>
                  <a:pt x="252549" y="1898469"/>
                </a:cubicBezTo>
                <a:cubicBezTo>
                  <a:pt x="376669" y="1915018"/>
                  <a:pt x="287676" y="1898527"/>
                  <a:pt x="374469" y="1915886"/>
                </a:cubicBezTo>
                <a:cubicBezTo>
                  <a:pt x="386080" y="1921692"/>
                  <a:pt x="398032" y="1926862"/>
                  <a:pt x="409303" y="1933303"/>
                </a:cubicBezTo>
                <a:cubicBezTo>
                  <a:pt x="418390" y="1938496"/>
                  <a:pt x="425091" y="1949088"/>
                  <a:pt x="435429" y="1950720"/>
                </a:cubicBezTo>
                <a:cubicBezTo>
                  <a:pt x="481396" y="1957978"/>
                  <a:pt x="528320" y="1956526"/>
                  <a:pt x="574766" y="1959429"/>
                </a:cubicBezTo>
                <a:cubicBezTo>
                  <a:pt x="631044" y="1978188"/>
                  <a:pt x="583887" y="1964600"/>
                  <a:pt x="687977" y="1976846"/>
                </a:cubicBezTo>
                <a:cubicBezTo>
                  <a:pt x="863960" y="1997550"/>
                  <a:pt x="575839" y="1978630"/>
                  <a:pt x="966651" y="1994263"/>
                </a:cubicBezTo>
                <a:cubicBezTo>
                  <a:pt x="1007291" y="1991360"/>
                  <a:pt x="1048077" y="1990053"/>
                  <a:pt x="1088571" y="1985554"/>
                </a:cubicBezTo>
                <a:cubicBezTo>
                  <a:pt x="1100467" y="1984232"/>
                  <a:pt x="1111529" y="1978331"/>
                  <a:pt x="1123406" y="1976846"/>
                </a:cubicBezTo>
                <a:cubicBezTo>
                  <a:pt x="1158091" y="1972510"/>
                  <a:pt x="1193075" y="1971040"/>
                  <a:pt x="1227909" y="1968137"/>
                </a:cubicBezTo>
                <a:cubicBezTo>
                  <a:pt x="1302660" y="1943221"/>
                  <a:pt x="1183665" y="1981376"/>
                  <a:pt x="1306286" y="1950720"/>
                </a:cubicBezTo>
                <a:cubicBezTo>
                  <a:pt x="1324097" y="1946267"/>
                  <a:pt x="1358537" y="1933303"/>
                  <a:pt x="1358537" y="1933303"/>
                </a:cubicBezTo>
                <a:cubicBezTo>
                  <a:pt x="1367246" y="1927497"/>
                  <a:pt x="1375475" y="1920898"/>
                  <a:pt x="1384663" y="1915886"/>
                </a:cubicBezTo>
                <a:cubicBezTo>
                  <a:pt x="1407457" y="1903453"/>
                  <a:pt x="1435972" y="1899410"/>
                  <a:pt x="1454331" y="1881051"/>
                </a:cubicBezTo>
                <a:cubicBezTo>
                  <a:pt x="1562522" y="1772863"/>
                  <a:pt x="1442996" y="1888280"/>
                  <a:pt x="1532709" y="1811383"/>
                </a:cubicBezTo>
                <a:cubicBezTo>
                  <a:pt x="1591381" y="1761092"/>
                  <a:pt x="1527216" y="1806335"/>
                  <a:pt x="1584960" y="1767840"/>
                </a:cubicBezTo>
                <a:cubicBezTo>
                  <a:pt x="1605668" y="1705718"/>
                  <a:pt x="1576305" y="1780822"/>
                  <a:pt x="1619794" y="1715589"/>
                </a:cubicBezTo>
                <a:cubicBezTo>
                  <a:pt x="1624886" y="1707951"/>
                  <a:pt x="1623948" y="1697433"/>
                  <a:pt x="1628503" y="1689463"/>
                </a:cubicBezTo>
                <a:cubicBezTo>
                  <a:pt x="1635704" y="1676861"/>
                  <a:pt x="1645337" y="1665779"/>
                  <a:pt x="1654629" y="1654629"/>
                </a:cubicBezTo>
                <a:cubicBezTo>
                  <a:pt x="1659885" y="1648321"/>
                  <a:pt x="1667492" y="1644043"/>
                  <a:pt x="1672046" y="1637211"/>
                </a:cubicBezTo>
                <a:cubicBezTo>
                  <a:pt x="1679247" y="1626409"/>
                  <a:pt x="1683022" y="1613648"/>
                  <a:pt x="1689463" y="1602377"/>
                </a:cubicBezTo>
                <a:cubicBezTo>
                  <a:pt x="1694656" y="1593290"/>
                  <a:pt x="1701687" y="1585338"/>
                  <a:pt x="1706880" y="1576251"/>
                </a:cubicBezTo>
                <a:cubicBezTo>
                  <a:pt x="1713321" y="1564980"/>
                  <a:pt x="1715986" y="1551390"/>
                  <a:pt x="1724297" y="1541417"/>
                </a:cubicBezTo>
                <a:cubicBezTo>
                  <a:pt x="1730998" y="1533376"/>
                  <a:pt x="1741714" y="1529806"/>
                  <a:pt x="1750423" y="1524000"/>
                </a:cubicBezTo>
                <a:cubicBezTo>
                  <a:pt x="1767376" y="1473138"/>
                  <a:pt x="1745866" y="1519848"/>
                  <a:pt x="1785257" y="1480457"/>
                </a:cubicBezTo>
                <a:cubicBezTo>
                  <a:pt x="1792658" y="1473056"/>
                  <a:pt x="1795973" y="1462372"/>
                  <a:pt x="1802674" y="1454331"/>
                </a:cubicBezTo>
                <a:cubicBezTo>
                  <a:pt x="1810558" y="1444870"/>
                  <a:pt x="1821239" y="1437927"/>
                  <a:pt x="1828800" y="1428206"/>
                </a:cubicBezTo>
                <a:cubicBezTo>
                  <a:pt x="1841652" y="1411683"/>
                  <a:pt x="1852023" y="1393371"/>
                  <a:pt x="1863634" y="1375954"/>
                </a:cubicBezTo>
                <a:cubicBezTo>
                  <a:pt x="1869440" y="1367246"/>
                  <a:pt x="1873650" y="1357230"/>
                  <a:pt x="1881051" y="1349829"/>
                </a:cubicBezTo>
                <a:lnTo>
                  <a:pt x="1907177" y="1323703"/>
                </a:lnTo>
                <a:cubicBezTo>
                  <a:pt x="1929069" y="1258031"/>
                  <a:pt x="1899538" y="1338983"/>
                  <a:pt x="1933303" y="1271451"/>
                </a:cubicBezTo>
                <a:cubicBezTo>
                  <a:pt x="1937408" y="1263241"/>
                  <a:pt x="1936676" y="1252796"/>
                  <a:pt x="1942011" y="1245326"/>
                </a:cubicBezTo>
                <a:cubicBezTo>
                  <a:pt x="1951556" y="1231963"/>
                  <a:pt x="1967737" y="1224154"/>
                  <a:pt x="1976846" y="1210491"/>
                </a:cubicBezTo>
                <a:cubicBezTo>
                  <a:pt x="2001095" y="1174119"/>
                  <a:pt x="1986862" y="1191767"/>
                  <a:pt x="2020389" y="1158240"/>
                </a:cubicBezTo>
                <a:lnTo>
                  <a:pt x="2037806" y="1105989"/>
                </a:lnTo>
                <a:cubicBezTo>
                  <a:pt x="2046881" y="1078762"/>
                  <a:pt x="2055679" y="1044725"/>
                  <a:pt x="2081349" y="1027611"/>
                </a:cubicBezTo>
                <a:lnTo>
                  <a:pt x="2133600" y="992777"/>
                </a:lnTo>
                <a:cubicBezTo>
                  <a:pt x="2139406" y="984068"/>
                  <a:pt x="2146894" y="976271"/>
                  <a:pt x="2151017" y="966651"/>
                </a:cubicBezTo>
                <a:cubicBezTo>
                  <a:pt x="2165492" y="932877"/>
                  <a:pt x="2151535" y="927713"/>
                  <a:pt x="2177143" y="896983"/>
                </a:cubicBezTo>
                <a:cubicBezTo>
                  <a:pt x="2183844" y="888942"/>
                  <a:pt x="2194560" y="885372"/>
                  <a:pt x="2203269" y="879566"/>
                </a:cubicBezTo>
                <a:cubicBezTo>
                  <a:pt x="2206172" y="870857"/>
                  <a:pt x="2209751" y="862346"/>
                  <a:pt x="2211977" y="853440"/>
                </a:cubicBezTo>
                <a:cubicBezTo>
                  <a:pt x="2227837" y="790000"/>
                  <a:pt x="2213854" y="827578"/>
                  <a:pt x="2229394" y="757646"/>
                </a:cubicBezTo>
                <a:cubicBezTo>
                  <a:pt x="2231385" y="748685"/>
                  <a:pt x="2235200" y="740229"/>
                  <a:pt x="2238103" y="731520"/>
                </a:cubicBezTo>
                <a:cubicBezTo>
                  <a:pt x="2257029" y="617962"/>
                  <a:pt x="2244352" y="660519"/>
                  <a:pt x="2264229" y="600891"/>
                </a:cubicBezTo>
                <a:cubicBezTo>
                  <a:pt x="2261326" y="574765"/>
                  <a:pt x="2259842" y="548443"/>
                  <a:pt x="2255520" y="522514"/>
                </a:cubicBezTo>
                <a:cubicBezTo>
                  <a:pt x="2254011" y="513459"/>
                  <a:pt x="2249333" y="505215"/>
                  <a:pt x="2246811" y="496389"/>
                </a:cubicBezTo>
                <a:cubicBezTo>
                  <a:pt x="2243523" y="484881"/>
                  <a:pt x="2241391" y="473062"/>
                  <a:pt x="2238103" y="461554"/>
                </a:cubicBezTo>
                <a:cubicBezTo>
                  <a:pt x="2235581" y="452728"/>
                  <a:pt x="2231916" y="444255"/>
                  <a:pt x="2229394" y="435429"/>
                </a:cubicBezTo>
                <a:cubicBezTo>
                  <a:pt x="2226106" y="423921"/>
                  <a:pt x="2223282" y="412278"/>
                  <a:pt x="2220686" y="400594"/>
                </a:cubicBezTo>
                <a:cubicBezTo>
                  <a:pt x="2217475" y="386145"/>
                  <a:pt x="2217474" y="370794"/>
                  <a:pt x="2211977" y="357051"/>
                </a:cubicBezTo>
                <a:cubicBezTo>
                  <a:pt x="2182978" y="284556"/>
                  <a:pt x="2188497" y="339245"/>
                  <a:pt x="2142309" y="269966"/>
                </a:cubicBezTo>
                <a:cubicBezTo>
                  <a:pt x="2136503" y="261257"/>
                  <a:pt x="2133064" y="250379"/>
                  <a:pt x="2124891" y="243840"/>
                </a:cubicBezTo>
                <a:cubicBezTo>
                  <a:pt x="2117723" y="238106"/>
                  <a:pt x="2106790" y="239589"/>
                  <a:pt x="2098766" y="235131"/>
                </a:cubicBezTo>
                <a:cubicBezTo>
                  <a:pt x="2080467" y="224965"/>
                  <a:pt x="2065237" y="209658"/>
                  <a:pt x="2046514" y="200297"/>
                </a:cubicBezTo>
                <a:cubicBezTo>
                  <a:pt x="2034903" y="194491"/>
                  <a:pt x="2022812" y="189559"/>
                  <a:pt x="2011680" y="182880"/>
                </a:cubicBezTo>
                <a:cubicBezTo>
                  <a:pt x="1993730" y="172110"/>
                  <a:pt x="1976846" y="159657"/>
                  <a:pt x="1959429" y="148046"/>
                </a:cubicBezTo>
                <a:cubicBezTo>
                  <a:pt x="1950720" y="142240"/>
                  <a:pt x="1943232" y="133939"/>
                  <a:pt x="1933303" y="130629"/>
                </a:cubicBezTo>
                <a:lnTo>
                  <a:pt x="1881051" y="113211"/>
                </a:lnTo>
                <a:lnTo>
                  <a:pt x="1854926" y="104503"/>
                </a:lnTo>
                <a:cubicBezTo>
                  <a:pt x="1837509" y="92892"/>
                  <a:pt x="1817475" y="84471"/>
                  <a:pt x="1802674" y="69669"/>
                </a:cubicBezTo>
                <a:cubicBezTo>
                  <a:pt x="1796868" y="63863"/>
                  <a:pt x="1792601" y="55923"/>
                  <a:pt x="1785257" y="52251"/>
                </a:cubicBezTo>
                <a:cubicBezTo>
                  <a:pt x="1774552" y="46898"/>
                  <a:pt x="1761931" y="46831"/>
                  <a:pt x="1750423" y="43543"/>
                </a:cubicBezTo>
                <a:cubicBezTo>
                  <a:pt x="1741596" y="41021"/>
                  <a:pt x="1732508" y="38939"/>
                  <a:pt x="1724297" y="34834"/>
                </a:cubicBezTo>
                <a:cubicBezTo>
                  <a:pt x="1714936" y="30153"/>
                  <a:pt x="1707258" y="22610"/>
                  <a:pt x="1698171" y="17417"/>
                </a:cubicBezTo>
                <a:cubicBezTo>
                  <a:pt x="1686900" y="10976"/>
                  <a:pt x="1674948" y="5806"/>
                  <a:pt x="1663337" y="0"/>
                </a:cubicBezTo>
                <a:cubicBezTo>
                  <a:pt x="1611086" y="2903"/>
                  <a:pt x="1558679" y="3747"/>
                  <a:pt x="1506583" y="8709"/>
                </a:cubicBezTo>
                <a:cubicBezTo>
                  <a:pt x="1395872" y="19253"/>
                  <a:pt x="1484811" y="15966"/>
                  <a:pt x="1480457" y="17417"/>
                </a:cubicBez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A ABB a seguir está balanceada?</a:t>
            </a:r>
            <a:endParaRPr lang="pt-BR" sz="200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3D86A02-CA8E-4788-AAAD-B6A66EE8E935}"/>
              </a:ext>
            </a:extLst>
          </p:cNvPr>
          <p:cNvSpPr/>
          <p:nvPr/>
        </p:nvSpPr>
        <p:spPr bwMode="auto">
          <a:xfrm>
            <a:off x="5616116" y="325925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200" dirty="0"/>
              <a:t>16</a:t>
            </a: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5D3428B-46F4-4DC6-9EA5-79BA9F6DCC9C}"/>
              </a:ext>
            </a:extLst>
          </p:cNvPr>
          <p:cNvSpPr/>
          <p:nvPr/>
        </p:nvSpPr>
        <p:spPr bwMode="auto">
          <a:xfrm>
            <a:off x="5186137" y="379931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DAB22BB-6C06-4175-9004-B7200315F393}"/>
              </a:ext>
            </a:extLst>
          </p:cNvPr>
          <p:cNvSpPr/>
          <p:nvPr/>
        </p:nvSpPr>
        <p:spPr bwMode="auto">
          <a:xfrm>
            <a:off x="6294863" y="274502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859434E-4DEC-4161-9793-4D0A01334B0D}"/>
              </a:ext>
            </a:extLst>
          </p:cNvPr>
          <p:cNvSpPr/>
          <p:nvPr/>
        </p:nvSpPr>
        <p:spPr bwMode="auto">
          <a:xfrm>
            <a:off x="6984268" y="3257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30D8B3D-1082-4B7D-94C0-942E4D63D8CD}"/>
              </a:ext>
            </a:extLst>
          </p:cNvPr>
          <p:cNvSpPr/>
          <p:nvPr/>
        </p:nvSpPr>
        <p:spPr bwMode="auto">
          <a:xfrm>
            <a:off x="7488324" y="3761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8E9A321-CC5C-4240-85E1-49992449641A}"/>
              </a:ext>
            </a:extLst>
          </p:cNvPr>
          <p:cNvSpPr/>
          <p:nvPr/>
        </p:nvSpPr>
        <p:spPr bwMode="auto">
          <a:xfrm>
            <a:off x="7992380" y="4265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17DA7F5-FC67-483C-8B02-9562D7C9CF0C}"/>
              </a:ext>
            </a:extLst>
          </p:cNvPr>
          <p:cNvSpPr/>
          <p:nvPr/>
        </p:nvSpPr>
        <p:spPr bwMode="auto">
          <a:xfrm>
            <a:off x="4722577" y="433794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4DB4809D-E64C-4DE5-9F4B-9F50FB1D0FA0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6654903" y="2925047"/>
            <a:ext cx="509385" cy="3327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659DA5A1-8730-42A9-B50D-31EDCD42FA4F}"/>
              </a:ext>
            </a:extLst>
          </p:cNvPr>
          <p:cNvCxnSpPr>
            <a:stCxn id="34" idx="3"/>
            <a:endCxn id="35" idx="0"/>
          </p:cNvCxnSpPr>
          <p:nvPr/>
        </p:nvCxnSpPr>
        <p:spPr bwMode="auto">
          <a:xfrm>
            <a:off x="7344308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6C69D051-18CB-4684-8851-1495D5C34C46}"/>
              </a:ext>
            </a:extLst>
          </p:cNvPr>
          <p:cNvCxnSpPr>
            <a:stCxn id="35" idx="3"/>
            <a:endCxn id="36" idx="0"/>
          </p:cNvCxnSpPr>
          <p:nvPr/>
        </p:nvCxnSpPr>
        <p:spPr bwMode="auto">
          <a:xfrm>
            <a:off x="7848364" y="39418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9209FC32-EA6F-4405-AECB-EB3097E8CD4B}"/>
              </a:ext>
            </a:extLst>
          </p:cNvPr>
          <p:cNvCxnSpPr>
            <a:cxnSpLocks/>
            <a:stCxn id="37" idx="3"/>
          </p:cNvCxnSpPr>
          <p:nvPr/>
        </p:nvCxnSpPr>
        <p:spPr bwMode="auto">
          <a:xfrm>
            <a:off x="5082617" y="4517964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C2BBF26C-08B8-46B3-AB40-6A9570B10933}"/>
              </a:ext>
            </a:extLst>
          </p:cNvPr>
          <p:cNvCxnSpPr>
            <a:cxnSpLocks/>
            <a:stCxn id="33" idx="1"/>
            <a:endCxn id="31" idx="0"/>
          </p:cNvCxnSpPr>
          <p:nvPr/>
        </p:nvCxnSpPr>
        <p:spPr bwMode="auto">
          <a:xfrm rot="10800000" flipV="1">
            <a:off x="5796137" y="2925047"/>
            <a:ext cx="498727" cy="33420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3632DF2E-CEEE-4790-9127-49677E8FE0B6}"/>
              </a:ext>
            </a:extLst>
          </p:cNvPr>
          <p:cNvCxnSpPr>
            <a:cxnSpLocks/>
            <a:stCxn id="34" idx="1"/>
          </p:cNvCxnSpPr>
          <p:nvPr/>
        </p:nvCxnSpPr>
        <p:spPr bwMode="auto">
          <a:xfrm rot="10800000" flipV="1">
            <a:off x="6660232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23E3AA80-A6A8-44D2-ADFE-989091FCCD64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 flipV="1">
            <a:off x="7243510" y="394189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82311EA5-C7D6-48EA-8106-B608926B703E}"/>
              </a:ext>
            </a:extLst>
          </p:cNvPr>
          <p:cNvCxnSpPr>
            <a:cxnSpLocks/>
            <a:stCxn id="36" idx="1"/>
          </p:cNvCxnSpPr>
          <p:nvPr/>
        </p:nvCxnSpPr>
        <p:spPr bwMode="auto">
          <a:xfrm rot="10800000" flipV="1">
            <a:off x="7726510" y="444595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9EAF99F1-1A89-4007-9891-2F7EDC749293}"/>
              </a:ext>
            </a:extLst>
          </p:cNvPr>
          <p:cNvCxnSpPr>
            <a:cxnSpLocks/>
            <a:stCxn id="37" idx="1"/>
          </p:cNvCxnSpPr>
          <p:nvPr/>
        </p:nvCxnSpPr>
        <p:spPr bwMode="auto">
          <a:xfrm rot="10800000" flipV="1">
            <a:off x="4398541" y="451796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0BA23E46-0561-4F97-BDF8-CF4486B3FD08}"/>
              </a:ext>
            </a:extLst>
          </p:cNvPr>
          <p:cNvSpPr/>
          <p:nvPr/>
        </p:nvSpPr>
        <p:spPr bwMode="auto">
          <a:xfrm>
            <a:off x="5828271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4A9F52A-1E2D-48B3-B99E-333263CD05BE}"/>
              </a:ext>
            </a:extLst>
          </p:cNvPr>
          <p:cNvSpPr txBox="1"/>
          <p:nvPr/>
        </p:nvSpPr>
        <p:spPr>
          <a:xfrm>
            <a:off x="5366157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32441062-91A2-48CB-A4CC-1BB5D5D55AFE}"/>
              </a:ext>
            </a:extLst>
          </p:cNvPr>
          <p:cNvCxnSpPr/>
          <p:nvPr/>
        </p:nvCxnSpPr>
        <p:spPr bwMode="auto">
          <a:xfrm>
            <a:off x="5545567" y="396459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B1AE5CAD-5A69-4491-844C-94B6EFDDC06F}"/>
              </a:ext>
            </a:extLst>
          </p:cNvPr>
          <p:cNvCxnSpPr>
            <a:stCxn id="32" idx="1"/>
            <a:endCxn id="37" idx="0"/>
          </p:cNvCxnSpPr>
          <p:nvPr/>
        </p:nvCxnSpPr>
        <p:spPr bwMode="auto">
          <a:xfrm rot="10800000" flipV="1">
            <a:off x="4902597" y="3979334"/>
            <a:ext cx="283540" cy="3586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CC19C5EF-8773-4C67-A8CF-602E50C9453A}"/>
              </a:ext>
            </a:extLst>
          </p:cNvPr>
          <p:cNvCxnSpPr>
            <a:stCxn id="31" idx="1"/>
            <a:endCxn id="32" idx="0"/>
          </p:cNvCxnSpPr>
          <p:nvPr/>
        </p:nvCxnSpPr>
        <p:spPr bwMode="auto">
          <a:xfrm rot="10800000" flipV="1">
            <a:off x="5366158" y="3439275"/>
            <a:ext cx="249959" cy="36004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8E4849ED-4D9C-411A-87CE-7DD746E704D3}"/>
              </a:ext>
            </a:extLst>
          </p:cNvPr>
          <p:cNvCxnSpPr/>
          <p:nvPr/>
        </p:nvCxnSpPr>
        <p:spPr bwMode="auto">
          <a:xfrm>
            <a:off x="5970827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5F7B9F29-545C-4FAC-9BFB-6E9555F6BCCB}"/>
              </a:ext>
            </a:extLst>
          </p:cNvPr>
          <p:cNvCxnSpPr/>
          <p:nvPr/>
        </p:nvCxnSpPr>
        <p:spPr bwMode="auto">
          <a:xfrm>
            <a:off x="8352420" y="444595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6" name="Balão de Fala: Retângulo com Cantos Arredondados 55">
            <a:extLst>
              <a:ext uri="{FF2B5EF4-FFF2-40B4-BE49-F238E27FC236}">
                <a16:creationId xmlns:a16="http://schemas.microsoft.com/office/drawing/2014/main" id="{2BEC34BF-19FC-4F29-9DA2-FEE7154C2BB5}"/>
              </a:ext>
            </a:extLst>
          </p:cNvPr>
          <p:cNvSpPr/>
          <p:nvPr/>
        </p:nvSpPr>
        <p:spPr bwMode="auto">
          <a:xfrm>
            <a:off x="1259924" y="4337943"/>
            <a:ext cx="1887306" cy="1430840"/>
          </a:xfrm>
          <a:prstGeom prst="wedgeRoundRectCallout">
            <a:avLst>
              <a:gd name="adj1" fmla="val 88472"/>
              <a:gd name="adj2" fmla="val -51189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he</a:t>
            </a:r>
            <a:r>
              <a:rPr lang="pt-BR" sz="1400" dirty="0">
                <a:solidFill>
                  <a:srgbClr val="FF0000"/>
                </a:solidFill>
              </a:rPr>
              <a:t> = 2</a:t>
            </a:r>
          </a:p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hd</a:t>
            </a:r>
            <a:r>
              <a:rPr lang="pt-BR" sz="1400" dirty="0">
                <a:solidFill>
                  <a:srgbClr val="FF0000"/>
                </a:solidFill>
              </a:rPr>
              <a:t> = 2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|-1 - 5| = </a:t>
            </a:r>
            <a:r>
              <a:rPr lang="pt-BR" sz="1400" b="1" dirty="0">
                <a:solidFill>
                  <a:srgbClr val="FF0000"/>
                </a:solidFill>
              </a:rPr>
              <a:t>0</a:t>
            </a:r>
          </a:p>
          <a:p>
            <a:pPr>
              <a:spcBef>
                <a:spcPts val="300"/>
              </a:spcBef>
            </a:pPr>
            <a:endParaRPr lang="pt-BR" sz="1400" dirty="0">
              <a:solidFill>
                <a:srgbClr val="FF0000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Balanceada???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43542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D8E38988-8980-48B8-BD91-84E1D6A2AD6B}"/>
              </a:ext>
            </a:extLst>
          </p:cNvPr>
          <p:cNvSpPr/>
          <p:nvPr/>
        </p:nvSpPr>
        <p:spPr bwMode="auto">
          <a:xfrm>
            <a:off x="6043749" y="3561806"/>
            <a:ext cx="461554" cy="461554"/>
          </a:xfrm>
          <a:custGeom>
            <a:avLst/>
            <a:gdLst>
              <a:gd name="connsiteX0" fmla="*/ 217714 w 461554"/>
              <a:gd name="connsiteY0" fmla="*/ 0 h 461554"/>
              <a:gd name="connsiteX1" fmla="*/ 217714 w 461554"/>
              <a:gd name="connsiteY1" fmla="*/ 0 h 461554"/>
              <a:gd name="connsiteX2" fmla="*/ 148045 w 461554"/>
              <a:gd name="connsiteY2" fmla="*/ 26125 h 461554"/>
              <a:gd name="connsiteX3" fmla="*/ 130628 w 461554"/>
              <a:gd name="connsiteY3" fmla="*/ 43543 h 461554"/>
              <a:gd name="connsiteX4" fmla="*/ 104502 w 461554"/>
              <a:gd name="connsiteY4" fmla="*/ 52251 h 461554"/>
              <a:gd name="connsiteX5" fmla="*/ 78377 w 461554"/>
              <a:gd name="connsiteY5" fmla="*/ 104503 h 461554"/>
              <a:gd name="connsiteX6" fmla="*/ 69668 w 461554"/>
              <a:gd name="connsiteY6" fmla="*/ 130628 h 461554"/>
              <a:gd name="connsiteX7" fmla="*/ 52251 w 461554"/>
              <a:gd name="connsiteY7" fmla="*/ 156754 h 461554"/>
              <a:gd name="connsiteX8" fmla="*/ 34834 w 461554"/>
              <a:gd name="connsiteY8" fmla="*/ 209005 h 461554"/>
              <a:gd name="connsiteX9" fmla="*/ 26125 w 461554"/>
              <a:gd name="connsiteY9" fmla="*/ 235131 h 461554"/>
              <a:gd name="connsiteX10" fmla="*/ 17417 w 461554"/>
              <a:gd name="connsiteY10" fmla="*/ 261257 h 461554"/>
              <a:gd name="connsiteX11" fmla="*/ 0 w 461554"/>
              <a:gd name="connsiteY11" fmla="*/ 287383 h 461554"/>
              <a:gd name="connsiteX12" fmla="*/ 26125 w 461554"/>
              <a:gd name="connsiteY12" fmla="*/ 383177 h 461554"/>
              <a:gd name="connsiteX13" fmla="*/ 104502 w 461554"/>
              <a:gd name="connsiteY13" fmla="*/ 418011 h 461554"/>
              <a:gd name="connsiteX14" fmla="*/ 156754 w 461554"/>
              <a:gd name="connsiteY14" fmla="*/ 435428 h 461554"/>
              <a:gd name="connsiteX15" fmla="*/ 226422 w 461554"/>
              <a:gd name="connsiteY15" fmla="*/ 444137 h 461554"/>
              <a:gd name="connsiteX16" fmla="*/ 339634 w 461554"/>
              <a:gd name="connsiteY16" fmla="*/ 461554 h 461554"/>
              <a:gd name="connsiteX17" fmla="*/ 391885 w 461554"/>
              <a:gd name="connsiteY17" fmla="*/ 452845 h 461554"/>
              <a:gd name="connsiteX18" fmla="*/ 435428 w 461554"/>
              <a:gd name="connsiteY18" fmla="*/ 365760 h 461554"/>
              <a:gd name="connsiteX19" fmla="*/ 452845 w 461554"/>
              <a:gd name="connsiteY19" fmla="*/ 339634 h 461554"/>
              <a:gd name="connsiteX20" fmla="*/ 461554 w 461554"/>
              <a:gd name="connsiteY20" fmla="*/ 313508 h 461554"/>
              <a:gd name="connsiteX21" fmla="*/ 444137 w 461554"/>
              <a:gd name="connsiteY21" fmla="*/ 217714 h 461554"/>
              <a:gd name="connsiteX22" fmla="*/ 435428 w 461554"/>
              <a:gd name="connsiteY22" fmla="*/ 191588 h 461554"/>
              <a:gd name="connsiteX23" fmla="*/ 391885 w 461554"/>
              <a:gd name="connsiteY23" fmla="*/ 95794 h 461554"/>
              <a:gd name="connsiteX24" fmla="*/ 365760 w 461554"/>
              <a:gd name="connsiteY24" fmla="*/ 87085 h 461554"/>
              <a:gd name="connsiteX25" fmla="*/ 348342 w 461554"/>
              <a:gd name="connsiteY25" fmla="*/ 69668 h 461554"/>
              <a:gd name="connsiteX26" fmla="*/ 243840 w 461554"/>
              <a:gd name="connsiteY26" fmla="*/ 17417 h 461554"/>
              <a:gd name="connsiteX27" fmla="*/ 217714 w 461554"/>
              <a:gd name="connsiteY27" fmla="*/ 0 h 461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61554" h="461554">
                <a:moveTo>
                  <a:pt x="217714" y="0"/>
                </a:moveTo>
                <a:lnTo>
                  <a:pt x="217714" y="0"/>
                </a:lnTo>
                <a:cubicBezTo>
                  <a:pt x="194491" y="8708"/>
                  <a:pt x="170229" y="15033"/>
                  <a:pt x="148045" y="26125"/>
                </a:cubicBezTo>
                <a:cubicBezTo>
                  <a:pt x="140701" y="29797"/>
                  <a:pt x="137669" y="39319"/>
                  <a:pt x="130628" y="43543"/>
                </a:cubicBezTo>
                <a:cubicBezTo>
                  <a:pt x="122757" y="48266"/>
                  <a:pt x="113211" y="49348"/>
                  <a:pt x="104502" y="52251"/>
                </a:cubicBezTo>
                <a:cubicBezTo>
                  <a:pt x="82618" y="117909"/>
                  <a:pt x="112136" y="36987"/>
                  <a:pt x="78377" y="104503"/>
                </a:cubicBezTo>
                <a:cubicBezTo>
                  <a:pt x="74272" y="112713"/>
                  <a:pt x="73773" y="122418"/>
                  <a:pt x="69668" y="130628"/>
                </a:cubicBezTo>
                <a:cubicBezTo>
                  <a:pt x="64987" y="139989"/>
                  <a:pt x="56502" y="147190"/>
                  <a:pt x="52251" y="156754"/>
                </a:cubicBezTo>
                <a:cubicBezTo>
                  <a:pt x="44795" y="173531"/>
                  <a:pt x="40640" y="191588"/>
                  <a:pt x="34834" y="209005"/>
                </a:cubicBezTo>
                <a:lnTo>
                  <a:pt x="26125" y="235131"/>
                </a:lnTo>
                <a:cubicBezTo>
                  <a:pt x="23222" y="243840"/>
                  <a:pt x="22509" y="253619"/>
                  <a:pt x="17417" y="261257"/>
                </a:cubicBezTo>
                <a:lnTo>
                  <a:pt x="0" y="287383"/>
                </a:lnTo>
                <a:cubicBezTo>
                  <a:pt x="4744" y="320591"/>
                  <a:pt x="3197" y="355663"/>
                  <a:pt x="26125" y="383177"/>
                </a:cubicBezTo>
                <a:cubicBezTo>
                  <a:pt x="42048" y="402285"/>
                  <a:pt x="87013" y="412181"/>
                  <a:pt x="104502" y="418011"/>
                </a:cubicBezTo>
                <a:lnTo>
                  <a:pt x="156754" y="435428"/>
                </a:lnTo>
                <a:lnTo>
                  <a:pt x="226422" y="444137"/>
                </a:lnTo>
                <a:cubicBezTo>
                  <a:pt x="271141" y="459042"/>
                  <a:pt x="272283" y="461554"/>
                  <a:pt x="339634" y="461554"/>
                </a:cubicBezTo>
                <a:cubicBezTo>
                  <a:pt x="357291" y="461554"/>
                  <a:pt x="374468" y="455748"/>
                  <a:pt x="391885" y="452845"/>
                </a:cubicBezTo>
                <a:cubicBezTo>
                  <a:pt x="481576" y="318313"/>
                  <a:pt x="394075" y="462254"/>
                  <a:pt x="435428" y="365760"/>
                </a:cubicBezTo>
                <a:cubicBezTo>
                  <a:pt x="439551" y="356140"/>
                  <a:pt x="448164" y="348995"/>
                  <a:pt x="452845" y="339634"/>
                </a:cubicBezTo>
                <a:cubicBezTo>
                  <a:pt x="456950" y="331423"/>
                  <a:pt x="458651" y="322217"/>
                  <a:pt x="461554" y="313508"/>
                </a:cubicBezTo>
                <a:cubicBezTo>
                  <a:pt x="457674" y="290231"/>
                  <a:pt x="450219" y="242044"/>
                  <a:pt x="444137" y="217714"/>
                </a:cubicBezTo>
                <a:cubicBezTo>
                  <a:pt x="441911" y="208808"/>
                  <a:pt x="437654" y="200494"/>
                  <a:pt x="435428" y="191588"/>
                </a:cubicBezTo>
                <a:cubicBezTo>
                  <a:pt x="428804" y="165090"/>
                  <a:pt x="426179" y="107226"/>
                  <a:pt x="391885" y="95794"/>
                </a:cubicBezTo>
                <a:lnTo>
                  <a:pt x="365760" y="87085"/>
                </a:lnTo>
                <a:cubicBezTo>
                  <a:pt x="359954" y="81279"/>
                  <a:pt x="354911" y="74594"/>
                  <a:pt x="348342" y="69668"/>
                </a:cubicBezTo>
                <a:cubicBezTo>
                  <a:pt x="324859" y="52056"/>
                  <a:pt x="277321" y="17417"/>
                  <a:pt x="243840" y="17417"/>
                </a:cubicBezTo>
                <a:lnTo>
                  <a:pt x="21771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68D19EB4-5D6E-4F28-9CE7-B480B881D360}"/>
              </a:ext>
            </a:extLst>
          </p:cNvPr>
          <p:cNvSpPr/>
          <p:nvPr/>
        </p:nvSpPr>
        <p:spPr bwMode="auto">
          <a:xfrm>
            <a:off x="4171406" y="3614057"/>
            <a:ext cx="1793965" cy="1454332"/>
          </a:xfrm>
          <a:custGeom>
            <a:avLst/>
            <a:gdLst>
              <a:gd name="connsiteX0" fmla="*/ 1114697 w 1793965"/>
              <a:gd name="connsiteY0" fmla="*/ 0 h 1454332"/>
              <a:gd name="connsiteX1" fmla="*/ 1114697 w 1793965"/>
              <a:gd name="connsiteY1" fmla="*/ 0 h 1454332"/>
              <a:gd name="connsiteX2" fmla="*/ 714103 w 1793965"/>
              <a:gd name="connsiteY2" fmla="*/ 252549 h 1454332"/>
              <a:gd name="connsiteX3" fmla="*/ 670560 w 1793965"/>
              <a:gd name="connsiteY3" fmla="*/ 278674 h 1454332"/>
              <a:gd name="connsiteX4" fmla="*/ 653143 w 1793965"/>
              <a:gd name="connsiteY4" fmla="*/ 296092 h 1454332"/>
              <a:gd name="connsiteX5" fmla="*/ 574765 w 1793965"/>
              <a:gd name="connsiteY5" fmla="*/ 339634 h 1454332"/>
              <a:gd name="connsiteX6" fmla="*/ 531223 w 1793965"/>
              <a:gd name="connsiteY6" fmla="*/ 365760 h 1454332"/>
              <a:gd name="connsiteX7" fmla="*/ 505097 w 1793965"/>
              <a:gd name="connsiteY7" fmla="*/ 383177 h 1454332"/>
              <a:gd name="connsiteX8" fmla="*/ 452845 w 1793965"/>
              <a:gd name="connsiteY8" fmla="*/ 409303 h 1454332"/>
              <a:gd name="connsiteX9" fmla="*/ 435428 w 1793965"/>
              <a:gd name="connsiteY9" fmla="*/ 435429 h 1454332"/>
              <a:gd name="connsiteX10" fmla="*/ 374468 w 1793965"/>
              <a:gd name="connsiteY10" fmla="*/ 478972 h 1454332"/>
              <a:gd name="connsiteX11" fmla="*/ 357051 w 1793965"/>
              <a:gd name="connsiteY11" fmla="*/ 505097 h 1454332"/>
              <a:gd name="connsiteX12" fmla="*/ 330925 w 1793965"/>
              <a:gd name="connsiteY12" fmla="*/ 522514 h 1454332"/>
              <a:gd name="connsiteX13" fmla="*/ 287383 w 1793965"/>
              <a:gd name="connsiteY13" fmla="*/ 557349 h 1454332"/>
              <a:gd name="connsiteX14" fmla="*/ 252548 w 1793965"/>
              <a:gd name="connsiteY14" fmla="*/ 600892 h 1454332"/>
              <a:gd name="connsiteX15" fmla="*/ 235131 w 1793965"/>
              <a:gd name="connsiteY15" fmla="*/ 627017 h 1454332"/>
              <a:gd name="connsiteX16" fmla="*/ 209005 w 1793965"/>
              <a:gd name="connsiteY16" fmla="*/ 644434 h 1454332"/>
              <a:gd name="connsiteX17" fmla="*/ 174171 w 1793965"/>
              <a:gd name="connsiteY17" fmla="*/ 687977 h 1454332"/>
              <a:gd name="connsiteX18" fmla="*/ 165463 w 1793965"/>
              <a:gd name="connsiteY18" fmla="*/ 714103 h 1454332"/>
              <a:gd name="connsiteX19" fmla="*/ 148045 w 1793965"/>
              <a:gd name="connsiteY19" fmla="*/ 731520 h 1454332"/>
              <a:gd name="connsiteX20" fmla="*/ 113211 w 1793965"/>
              <a:gd name="connsiteY20" fmla="*/ 783772 h 1454332"/>
              <a:gd name="connsiteX21" fmla="*/ 78377 w 1793965"/>
              <a:gd name="connsiteY21" fmla="*/ 844732 h 1454332"/>
              <a:gd name="connsiteX22" fmla="*/ 69668 w 1793965"/>
              <a:gd name="connsiteY22" fmla="*/ 879566 h 1454332"/>
              <a:gd name="connsiteX23" fmla="*/ 52251 w 1793965"/>
              <a:gd name="connsiteY23" fmla="*/ 914400 h 1454332"/>
              <a:gd name="connsiteX24" fmla="*/ 17417 w 1793965"/>
              <a:gd name="connsiteY24" fmla="*/ 966652 h 1454332"/>
              <a:gd name="connsiteX25" fmla="*/ 0 w 1793965"/>
              <a:gd name="connsiteY25" fmla="*/ 1027612 h 1454332"/>
              <a:gd name="connsiteX26" fmla="*/ 8708 w 1793965"/>
              <a:gd name="connsiteY26" fmla="*/ 1123406 h 1454332"/>
              <a:gd name="connsiteX27" fmla="*/ 34834 w 1793965"/>
              <a:gd name="connsiteY27" fmla="*/ 1219200 h 1454332"/>
              <a:gd name="connsiteX28" fmla="*/ 52251 w 1793965"/>
              <a:gd name="connsiteY28" fmla="*/ 1297577 h 1454332"/>
              <a:gd name="connsiteX29" fmla="*/ 60960 w 1793965"/>
              <a:gd name="connsiteY29" fmla="*/ 1332412 h 1454332"/>
              <a:gd name="connsiteX30" fmla="*/ 87085 w 1793965"/>
              <a:gd name="connsiteY30" fmla="*/ 1349829 h 1454332"/>
              <a:gd name="connsiteX31" fmla="*/ 130628 w 1793965"/>
              <a:gd name="connsiteY31" fmla="*/ 1375954 h 1454332"/>
              <a:gd name="connsiteX32" fmla="*/ 435428 w 1793965"/>
              <a:gd name="connsiteY32" fmla="*/ 1384663 h 1454332"/>
              <a:gd name="connsiteX33" fmla="*/ 513805 w 1793965"/>
              <a:gd name="connsiteY33" fmla="*/ 1402080 h 1454332"/>
              <a:gd name="connsiteX34" fmla="*/ 557348 w 1793965"/>
              <a:gd name="connsiteY34" fmla="*/ 1410789 h 1454332"/>
              <a:gd name="connsiteX35" fmla="*/ 600891 w 1793965"/>
              <a:gd name="connsiteY35" fmla="*/ 1428206 h 1454332"/>
              <a:gd name="connsiteX36" fmla="*/ 627017 w 1793965"/>
              <a:gd name="connsiteY36" fmla="*/ 1436914 h 1454332"/>
              <a:gd name="connsiteX37" fmla="*/ 766354 w 1793965"/>
              <a:gd name="connsiteY37" fmla="*/ 1445623 h 1454332"/>
              <a:gd name="connsiteX38" fmla="*/ 853440 w 1793965"/>
              <a:gd name="connsiteY38" fmla="*/ 1454332 h 1454332"/>
              <a:gd name="connsiteX39" fmla="*/ 1001485 w 1793965"/>
              <a:gd name="connsiteY39" fmla="*/ 1445623 h 1454332"/>
              <a:gd name="connsiteX40" fmla="*/ 1079863 w 1793965"/>
              <a:gd name="connsiteY40" fmla="*/ 1428206 h 1454332"/>
              <a:gd name="connsiteX41" fmla="*/ 1140823 w 1793965"/>
              <a:gd name="connsiteY41" fmla="*/ 1419497 h 1454332"/>
              <a:gd name="connsiteX42" fmla="*/ 1201783 w 1793965"/>
              <a:gd name="connsiteY42" fmla="*/ 1402080 h 1454332"/>
              <a:gd name="connsiteX43" fmla="*/ 1262743 w 1793965"/>
              <a:gd name="connsiteY43" fmla="*/ 1384663 h 1454332"/>
              <a:gd name="connsiteX44" fmla="*/ 1306285 w 1793965"/>
              <a:gd name="connsiteY44" fmla="*/ 1349829 h 1454332"/>
              <a:gd name="connsiteX45" fmla="*/ 1367245 w 1793965"/>
              <a:gd name="connsiteY45" fmla="*/ 1314994 h 1454332"/>
              <a:gd name="connsiteX46" fmla="*/ 1410788 w 1793965"/>
              <a:gd name="connsiteY46" fmla="*/ 1271452 h 1454332"/>
              <a:gd name="connsiteX47" fmla="*/ 1471748 w 1793965"/>
              <a:gd name="connsiteY47" fmla="*/ 1227909 h 1454332"/>
              <a:gd name="connsiteX48" fmla="*/ 1497874 w 1793965"/>
              <a:gd name="connsiteY48" fmla="*/ 1219200 h 1454332"/>
              <a:gd name="connsiteX49" fmla="*/ 1524000 w 1793965"/>
              <a:gd name="connsiteY49" fmla="*/ 1193074 h 1454332"/>
              <a:gd name="connsiteX50" fmla="*/ 1550125 w 1793965"/>
              <a:gd name="connsiteY50" fmla="*/ 1175657 h 1454332"/>
              <a:gd name="connsiteX51" fmla="*/ 1602377 w 1793965"/>
              <a:gd name="connsiteY51" fmla="*/ 1123406 h 1454332"/>
              <a:gd name="connsiteX52" fmla="*/ 1645920 w 1793965"/>
              <a:gd name="connsiteY52" fmla="*/ 1071154 h 1454332"/>
              <a:gd name="connsiteX53" fmla="*/ 1663337 w 1793965"/>
              <a:gd name="connsiteY53" fmla="*/ 1018903 h 1454332"/>
              <a:gd name="connsiteX54" fmla="*/ 1672045 w 1793965"/>
              <a:gd name="connsiteY54" fmla="*/ 992777 h 1454332"/>
              <a:gd name="connsiteX55" fmla="*/ 1689463 w 1793965"/>
              <a:gd name="connsiteY55" fmla="*/ 975360 h 1454332"/>
              <a:gd name="connsiteX56" fmla="*/ 1715588 w 1793965"/>
              <a:gd name="connsiteY56" fmla="*/ 923109 h 1454332"/>
              <a:gd name="connsiteX57" fmla="*/ 1724297 w 1793965"/>
              <a:gd name="connsiteY57" fmla="*/ 896983 h 1454332"/>
              <a:gd name="connsiteX58" fmla="*/ 1741714 w 1793965"/>
              <a:gd name="connsiteY58" fmla="*/ 870857 h 1454332"/>
              <a:gd name="connsiteX59" fmla="*/ 1759131 w 1793965"/>
              <a:gd name="connsiteY59" fmla="*/ 818606 h 1454332"/>
              <a:gd name="connsiteX60" fmla="*/ 1776548 w 1793965"/>
              <a:gd name="connsiteY60" fmla="*/ 792480 h 1454332"/>
              <a:gd name="connsiteX61" fmla="*/ 1793965 w 1793965"/>
              <a:gd name="connsiteY61" fmla="*/ 740229 h 1454332"/>
              <a:gd name="connsiteX62" fmla="*/ 1785257 w 1793965"/>
              <a:gd name="connsiteY62" fmla="*/ 487680 h 1454332"/>
              <a:gd name="connsiteX63" fmla="*/ 1776548 w 1793965"/>
              <a:gd name="connsiteY63" fmla="*/ 426720 h 1454332"/>
              <a:gd name="connsiteX64" fmla="*/ 1750423 w 1793965"/>
              <a:gd name="connsiteY64" fmla="*/ 357052 h 1454332"/>
              <a:gd name="connsiteX65" fmla="*/ 1733005 w 1793965"/>
              <a:gd name="connsiteY65" fmla="*/ 339634 h 1454332"/>
              <a:gd name="connsiteX66" fmla="*/ 1724297 w 1793965"/>
              <a:gd name="connsiteY66" fmla="*/ 313509 h 1454332"/>
              <a:gd name="connsiteX67" fmla="*/ 1689463 w 1793965"/>
              <a:gd name="connsiteY67" fmla="*/ 261257 h 1454332"/>
              <a:gd name="connsiteX68" fmla="*/ 1663337 w 1793965"/>
              <a:gd name="connsiteY68" fmla="*/ 217714 h 1454332"/>
              <a:gd name="connsiteX69" fmla="*/ 1611085 w 1793965"/>
              <a:gd name="connsiteY69" fmla="*/ 200297 h 1454332"/>
              <a:gd name="connsiteX70" fmla="*/ 1550125 w 1793965"/>
              <a:gd name="connsiteY70" fmla="*/ 165463 h 1454332"/>
              <a:gd name="connsiteX71" fmla="*/ 1497874 w 1793965"/>
              <a:gd name="connsiteY71" fmla="*/ 130629 h 1454332"/>
              <a:gd name="connsiteX72" fmla="*/ 1436914 w 1793965"/>
              <a:gd name="connsiteY72" fmla="*/ 104503 h 1454332"/>
              <a:gd name="connsiteX73" fmla="*/ 1419497 w 1793965"/>
              <a:gd name="connsiteY73" fmla="*/ 78377 h 1454332"/>
              <a:gd name="connsiteX74" fmla="*/ 1341120 w 1793965"/>
              <a:gd name="connsiteY74" fmla="*/ 52252 h 1454332"/>
              <a:gd name="connsiteX75" fmla="*/ 1314994 w 1793965"/>
              <a:gd name="connsiteY75" fmla="*/ 43543 h 1454332"/>
              <a:gd name="connsiteX76" fmla="*/ 1236617 w 1793965"/>
              <a:gd name="connsiteY76" fmla="*/ 8709 h 1454332"/>
              <a:gd name="connsiteX77" fmla="*/ 1114697 w 1793965"/>
              <a:gd name="connsiteY77" fmla="*/ 0 h 1454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1793965" h="1454332">
                <a:moveTo>
                  <a:pt x="1114697" y="0"/>
                </a:moveTo>
                <a:lnTo>
                  <a:pt x="1114697" y="0"/>
                </a:lnTo>
                <a:cubicBezTo>
                  <a:pt x="732536" y="248849"/>
                  <a:pt x="881537" y="196733"/>
                  <a:pt x="714103" y="252549"/>
                </a:cubicBezTo>
                <a:cubicBezTo>
                  <a:pt x="669964" y="296685"/>
                  <a:pt x="727091" y="244754"/>
                  <a:pt x="670560" y="278674"/>
                </a:cubicBezTo>
                <a:cubicBezTo>
                  <a:pt x="663519" y="282898"/>
                  <a:pt x="659712" y="291166"/>
                  <a:pt x="653143" y="296092"/>
                </a:cubicBezTo>
                <a:cubicBezTo>
                  <a:pt x="605233" y="332025"/>
                  <a:pt x="615496" y="326058"/>
                  <a:pt x="574765" y="339634"/>
                </a:cubicBezTo>
                <a:cubicBezTo>
                  <a:pt x="540747" y="373654"/>
                  <a:pt x="576441" y="343151"/>
                  <a:pt x="531223" y="365760"/>
                </a:cubicBezTo>
                <a:cubicBezTo>
                  <a:pt x="521861" y="370441"/>
                  <a:pt x="514458" y="378496"/>
                  <a:pt x="505097" y="383177"/>
                </a:cubicBezTo>
                <a:cubicBezTo>
                  <a:pt x="432986" y="419232"/>
                  <a:pt x="527718" y="359389"/>
                  <a:pt x="452845" y="409303"/>
                </a:cubicBezTo>
                <a:cubicBezTo>
                  <a:pt x="447039" y="418012"/>
                  <a:pt x="442829" y="428028"/>
                  <a:pt x="435428" y="435429"/>
                </a:cubicBezTo>
                <a:cubicBezTo>
                  <a:pt x="424630" y="446227"/>
                  <a:pt x="389298" y="469085"/>
                  <a:pt x="374468" y="478972"/>
                </a:cubicBezTo>
                <a:cubicBezTo>
                  <a:pt x="368662" y="487680"/>
                  <a:pt x="364452" y="497696"/>
                  <a:pt x="357051" y="505097"/>
                </a:cubicBezTo>
                <a:cubicBezTo>
                  <a:pt x="349650" y="512498"/>
                  <a:pt x="339098" y="515976"/>
                  <a:pt x="330925" y="522514"/>
                </a:cubicBezTo>
                <a:cubicBezTo>
                  <a:pt x="268873" y="572156"/>
                  <a:pt x="367802" y="503735"/>
                  <a:pt x="287383" y="557349"/>
                </a:cubicBezTo>
                <a:cubicBezTo>
                  <a:pt x="233764" y="637772"/>
                  <a:pt x="302192" y="538837"/>
                  <a:pt x="252548" y="600892"/>
                </a:cubicBezTo>
                <a:cubicBezTo>
                  <a:pt x="246010" y="609065"/>
                  <a:pt x="242532" y="619616"/>
                  <a:pt x="235131" y="627017"/>
                </a:cubicBezTo>
                <a:cubicBezTo>
                  <a:pt x="227730" y="634418"/>
                  <a:pt x="217714" y="638628"/>
                  <a:pt x="209005" y="644434"/>
                </a:cubicBezTo>
                <a:cubicBezTo>
                  <a:pt x="187212" y="731615"/>
                  <a:pt x="219980" y="642168"/>
                  <a:pt x="174171" y="687977"/>
                </a:cubicBezTo>
                <a:cubicBezTo>
                  <a:pt x="167680" y="694468"/>
                  <a:pt x="170186" y="706232"/>
                  <a:pt x="165463" y="714103"/>
                </a:cubicBezTo>
                <a:cubicBezTo>
                  <a:pt x="161239" y="721144"/>
                  <a:pt x="152971" y="724951"/>
                  <a:pt x="148045" y="731520"/>
                </a:cubicBezTo>
                <a:cubicBezTo>
                  <a:pt x="135485" y="748266"/>
                  <a:pt x="124822" y="766355"/>
                  <a:pt x="113211" y="783772"/>
                </a:cubicBezTo>
                <a:cubicBezTo>
                  <a:pt x="98771" y="805432"/>
                  <a:pt x="87849" y="819472"/>
                  <a:pt x="78377" y="844732"/>
                </a:cubicBezTo>
                <a:cubicBezTo>
                  <a:pt x="74174" y="855939"/>
                  <a:pt x="73871" y="868359"/>
                  <a:pt x="69668" y="879566"/>
                </a:cubicBezTo>
                <a:cubicBezTo>
                  <a:pt x="65110" y="891721"/>
                  <a:pt x="58930" y="903268"/>
                  <a:pt x="52251" y="914400"/>
                </a:cubicBezTo>
                <a:cubicBezTo>
                  <a:pt x="41481" y="932350"/>
                  <a:pt x="24037" y="946793"/>
                  <a:pt x="17417" y="966652"/>
                </a:cubicBezTo>
                <a:cubicBezTo>
                  <a:pt x="4923" y="1004132"/>
                  <a:pt x="10934" y="983872"/>
                  <a:pt x="0" y="1027612"/>
                </a:cubicBezTo>
                <a:cubicBezTo>
                  <a:pt x="2903" y="1059543"/>
                  <a:pt x="3707" y="1091735"/>
                  <a:pt x="8708" y="1123406"/>
                </a:cubicBezTo>
                <a:cubicBezTo>
                  <a:pt x="38077" y="1309417"/>
                  <a:pt x="14825" y="1129164"/>
                  <a:pt x="34834" y="1219200"/>
                </a:cubicBezTo>
                <a:cubicBezTo>
                  <a:pt x="74128" y="1396017"/>
                  <a:pt x="22844" y="1194652"/>
                  <a:pt x="52251" y="1297577"/>
                </a:cubicBezTo>
                <a:cubicBezTo>
                  <a:pt x="55539" y="1309086"/>
                  <a:pt x="54321" y="1322453"/>
                  <a:pt x="60960" y="1332412"/>
                </a:cubicBezTo>
                <a:cubicBezTo>
                  <a:pt x="66766" y="1341120"/>
                  <a:pt x="78912" y="1343291"/>
                  <a:pt x="87085" y="1349829"/>
                </a:cubicBezTo>
                <a:cubicBezTo>
                  <a:pt x="105997" y="1364959"/>
                  <a:pt x="102300" y="1374463"/>
                  <a:pt x="130628" y="1375954"/>
                </a:cubicBezTo>
                <a:cubicBezTo>
                  <a:pt x="232129" y="1381296"/>
                  <a:pt x="333828" y="1381760"/>
                  <a:pt x="435428" y="1384663"/>
                </a:cubicBezTo>
                <a:cubicBezTo>
                  <a:pt x="579206" y="1408627"/>
                  <a:pt x="428055" y="1380643"/>
                  <a:pt x="513805" y="1402080"/>
                </a:cubicBezTo>
                <a:cubicBezTo>
                  <a:pt x="528165" y="1405670"/>
                  <a:pt x="543170" y="1406536"/>
                  <a:pt x="557348" y="1410789"/>
                </a:cubicBezTo>
                <a:cubicBezTo>
                  <a:pt x="572321" y="1415281"/>
                  <a:pt x="586254" y="1422717"/>
                  <a:pt x="600891" y="1428206"/>
                </a:cubicBezTo>
                <a:cubicBezTo>
                  <a:pt x="609486" y="1431429"/>
                  <a:pt x="617888" y="1435953"/>
                  <a:pt x="627017" y="1436914"/>
                </a:cubicBezTo>
                <a:cubicBezTo>
                  <a:pt x="673298" y="1441786"/>
                  <a:pt x="719955" y="1442054"/>
                  <a:pt x="766354" y="1445623"/>
                </a:cubicBezTo>
                <a:cubicBezTo>
                  <a:pt x="795442" y="1447861"/>
                  <a:pt x="824411" y="1451429"/>
                  <a:pt x="853440" y="1454332"/>
                </a:cubicBezTo>
                <a:cubicBezTo>
                  <a:pt x="902788" y="1451429"/>
                  <a:pt x="952254" y="1450099"/>
                  <a:pt x="1001485" y="1445623"/>
                </a:cubicBezTo>
                <a:cubicBezTo>
                  <a:pt x="1036041" y="1442481"/>
                  <a:pt x="1047425" y="1434104"/>
                  <a:pt x="1079863" y="1428206"/>
                </a:cubicBezTo>
                <a:cubicBezTo>
                  <a:pt x="1100058" y="1424534"/>
                  <a:pt x="1120628" y="1423169"/>
                  <a:pt x="1140823" y="1419497"/>
                </a:cubicBezTo>
                <a:cubicBezTo>
                  <a:pt x="1178269" y="1412689"/>
                  <a:pt x="1169130" y="1411409"/>
                  <a:pt x="1201783" y="1402080"/>
                </a:cubicBezTo>
                <a:cubicBezTo>
                  <a:pt x="1278328" y="1380210"/>
                  <a:pt x="1200101" y="1405544"/>
                  <a:pt x="1262743" y="1384663"/>
                </a:cubicBezTo>
                <a:cubicBezTo>
                  <a:pt x="1279675" y="1333862"/>
                  <a:pt x="1256757" y="1378131"/>
                  <a:pt x="1306285" y="1349829"/>
                </a:cubicBezTo>
                <a:cubicBezTo>
                  <a:pt x="1386996" y="1303709"/>
                  <a:pt x="1275641" y="1337896"/>
                  <a:pt x="1367245" y="1314994"/>
                </a:cubicBezTo>
                <a:cubicBezTo>
                  <a:pt x="1381662" y="1271748"/>
                  <a:pt x="1365478" y="1299771"/>
                  <a:pt x="1410788" y="1271452"/>
                </a:cubicBezTo>
                <a:cubicBezTo>
                  <a:pt x="1426560" y="1261594"/>
                  <a:pt x="1453330" y="1237118"/>
                  <a:pt x="1471748" y="1227909"/>
                </a:cubicBezTo>
                <a:cubicBezTo>
                  <a:pt x="1479959" y="1223804"/>
                  <a:pt x="1489165" y="1222103"/>
                  <a:pt x="1497874" y="1219200"/>
                </a:cubicBezTo>
                <a:cubicBezTo>
                  <a:pt x="1506583" y="1210491"/>
                  <a:pt x="1514539" y="1200959"/>
                  <a:pt x="1524000" y="1193074"/>
                </a:cubicBezTo>
                <a:cubicBezTo>
                  <a:pt x="1532040" y="1186374"/>
                  <a:pt x="1542302" y="1182610"/>
                  <a:pt x="1550125" y="1175657"/>
                </a:cubicBezTo>
                <a:cubicBezTo>
                  <a:pt x="1568535" y="1159293"/>
                  <a:pt x="1588714" y="1143901"/>
                  <a:pt x="1602377" y="1123406"/>
                </a:cubicBezTo>
                <a:cubicBezTo>
                  <a:pt x="1626626" y="1087032"/>
                  <a:pt x="1612393" y="1104681"/>
                  <a:pt x="1645920" y="1071154"/>
                </a:cubicBezTo>
                <a:lnTo>
                  <a:pt x="1663337" y="1018903"/>
                </a:lnTo>
                <a:cubicBezTo>
                  <a:pt x="1666240" y="1010194"/>
                  <a:pt x="1665554" y="999268"/>
                  <a:pt x="1672045" y="992777"/>
                </a:cubicBezTo>
                <a:lnTo>
                  <a:pt x="1689463" y="975360"/>
                </a:lnTo>
                <a:cubicBezTo>
                  <a:pt x="1711349" y="909698"/>
                  <a:pt x="1681828" y="990628"/>
                  <a:pt x="1715588" y="923109"/>
                </a:cubicBezTo>
                <a:cubicBezTo>
                  <a:pt x="1719693" y="914898"/>
                  <a:pt x="1720192" y="905194"/>
                  <a:pt x="1724297" y="896983"/>
                </a:cubicBezTo>
                <a:cubicBezTo>
                  <a:pt x="1728978" y="887622"/>
                  <a:pt x="1737463" y="880421"/>
                  <a:pt x="1741714" y="870857"/>
                </a:cubicBezTo>
                <a:cubicBezTo>
                  <a:pt x="1749170" y="854080"/>
                  <a:pt x="1748947" y="833882"/>
                  <a:pt x="1759131" y="818606"/>
                </a:cubicBezTo>
                <a:cubicBezTo>
                  <a:pt x="1764937" y="809897"/>
                  <a:pt x="1772297" y="802044"/>
                  <a:pt x="1776548" y="792480"/>
                </a:cubicBezTo>
                <a:cubicBezTo>
                  <a:pt x="1784004" y="775703"/>
                  <a:pt x="1793965" y="740229"/>
                  <a:pt x="1793965" y="740229"/>
                </a:cubicBezTo>
                <a:cubicBezTo>
                  <a:pt x="1791062" y="656046"/>
                  <a:pt x="1789929" y="571783"/>
                  <a:pt x="1785257" y="487680"/>
                </a:cubicBezTo>
                <a:cubicBezTo>
                  <a:pt x="1784118" y="467185"/>
                  <a:pt x="1780220" y="446915"/>
                  <a:pt x="1776548" y="426720"/>
                </a:cubicBezTo>
                <a:cubicBezTo>
                  <a:pt x="1771761" y="400393"/>
                  <a:pt x="1765524" y="379704"/>
                  <a:pt x="1750423" y="357052"/>
                </a:cubicBezTo>
                <a:cubicBezTo>
                  <a:pt x="1745868" y="350220"/>
                  <a:pt x="1738811" y="345440"/>
                  <a:pt x="1733005" y="339634"/>
                </a:cubicBezTo>
                <a:cubicBezTo>
                  <a:pt x="1730102" y="330926"/>
                  <a:pt x="1728755" y="321533"/>
                  <a:pt x="1724297" y="313509"/>
                </a:cubicBezTo>
                <a:cubicBezTo>
                  <a:pt x="1714131" y="295210"/>
                  <a:pt x="1696083" y="281116"/>
                  <a:pt x="1689463" y="261257"/>
                </a:cubicBezTo>
                <a:cubicBezTo>
                  <a:pt x="1683504" y="243382"/>
                  <a:pt x="1682462" y="227277"/>
                  <a:pt x="1663337" y="217714"/>
                </a:cubicBezTo>
                <a:cubicBezTo>
                  <a:pt x="1646916" y="209503"/>
                  <a:pt x="1611085" y="200297"/>
                  <a:pt x="1611085" y="200297"/>
                </a:cubicBezTo>
                <a:cubicBezTo>
                  <a:pt x="1552429" y="141641"/>
                  <a:pt x="1620298" y="200550"/>
                  <a:pt x="1550125" y="165463"/>
                </a:cubicBezTo>
                <a:cubicBezTo>
                  <a:pt x="1531402" y="156102"/>
                  <a:pt x="1516597" y="139990"/>
                  <a:pt x="1497874" y="130629"/>
                </a:cubicBezTo>
                <a:cubicBezTo>
                  <a:pt x="1454829" y="109107"/>
                  <a:pt x="1475356" y="117317"/>
                  <a:pt x="1436914" y="104503"/>
                </a:cubicBezTo>
                <a:cubicBezTo>
                  <a:pt x="1431108" y="95794"/>
                  <a:pt x="1428373" y="83924"/>
                  <a:pt x="1419497" y="78377"/>
                </a:cubicBezTo>
                <a:cubicBezTo>
                  <a:pt x="1419495" y="78375"/>
                  <a:pt x="1354185" y="56607"/>
                  <a:pt x="1341120" y="52252"/>
                </a:cubicBezTo>
                <a:cubicBezTo>
                  <a:pt x="1332411" y="49349"/>
                  <a:pt x="1322632" y="48635"/>
                  <a:pt x="1314994" y="43543"/>
                </a:cubicBezTo>
                <a:cubicBezTo>
                  <a:pt x="1291317" y="27759"/>
                  <a:pt x="1267707" y="8709"/>
                  <a:pt x="1236617" y="8709"/>
                </a:cubicBezTo>
                <a:lnTo>
                  <a:pt x="1114697" y="0"/>
                </a:lnTo>
                <a:close/>
              </a:path>
            </a:pathLst>
          </a:custGeom>
          <a:solidFill>
            <a:srgbClr val="FFCCCC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A ABB a seguir está balanceada? </a:t>
            </a:r>
            <a:r>
              <a:rPr lang="pt-BR" dirty="0">
                <a:solidFill>
                  <a:schemeClr val="accent2"/>
                </a:solidFill>
              </a:rPr>
              <a:t>Não</a:t>
            </a:r>
            <a:r>
              <a:rPr lang="pt-BR" dirty="0"/>
              <a:t>, porque o conceito de balanceamento também tem que ser aplicado </a:t>
            </a:r>
            <a:r>
              <a:rPr lang="pt-BR" dirty="0">
                <a:solidFill>
                  <a:schemeClr val="accent2"/>
                </a:solidFill>
              </a:rPr>
              <a:t>em cada </a:t>
            </a:r>
            <a:r>
              <a:rPr lang="pt-BR" dirty="0" err="1">
                <a:solidFill>
                  <a:schemeClr val="accent2"/>
                </a:solidFill>
              </a:rPr>
              <a:t>subárvore</a:t>
            </a:r>
            <a:r>
              <a:rPr lang="pt-BR" dirty="0"/>
              <a:t>.</a:t>
            </a:r>
            <a:endParaRPr lang="pt-BR" sz="2000" dirty="0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3D86A02-CA8E-4788-AAAD-B6A66EE8E935}"/>
              </a:ext>
            </a:extLst>
          </p:cNvPr>
          <p:cNvSpPr/>
          <p:nvPr/>
        </p:nvSpPr>
        <p:spPr bwMode="auto">
          <a:xfrm>
            <a:off x="5616116" y="3259255"/>
            <a:ext cx="360040" cy="3600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200" dirty="0"/>
              <a:t>16</a:t>
            </a:r>
            <a:endParaRPr kumimoji="0" 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5D3428B-46F4-4DC6-9EA5-79BA9F6DCC9C}"/>
              </a:ext>
            </a:extLst>
          </p:cNvPr>
          <p:cNvSpPr/>
          <p:nvPr/>
        </p:nvSpPr>
        <p:spPr bwMode="auto">
          <a:xfrm>
            <a:off x="5186137" y="379931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DAB22BB-6C06-4175-9004-B7200315F393}"/>
              </a:ext>
            </a:extLst>
          </p:cNvPr>
          <p:cNvSpPr/>
          <p:nvPr/>
        </p:nvSpPr>
        <p:spPr bwMode="auto">
          <a:xfrm>
            <a:off x="6294863" y="2745027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859434E-4DEC-4161-9793-4D0A01334B0D}"/>
              </a:ext>
            </a:extLst>
          </p:cNvPr>
          <p:cNvSpPr/>
          <p:nvPr/>
        </p:nvSpPr>
        <p:spPr bwMode="auto">
          <a:xfrm>
            <a:off x="6984268" y="325782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30D8B3D-1082-4B7D-94C0-942E4D63D8CD}"/>
              </a:ext>
            </a:extLst>
          </p:cNvPr>
          <p:cNvSpPr/>
          <p:nvPr/>
        </p:nvSpPr>
        <p:spPr bwMode="auto">
          <a:xfrm>
            <a:off x="7488324" y="3761879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8E9A321-CC5C-4240-85E1-49992449641A}"/>
              </a:ext>
            </a:extLst>
          </p:cNvPr>
          <p:cNvSpPr/>
          <p:nvPr/>
        </p:nvSpPr>
        <p:spPr bwMode="auto">
          <a:xfrm>
            <a:off x="7992380" y="426593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17DA7F5-FC67-483C-8B02-9562D7C9CF0C}"/>
              </a:ext>
            </a:extLst>
          </p:cNvPr>
          <p:cNvSpPr/>
          <p:nvPr/>
        </p:nvSpPr>
        <p:spPr bwMode="auto">
          <a:xfrm>
            <a:off x="4722577" y="433794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4DB4809D-E64C-4DE5-9F4B-9F50FB1D0FA0}"/>
              </a:ext>
            </a:extLst>
          </p:cNvPr>
          <p:cNvCxnSpPr>
            <a:stCxn id="33" idx="3"/>
            <a:endCxn id="34" idx="0"/>
          </p:cNvCxnSpPr>
          <p:nvPr/>
        </p:nvCxnSpPr>
        <p:spPr bwMode="auto">
          <a:xfrm>
            <a:off x="6654903" y="2925047"/>
            <a:ext cx="509385" cy="33277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659DA5A1-8730-42A9-B50D-31EDCD42FA4F}"/>
              </a:ext>
            </a:extLst>
          </p:cNvPr>
          <p:cNvCxnSpPr>
            <a:stCxn id="34" idx="3"/>
            <a:endCxn id="35" idx="0"/>
          </p:cNvCxnSpPr>
          <p:nvPr/>
        </p:nvCxnSpPr>
        <p:spPr bwMode="auto">
          <a:xfrm>
            <a:off x="7344308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ector: Angulado 39">
            <a:extLst>
              <a:ext uri="{FF2B5EF4-FFF2-40B4-BE49-F238E27FC236}">
                <a16:creationId xmlns:a16="http://schemas.microsoft.com/office/drawing/2014/main" id="{6C69D051-18CB-4684-8851-1495D5C34C46}"/>
              </a:ext>
            </a:extLst>
          </p:cNvPr>
          <p:cNvCxnSpPr>
            <a:stCxn id="35" idx="3"/>
            <a:endCxn id="36" idx="0"/>
          </p:cNvCxnSpPr>
          <p:nvPr/>
        </p:nvCxnSpPr>
        <p:spPr bwMode="auto">
          <a:xfrm>
            <a:off x="7848364" y="39418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9209FC32-EA6F-4405-AECB-EB3097E8CD4B}"/>
              </a:ext>
            </a:extLst>
          </p:cNvPr>
          <p:cNvCxnSpPr>
            <a:cxnSpLocks/>
            <a:stCxn id="37" idx="3"/>
          </p:cNvCxnSpPr>
          <p:nvPr/>
        </p:nvCxnSpPr>
        <p:spPr bwMode="auto">
          <a:xfrm>
            <a:off x="5082617" y="4517964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C2BBF26C-08B8-46B3-AB40-6A9570B10933}"/>
              </a:ext>
            </a:extLst>
          </p:cNvPr>
          <p:cNvCxnSpPr>
            <a:cxnSpLocks/>
            <a:stCxn id="33" idx="1"/>
            <a:endCxn id="31" idx="0"/>
          </p:cNvCxnSpPr>
          <p:nvPr/>
        </p:nvCxnSpPr>
        <p:spPr bwMode="auto">
          <a:xfrm rot="10800000" flipV="1">
            <a:off x="5796137" y="2925047"/>
            <a:ext cx="498727" cy="33420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3632DF2E-CEEE-4790-9127-49677E8FE0B6}"/>
              </a:ext>
            </a:extLst>
          </p:cNvPr>
          <p:cNvCxnSpPr>
            <a:cxnSpLocks/>
            <a:stCxn id="34" idx="1"/>
          </p:cNvCxnSpPr>
          <p:nvPr/>
        </p:nvCxnSpPr>
        <p:spPr bwMode="auto">
          <a:xfrm rot="10800000" flipV="1">
            <a:off x="6660232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23E3AA80-A6A8-44D2-ADFE-989091FCCD64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 flipV="1">
            <a:off x="7243510" y="3941898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82311EA5-C7D6-48EA-8106-B608926B703E}"/>
              </a:ext>
            </a:extLst>
          </p:cNvPr>
          <p:cNvCxnSpPr>
            <a:cxnSpLocks/>
            <a:stCxn id="36" idx="1"/>
          </p:cNvCxnSpPr>
          <p:nvPr/>
        </p:nvCxnSpPr>
        <p:spPr bwMode="auto">
          <a:xfrm rot="10800000" flipV="1">
            <a:off x="7726510" y="444595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9EAF99F1-1A89-4007-9891-2F7EDC749293}"/>
              </a:ext>
            </a:extLst>
          </p:cNvPr>
          <p:cNvCxnSpPr>
            <a:cxnSpLocks/>
            <a:stCxn id="37" idx="1"/>
          </p:cNvCxnSpPr>
          <p:nvPr/>
        </p:nvCxnSpPr>
        <p:spPr bwMode="auto">
          <a:xfrm rot="10800000" flipV="1">
            <a:off x="4398541" y="4517964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0BA23E46-0561-4F97-BDF8-CF4486B3FD08}"/>
              </a:ext>
            </a:extLst>
          </p:cNvPr>
          <p:cNvSpPr/>
          <p:nvPr/>
        </p:nvSpPr>
        <p:spPr bwMode="auto">
          <a:xfrm>
            <a:off x="5828271" y="2448089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54A9F52A-1E2D-48B3-B99E-333263CD05BE}"/>
              </a:ext>
            </a:extLst>
          </p:cNvPr>
          <p:cNvSpPr txBox="1"/>
          <p:nvPr/>
        </p:nvSpPr>
        <p:spPr>
          <a:xfrm>
            <a:off x="5366157" y="2276872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53" name="Conector: Angulado 52">
            <a:extLst>
              <a:ext uri="{FF2B5EF4-FFF2-40B4-BE49-F238E27FC236}">
                <a16:creationId xmlns:a16="http://schemas.microsoft.com/office/drawing/2014/main" id="{32441062-91A2-48CB-A4CC-1BB5D5D55AFE}"/>
              </a:ext>
            </a:extLst>
          </p:cNvPr>
          <p:cNvCxnSpPr/>
          <p:nvPr/>
        </p:nvCxnSpPr>
        <p:spPr bwMode="auto">
          <a:xfrm>
            <a:off x="5545567" y="3964592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id="{B1AE5CAD-5A69-4491-844C-94B6EFDDC06F}"/>
              </a:ext>
            </a:extLst>
          </p:cNvPr>
          <p:cNvCxnSpPr>
            <a:stCxn id="32" idx="1"/>
            <a:endCxn id="37" idx="0"/>
          </p:cNvCxnSpPr>
          <p:nvPr/>
        </p:nvCxnSpPr>
        <p:spPr bwMode="auto">
          <a:xfrm rot="10800000" flipV="1">
            <a:off x="4902597" y="3979334"/>
            <a:ext cx="283540" cy="3586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CC19C5EF-8773-4C67-A8CF-602E50C9453A}"/>
              </a:ext>
            </a:extLst>
          </p:cNvPr>
          <p:cNvCxnSpPr>
            <a:stCxn id="31" idx="1"/>
            <a:endCxn id="32" idx="0"/>
          </p:cNvCxnSpPr>
          <p:nvPr/>
        </p:nvCxnSpPr>
        <p:spPr bwMode="auto">
          <a:xfrm rot="10800000" flipV="1">
            <a:off x="5366158" y="3439275"/>
            <a:ext cx="249959" cy="360040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8E4849ED-4D9C-411A-87CE-7DD746E704D3}"/>
              </a:ext>
            </a:extLst>
          </p:cNvPr>
          <p:cNvCxnSpPr/>
          <p:nvPr/>
        </p:nvCxnSpPr>
        <p:spPr bwMode="auto">
          <a:xfrm>
            <a:off x="5970827" y="343784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5F7B9F29-545C-4FAC-9BFB-6E9555F6BCCB}"/>
              </a:ext>
            </a:extLst>
          </p:cNvPr>
          <p:cNvCxnSpPr/>
          <p:nvPr/>
        </p:nvCxnSpPr>
        <p:spPr bwMode="auto">
          <a:xfrm>
            <a:off x="8352420" y="4445955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56" name="Balão de Fala: Retângulo com Cantos Arredondados 55">
            <a:extLst>
              <a:ext uri="{FF2B5EF4-FFF2-40B4-BE49-F238E27FC236}">
                <a16:creationId xmlns:a16="http://schemas.microsoft.com/office/drawing/2014/main" id="{2BEC34BF-19FC-4F29-9DA2-FEE7154C2BB5}"/>
              </a:ext>
            </a:extLst>
          </p:cNvPr>
          <p:cNvSpPr/>
          <p:nvPr/>
        </p:nvSpPr>
        <p:spPr bwMode="auto">
          <a:xfrm>
            <a:off x="277892" y="4337943"/>
            <a:ext cx="2535670" cy="1791356"/>
          </a:xfrm>
          <a:prstGeom prst="wedgeRoundRectCallout">
            <a:avLst>
              <a:gd name="adj1" fmla="val 94997"/>
              <a:gd name="adj2" fmla="val -41466"/>
              <a:gd name="adj3" fmla="val 16667"/>
            </a:avLst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0" rIns="0" bIns="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he</a:t>
            </a:r>
            <a:r>
              <a:rPr lang="pt-BR" sz="1400" dirty="0">
                <a:solidFill>
                  <a:srgbClr val="FF0000"/>
                </a:solidFill>
              </a:rPr>
              <a:t> = 1</a:t>
            </a:r>
          </a:p>
          <a:p>
            <a:pPr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hd</a:t>
            </a:r>
            <a:r>
              <a:rPr lang="pt-BR" sz="1400" dirty="0">
                <a:solidFill>
                  <a:srgbClr val="FF0000"/>
                </a:solidFill>
              </a:rPr>
              <a:t> = -1</a:t>
            </a:r>
          </a:p>
          <a:p>
            <a:pPr>
              <a:spcBef>
                <a:spcPts val="300"/>
              </a:spcBef>
            </a:pPr>
            <a:r>
              <a:rPr lang="pt-BR" sz="1400" dirty="0">
                <a:solidFill>
                  <a:srgbClr val="FF0000"/>
                </a:solidFill>
              </a:rPr>
              <a:t>|1 – (-1)| = </a:t>
            </a:r>
            <a:r>
              <a:rPr lang="pt-BR" sz="1400" b="1" dirty="0">
                <a:solidFill>
                  <a:srgbClr val="FF0000"/>
                </a:solidFill>
              </a:rPr>
              <a:t>2</a:t>
            </a:r>
          </a:p>
          <a:p>
            <a:pPr>
              <a:spcBef>
                <a:spcPts val="300"/>
              </a:spcBef>
            </a:pPr>
            <a:endParaRPr lang="pt-BR" sz="1400" dirty="0">
              <a:solidFill>
                <a:srgbClr val="FF0000"/>
              </a:solidFill>
            </a:endParaRPr>
          </a:p>
          <a:p>
            <a:pPr algn="ctr">
              <a:spcBef>
                <a:spcPts val="300"/>
              </a:spcBef>
            </a:pPr>
            <a:r>
              <a:rPr lang="pt-BR" sz="1400" dirty="0" err="1">
                <a:solidFill>
                  <a:srgbClr val="FF0000"/>
                </a:solidFill>
              </a:rPr>
              <a:t>Subárvore</a:t>
            </a:r>
            <a:r>
              <a:rPr lang="pt-BR" sz="1400" dirty="0">
                <a:solidFill>
                  <a:srgbClr val="FF0000"/>
                </a:solidFill>
              </a:rPr>
              <a:t> desbalanceada, então toda a ABB está </a:t>
            </a:r>
            <a:r>
              <a:rPr lang="pt-BR" sz="1400" b="1" dirty="0">
                <a:solidFill>
                  <a:srgbClr val="FF0000"/>
                </a:solidFill>
              </a:rPr>
              <a:t>desbalanceada</a:t>
            </a:r>
            <a:r>
              <a:rPr lang="pt-BR" sz="1400" dirty="0">
                <a:solidFill>
                  <a:srgbClr val="FF0000"/>
                </a:solidFill>
              </a:rPr>
              <a:t>!</a:t>
            </a:r>
            <a:endParaRPr kumimoji="0" lang="pt-BR" sz="1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69559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Por que se preocupar se uma ABB está balanceada ou não?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Uma ABB </a:t>
            </a:r>
            <a:r>
              <a:rPr lang="pt-BR" sz="2000" dirty="0">
                <a:solidFill>
                  <a:schemeClr val="accent2"/>
                </a:solidFill>
              </a:rPr>
              <a:t>balanceada</a:t>
            </a:r>
            <a:r>
              <a:rPr lang="pt-BR" sz="2000" dirty="0"/>
              <a:t> de altura </a:t>
            </a:r>
            <a:r>
              <a:rPr lang="pt-BR" sz="2000" b="1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possui de </a:t>
            </a:r>
            <a:r>
              <a:rPr lang="pt-BR" sz="2000" b="1" dirty="0">
                <a:solidFill>
                  <a:schemeClr val="accent2"/>
                </a:solidFill>
              </a:rPr>
              <a:t>2</a:t>
            </a:r>
            <a:r>
              <a:rPr lang="pt-BR" sz="2000" b="1" baseline="30000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a </a:t>
            </a:r>
            <a:r>
              <a:rPr lang="pt-BR" sz="2000" b="1" dirty="0">
                <a:solidFill>
                  <a:schemeClr val="accent2"/>
                </a:solidFill>
              </a:rPr>
              <a:t>2</a:t>
            </a:r>
            <a:r>
              <a:rPr lang="pt-BR" sz="2000" b="1" baseline="30000" dirty="0">
                <a:solidFill>
                  <a:schemeClr val="accent2"/>
                </a:solidFill>
              </a:rPr>
              <a:t>h+1</a:t>
            </a:r>
            <a:r>
              <a:rPr lang="pt-BR" sz="2000" b="1" dirty="0">
                <a:solidFill>
                  <a:schemeClr val="accent2"/>
                </a:solidFill>
              </a:rPr>
              <a:t> - 1 </a:t>
            </a:r>
            <a:r>
              <a:rPr lang="pt-BR" sz="2000" dirty="0">
                <a:solidFill>
                  <a:schemeClr val="accent2"/>
                </a:solidFill>
              </a:rPr>
              <a:t>nós</a:t>
            </a:r>
            <a:r>
              <a:rPr lang="pt-BR" sz="2000" dirty="0"/>
              <a:t>.</a:t>
            </a: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538FE89-A8E6-4AAC-8197-61714C2D3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31734"/>
              </p:ext>
            </p:extLst>
          </p:nvPr>
        </p:nvGraphicFramePr>
        <p:xfrm>
          <a:off x="252000" y="2524472"/>
          <a:ext cx="3173081" cy="3352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508785">
                  <a:extLst>
                    <a:ext uri="{9D8B030D-6E8A-4147-A177-3AD203B41FA5}">
                      <a16:colId xmlns:a16="http://schemas.microsoft.com/office/drawing/2014/main" val="304124409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4232228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</a:t>
                      </a:r>
                      <a:r>
                        <a:rPr lang="pt-BR" sz="1400" baseline="30000" dirty="0"/>
                        <a:t>o</a:t>
                      </a:r>
                      <a:r>
                        <a:rPr lang="pt-BR" sz="1400" dirty="0"/>
                        <a:t> de nós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85417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095654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687794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 ou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24003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 a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29283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8 a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98330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16 a 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449566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32 a 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174691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1024 a 2047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60738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1.048.576 a 2.097.151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41925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1.073.741.824 a 2.147.483.647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92561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FC311A30-E5F0-4EEE-8B16-A541A6A26E97}"/>
              </a:ext>
            </a:extLst>
          </p:cNvPr>
          <p:cNvSpPr/>
          <p:nvPr/>
        </p:nvSpPr>
        <p:spPr bwMode="auto">
          <a:xfrm>
            <a:off x="4984287" y="367450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EC417CE-F96F-40E2-AA6E-59A843126D0A}"/>
              </a:ext>
            </a:extLst>
          </p:cNvPr>
          <p:cNvSpPr/>
          <p:nvPr/>
        </p:nvSpPr>
        <p:spPr bwMode="auto">
          <a:xfrm>
            <a:off x="6279878" y="31594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0DD5F8-33C7-4157-BD1E-9F19DC2771FF}"/>
              </a:ext>
            </a:extLst>
          </p:cNvPr>
          <p:cNvSpPr/>
          <p:nvPr/>
        </p:nvSpPr>
        <p:spPr bwMode="auto">
          <a:xfrm>
            <a:off x="7491563" y="367450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7DCD960-AA4B-4FDB-A9D3-00E3652D0CEA}"/>
              </a:ext>
            </a:extLst>
          </p:cNvPr>
          <p:cNvSpPr/>
          <p:nvPr/>
        </p:nvSpPr>
        <p:spPr bwMode="auto">
          <a:xfrm>
            <a:off x="4443583" y="43164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8E8DD304-BB0A-48EE-9937-8DEB56BDF9CE}"/>
              </a:ext>
            </a:extLst>
          </p:cNvPr>
          <p:cNvCxnSpPr>
            <a:stCxn id="10" idx="3"/>
            <a:endCxn id="11" idx="0"/>
          </p:cNvCxnSpPr>
          <p:nvPr/>
        </p:nvCxnSpPr>
        <p:spPr bwMode="auto">
          <a:xfrm>
            <a:off x="6639918" y="3339450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8931ABBF-DF10-45A2-9580-3E08069DD9DD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4803623" y="4496503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E4EB40D-1684-4B0E-9D36-671BF919ABF7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 bwMode="auto">
          <a:xfrm rot="10800000" flipV="1">
            <a:off x="5164308" y="3339449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EA78912D-90E7-4931-95E9-AAAE4ED1640C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7225481" y="3854525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1D18B8DD-E592-4EB5-A7B0-29AE0467D9B3}"/>
              </a:ext>
            </a:extLst>
          </p:cNvPr>
          <p:cNvCxnSpPr>
            <a:cxnSpLocks/>
            <a:stCxn id="14" idx="1"/>
          </p:cNvCxnSpPr>
          <p:nvPr/>
        </p:nvCxnSpPr>
        <p:spPr bwMode="auto">
          <a:xfrm rot="10800000" flipV="1">
            <a:off x="4119547" y="449650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918B50D5-B820-4249-9949-F7DEA14FAB42}"/>
              </a:ext>
            </a:extLst>
          </p:cNvPr>
          <p:cNvSpPr/>
          <p:nvPr/>
        </p:nvSpPr>
        <p:spPr bwMode="auto">
          <a:xfrm>
            <a:off x="5806441" y="2862876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8BF61E-2137-43EB-AE3F-78FA374A1AC3}"/>
              </a:ext>
            </a:extLst>
          </p:cNvPr>
          <p:cNvSpPr txBox="1"/>
          <p:nvPr/>
        </p:nvSpPr>
        <p:spPr>
          <a:xfrm>
            <a:off x="5344327" y="2691659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E284D2B5-F0DA-4281-906A-819BC7DF9704}"/>
              </a:ext>
            </a:extLst>
          </p:cNvPr>
          <p:cNvCxnSpPr>
            <a:cxnSpLocks/>
          </p:cNvCxnSpPr>
          <p:nvPr/>
        </p:nvCxnSpPr>
        <p:spPr bwMode="auto">
          <a:xfrm>
            <a:off x="5343425" y="384986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86745E07-B789-446A-8BF5-D7DBC2E0F516}"/>
              </a:ext>
            </a:extLst>
          </p:cNvPr>
          <p:cNvCxnSpPr>
            <a:stCxn id="8" idx="1"/>
            <a:endCxn id="14" idx="0"/>
          </p:cNvCxnSpPr>
          <p:nvPr/>
        </p:nvCxnSpPr>
        <p:spPr bwMode="auto">
          <a:xfrm rot="10800000" flipV="1">
            <a:off x="4623603" y="3854525"/>
            <a:ext cx="360684" cy="4619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19FE6F5B-ED49-4660-95C7-C1D3EA02696B}"/>
              </a:ext>
            </a:extLst>
          </p:cNvPr>
          <p:cNvSpPr txBox="1"/>
          <p:nvPr/>
        </p:nvSpPr>
        <p:spPr>
          <a:xfrm>
            <a:off x="5484310" y="5250686"/>
            <a:ext cx="1951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h = 2 → 4 a 7 nós 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1E4619DC-6065-4D3E-957F-7726525C519A}"/>
              </a:ext>
            </a:extLst>
          </p:cNvPr>
          <p:cNvCxnSpPr>
            <a:cxnSpLocks/>
          </p:cNvCxnSpPr>
          <p:nvPr/>
        </p:nvCxnSpPr>
        <p:spPr bwMode="auto">
          <a:xfrm>
            <a:off x="7851603" y="3849863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31237227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</a:pPr>
            <a:r>
              <a:rPr lang="pt-BR" dirty="0"/>
              <a:t>Por que se preocupar se uma ABB está balanceada ou não?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Uma ABB </a:t>
            </a:r>
            <a:r>
              <a:rPr lang="pt-BR" sz="2000" dirty="0">
                <a:solidFill>
                  <a:schemeClr val="accent2"/>
                </a:solidFill>
              </a:rPr>
              <a:t>balanceada</a:t>
            </a:r>
            <a:r>
              <a:rPr lang="pt-BR" sz="2000" dirty="0"/>
              <a:t> de altura </a:t>
            </a:r>
            <a:r>
              <a:rPr lang="pt-BR" sz="2000" b="1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possui de </a:t>
            </a:r>
            <a:r>
              <a:rPr lang="pt-BR" sz="2000" b="1" dirty="0">
                <a:solidFill>
                  <a:schemeClr val="accent2"/>
                </a:solidFill>
              </a:rPr>
              <a:t>2</a:t>
            </a:r>
            <a:r>
              <a:rPr lang="pt-BR" sz="2000" b="1" baseline="30000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a </a:t>
            </a:r>
            <a:r>
              <a:rPr lang="pt-BR" sz="2000" b="1" dirty="0">
                <a:solidFill>
                  <a:schemeClr val="accent2"/>
                </a:solidFill>
              </a:rPr>
              <a:t>2</a:t>
            </a:r>
            <a:r>
              <a:rPr lang="pt-BR" sz="2000" b="1" baseline="30000" dirty="0">
                <a:solidFill>
                  <a:schemeClr val="accent2"/>
                </a:solidFill>
              </a:rPr>
              <a:t>h+1</a:t>
            </a:r>
            <a:r>
              <a:rPr lang="pt-BR" sz="2000" b="1" dirty="0">
                <a:solidFill>
                  <a:schemeClr val="accent2"/>
                </a:solidFill>
              </a:rPr>
              <a:t> - 1 </a:t>
            </a:r>
            <a:r>
              <a:rPr lang="pt-BR" sz="2000" dirty="0">
                <a:solidFill>
                  <a:schemeClr val="accent2"/>
                </a:solidFill>
              </a:rPr>
              <a:t>nós</a:t>
            </a:r>
            <a:r>
              <a:rPr lang="pt-BR" sz="2000" dirty="0"/>
              <a:t>.</a:t>
            </a:r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538FE89-A8E6-4AAC-8197-61714C2D3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89994"/>
              </p:ext>
            </p:extLst>
          </p:nvPr>
        </p:nvGraphicFramePr>
        <p:xfrm>
          <a:off x="252000" y="2524472"/>
          <a:ext cx="3173081" cy="3352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508785">
                  <a:extLst>
                    <a:ext uri="{9D8B030D-6E8A-4147-A177-3AD203B41FA5}">
                      <a16:colId xmlns:a16="http://schemas.microsoft.com/office/drawing/2014/main" val="3041244096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4232228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</a:t>
                      </a:r>
                      <a:r>
                        <a:rPr lang="pt-BR" sz="1400" baseline="30000" dirty="0"/>
                        <a:t>o</a:t>
                      </a:r>
                      <a:r>
                        <a:rPr lang="pt-BR" sz="1400" dirty="0"/>
                        <a:t> de nós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85417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095654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687794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 ou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24003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 a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29283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8 a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98330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16 a 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449566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32 a 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174691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1024 a 2047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60738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1.048.576 a 2.097.151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41925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1.073.741.824 a 2.147.483.647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92561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FC311A30-E5F0-4EEE-8B16-A541A6A26E97}"/>
              </a:ext>
            </a:extLst>
          </p:cNvPr>
          <p:cNvSpPr/>
          <p:nvPr/>
        </p:nvSpPr>
        <p:spPr bwMode="auto">
          <a:xfrm>
            <a:off x="4984287" y="367450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7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89AC708-7C43-41E5-9F70-657ACDB4BBFB}"/>
              </a:ext>
            </a:extLst>
          </p:cNvPr>
          <p:cNvSpPr/>
          <p:nvPr/>
        </p:nvSpPr>
        <p:spPr bwMode="auto">
          <a:xfrm>
            <a:off x="5498532" y="434603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16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EC417CE-F96F-40E2-AA6E-59A843126D0A}"/>
              </a:ext>
            </a:extLst>
          </p:cNvPr>
          <p:cNvSpPr/>
          <p:nvPr/>
        </p:nvSpPr>
        <p:spPr bwMode="auto">
          <a:xfrm>
            <a:off x="6279878" y="31594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20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90DD5F8-33C7-4157-BD1E-9F19DC2771FF}"/>
              </a:ext>
            </a:extLst>
          </p:cNvPr>
          <p:cNvSpPr/>
          <p:nvPr/>
        </p:nvSpPr>
        <p:spPr bwMode="auto">
          <a:xfrm>
            <a:off x="7491563" y="3674505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01CE3E2-A746-442C-AA7F-D2CA31948A38}"/>
              </a:ext>
            </a:extLst>
          </p:cNvPr>
          <p:cNvSpPr/>
          <p:nvPr/>
        </p:nvSpPr>
        <p:spPr bwMode="auto">
          <a:xfrm>
            <a:off x="8132504" y="4341730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43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6D7D423-36EC-45BA-966C-4DF091DD0EE5}"/>
              </a:ext>
            </a:extLst>
          </p:cNvPr>
          <p:cNvSpPr/>
          <p:nvPr/>
        </p:nvSpPr>
        <p:spPr bwMode="auto">
          <a:xfrm>
            <a:off x="6854794" y="4346034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37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7DCD960-AA4B-4FDB-A9D3-00E3652D0CEA}"/>
              </a:ext>
            </a:extLst>
          </p:cNvPr>
          <p:cNvSpPr/>
          <p:nvPr/>
        </p:nvSpPr>
        <p:spPr bwMode="auto">
          <a:xfrm>
            <a:off x="4443583" y="4316483"/>
            <a:ext cx="360040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4</a:t>
            </a:r>
          </a:p>
        </p:txBody>
      </p: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8E8DD304-BB0A-48EE-9937-8DEB56BDF9CE}"/>
              </a:ext>
            </a:extLst>
          </p:cNvPr>
          <p:cNvCxnSpPr>
            <a:stCxn id="10" idx="3"/>
            <a:endCxn id="11" idx="0"/>
          </p:cNvCxnSpPr>
          <p:nvPr/>
        </p:nvCxnSpPr>
        <p:spPr bwMode="auto">
          <a:xfrm>
            <a:off x="6639918" y="3339450"/>
            <a:ext cx="1031665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061E7167-A87C-4D68-BEB6-27C731130156}"/>
              </a:ext>
            </a:extLst>
          </p:cNvPr>
          <p:cNvCxnSpPr>
            <a:stCxn id="11" idx="3"/>
            <a:endCxn id="12" idx="0"/>
          </p:cNvCxnSpPr>
          <p:nvPr/>
        </p:nvCxnSpPr>
        <p:spPr bwMode="auto">
          <a:xfrm>
            <a:off x="7851603" y="3854525"/>
            <a:ext cx="460921" cy="48720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8931ABBF-DF10-45A2-9580-3E08069DD9DD}"/>
              </a:ext>
            </a:extLst>
          </p:cNvPr>
          <p:cNvCxnSpPr>
            <a:cxnSpLocks/>
            <a:stCxn id="14" idx="3"/>
          </p:cNvCxnSpPr>
          <p:nvPr/>
        </p:nvCxnSpPr>
        <p:spPr bwMode="auto">
          <a:xfrm>
            <a:off x="4803623" y="4496503"/>
            <a:ext cx="288032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8E4EB40D-1684-4B0E-9D36-671BF919ABF7}"/>
              </a:ext>
            </a:extLst>
          </p:cNvPr>
          <p:cNvCxnSpPr>
            <a:cxnSpLocks/>
            <a:stCxn id="10" idx="1"/>
            <a:endCxn id="8" idx="0"/>
          </p:cNvCxnSpPr>
          <p:nvPr/>
        </p:nvCxnSpPr>
        <p:spPr bwMode="auto">
          <a:xfrm rot="10800000" flipV="1">
            <a:off x="5164308" y="3339449"/>
            <a:ext cx="1115571" cy="33505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Conector: Angulado 19">
            <a:extLst>
              <a:ext uri="{FF2B5EF4-FFF2-40B4-BE49-F238E27FC236}">
                <a16:creationId xmlns:a16="http://schemas.microsoft.com/office/drawing/2014/main" id="{D9A24A3B-4861-481F-81C9-B61C727AA740}"/>
              </a:ext>
            </a:extLst>
          </p:cNvPr>
          <p:cNvCxnSpPr>
            <a:cxnSpLocks/>
            <a:stCxn id="12" idx="1"/>
          </p:cNvCxnSpPr>
          <p:nvPr/>
        </p:nvCxnSpPr>
        <p:spPr bwMode="auto">
          <a:xfrm rot="10800000" flipV="1">
            <a:off x="7887690" y="4521749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EA78912D-90E7-4931-95E9-AAAE4ED1640C}"/>
              </a:ext>
            </a:extLst>
          </p:cNvPr>
          <p:cNvCxnSpPr>
            <a:cxnSpLocks/>
            <a:stCxn id="13" idx="1"/>
          </p:cNvCxnSpPr>
          <p:nvPr/>
        </p:nvCxnSpPr>
        <p:spPr bwMode="auto">
          <a:xfrm rot="10800000" flipV="1">
            <a:off x="6588924" y="4526054"/>
            <a:ext cx="265870" cy="319374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2" name="Conector: Angulado 21">
            <a:extLst>
              <a:ext uri="{FF2B5EF4-FFF2-40B4-BE49-F238E27FC236}">
                <a16:creationId xmlns:a16="http://schemas.microsoft.com/office/drawing/2014/main" id="{1D18B8DD-E592-4EB5-A7B0-29AE0467D9B3}"/>
              </a:ext>
            </a:extLst>
          </p:cNvPr>
          <p:cNvCxnSpPr>
            <a:cxnSpLocks/>
            <a:stCxn id="14" idx="1"/>
          </p:cNvCxnSpPr>
          <p:nvPr/>
        </p:nvCxnSpPr>
        <p:spPr bwMode="auto">
          <a:xfrm rot="10800000" flipV="1">
            <a:off x="4119547" y="4496503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918B50D5-B820-4249-9949-F7DEA14FAB42}"/>
              </a:ext>
            </a:extLst>
          </p:cNvPr>
          <p:cNvSpPr/>
          <p:nvPr/>
        </p:nvSpPr>
        <p:spPr bwMode="auto">
          <a:xfrm>
            <a:off x="5806441" y="2862876"/>
            <a:ext cx="661851" cy="296091"/>
          </a:xfrm>
          <a:custGeom>
            <a:avLst/>
            <a:gdLst>
              <a:gd name="connsiteX0" fmla="*/ 0 w 661851"/>
              <a:gd name="connsiteY0" fmla="*/ 0 h 296091"/>
              <a:gd name="connsiteX1" fmla="*/ 548640 w 661851"/>
              <a:gd name="connsiteY1" fmla="*/ 130629 h 296091"/>
              <a:gd name="connsiteX2" fmla="*/ 661851 w 661851"/>
              <a:gd name="connsiteY2" fmla="*/ 296091 h 296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1851" h="296091">
                <a:moveTo>
                  <a:pt x="0" y="0"/>
                </a:moveTo>
                <a:cubicBezTo>
                  <a:pt x="219166" y="40640"/>
                  <a:pt x="438332" y="81281"/>
                  <a:pt x="548640" y="130629"/>
                </a:cubicBezTo>
                <a:cubicBezTo>
                  <a:pt x="658949" y="179978"/>
                  <a:pt x="660400" y="238034"/>
                  <a:pt x="661851" y="296091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D8BF61E-2137-43EB-AE3F-78FA374A1AC3}"/>
              </a:ext>
            </a:extLst>
          </p:cNvPr>
          <p:cNvSpPr txBox="1"/>
          <p:nvPr/>
        </p:nvSpPr>
        <p:spPr>
          <a:xfrm>
            <a:off x="5344327" y="2691659"/>
            <a:ext cx="462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raiz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19450A3F-F1F7-40AC-AEAD-457AF8F9FA55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 bwMode="auto">
          <a:xfrm>
            <a:off x="5344327" y="3854525"/>
            <a:ext cx="334225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CBE3C7BE-683F-47DE-85DA-D9DC77E01E6C}"/>
              </a:ext>
            </a:extLst>
          </p:cNvPr>
          <p:cNvCxnSpPr>
            <a:cxnSpLocks/>
          </p:cNvCxnSpPr>
          <p:nvPr/>
        </p:nvCxnSpPr>
        <p:spPr bwMode="auto">
          <a:xfrm rot="10800000" flipV="1">
            <a:off x="5253718" y="4508830"/>
            <a:ext cx="244814" cy="319375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E284D2B5-F0DA-4281-906A-819BC7DF9704}"/>
              </a:ext>
            </a:extLst>
          </p:cNvPr>
          <p:cNvCxnSpPr>
            <a:cxnSpLocks/>
          </p:cNvCxnSpPr>
          <p:nvPr/>
        </p:nvCxnSpPr>
        <p:spPr bwMode="auto">
          <a:xfrm>
            <a:off x="5857962" y="451131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86745E07-B789-446A-8BF5-D7DBC2E0F516}"/>
              </a:ext>
            </a:extLst>
          </p:cNvPr>
          <p:cNvCxnSpPr>
            <a:stCxn id="8" idx="1"/>
            <a:endCxn id="14" idx="0"/>
          </p:cNvCxnSpPr>
          <p:nvPr/>
        </p:nvCxnSpPr>
        <p:spPr bwMode="auto">
          <a:xfrm rot="10800000" flipV="1">
            <a:off x="4623603" y="3854525"/>
            <a:ext cx="360684" cy="461958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247F8E88-E1A4-4C65-A44E-D58FFF6FAEC6}"/>
              </a:ext>
            </a:extLst>
          </p:cNvPr>
          <p:cNvCxnSpPr>
            <a:stCxn id="11" idx="1"/>
            <a:endCxn id="13" idx="0"/>
          </p:cNvCxnSpPr>
          <p:nvPr/>
        </p:nvCxnSpPr>
        <p:spPr bwMode="auto">
          <a:xfrm rot="10800000" flipV="1">
            <a:off x="7034815" y="3854524"/>
            <a:ext cx="456749" cy="491509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4155967E-E438-4BB2-9254-C5181425F970}"/>
              </a:ext>
            </a:extLst>
          </p:cNvPr>
          <p:cNvCxnSpPr>
            <a:cxnSpLocks/>
          </p:cNvCxnSpPr>
          <p:nvPr/>
        </p:nvCxnSpPr>
        <p:spPr bwMode="auto">
          <a:xfrm>
            <a:off x="7209223" y="4506499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530F65-8033-4BFE-A187-4B092947CA3E}"/>
              </a:ext>
            </a:extLst>
          </p:cNvPr>
          <p:cNvSpPr txBox="1"/>
          <p:nvPr/>
        </p:nvSpPr>
        <p:spPr>
          <a:xfrm>
            <a:off x="5484310" y="5250686"/>
            <a:ext cx="1951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2"/>
                </a:solidFill>
              </a:rPr>
              <a:t>h = 2 → 4 a 7 nós 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DBC63D0B-4878-4BC1-A525-D43391B0BD47}"/>
              </a:ext>
            </a:extLst>
          </p:cNvPr>
          <p:cNvCxnSpPr>
            <a:cxnSpLocks/>
          </p:cNvCxnSpPr>
          <p:nvPr/>
        </p:nvCxnSpPr>
        <p:spPr bwMode="auto">
          <a:xfrm>
            <a:off x="8495610" y="4511311"/>
            <a:ext cx="324036" cy="324036"/>
          </a:xfrm>
          <a:prstGeom prst="bentConnector2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oval"/>
          </a:ln>
          <a:effectLst/>
        </p:spPr>
      </p:cxnSp>
    </p:spTree>
    <p:extLst>
      <p:ext uri="{BB962C8B-B14F-4D97-AF65-F5344CB8AC3E}">
        <p14:creationId xmlns:p14="http://schemas.microsoft.com/office/powerpoint/2010/main" val="33028309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Como uma regra geral, as </a:t>
            </a:r>
            <a:r>
              <a:rPr lang="pt-BR" sz="2000" dirty="0" err="1">
                <a:solidFill>
                  <a:schemeClr val="accent2"/>
                </a:solidFill>
              </a:rPr>
              <a:t>ABBs</a:t>
            </a:r>
            <a:r>
              <a:rPr lang="pt-BR" sz="2000" dirty="0">
                <a:solidFill>
                  <a:schemeClr val="accent2"/>
                </a:solidFill>
              </a:rPr>
              <a:t> balanceadas </a:t>
            </a:r>
            <a:r>
              <a:rPr lang="pt-BR" sz="2000" dirty="0"/>
              <a:t>tem o seguinte comportamento: para descobrir se um dado existe ou não em uma ABB balanceada de altura </a:t>
            </a:r>
            <a:r>
              <a:rPr lang="pt-BR" sz="2000" b="1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temos, no máximo, </a:t>
            </a:r>
            <a:r>
              <a:rPr lang="pt-BR" sz="2000" b="1" dirty="0">
                <a:solidFill>
                  <a:schemeClr val="accent2"/>
                </a:solidFill>
              </a:rPr>
              <a:t>h+1</a:t>
            </a:r>
            <a:r>
              <a:rPr lang="pt-BR" sz="2000" dirty="0"/>
              <a:t> comparações.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sz="2000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sz="2000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sz="2000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Isso torna a ABB balanceada </a:t>
            </a:r>
            <a:r>
              <a:rPr lang="pt-BR" sz="2000" dirty="0">
                <a:solidFill>
                  <a:schemeClr val="accent2"/>
                </a:solidFill>
              </a:rPr>
              <a:t>extremamente eficiente </a:t>
            </a:r>
            <a:r>
              <a:rPr lang="pt-BR" sz="2000" dirty="0"/>
              <a:t>na busca por um elemento. </a:t>
            </a:r>
            <a:r>
              <a:rPr lang="pt-BR" dirty="0"/>
              <a:t>Por outro lado, uma ABB desbalanceada pode ser muito ineficiente.</a:t>
            </a:r>
            <a:endParaRPr lang="pt-BR" sz="2000" dirty="0"/>
          </a:p>
        </p:txBody>
      </p: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30EB8DA3-D312-4D6F-8371-2D8E1E186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144435"/>
              </p:ext>
            </p:extLst>
          </p:nvPr>
        </p:nvGraphicFramePr>
        <p:xfrm>
          <a:off x="1916711" y="2348880"/>
          <a:ext cx="5310578" cy="2743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041244096"/>
                    </a:ext>
                  </a:extLst>
                </a:gridCol>
                <a:gridCol w="1998210">
                  <a:extLst>
                    <a:ext uri="{9D8B030D-6E8A-4147-A177-3AD203B41FA5}">
                      <a16:colId xmlns:a16="http://schemas.microsoft.com/office/drawing/2014/main" val="4232228463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3197800988"/>
                    </a:ext>
                  </a:extLst>
                </a:gridCol>
              </a:tblGrid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</a:t>
                      </a:r>
                      <a:r>
                        <a:rPr lang="pt-BR" sz="1400" baseline="30000" dirty="0"/>
                        <a:t>o</a:t>
                      </a:r>
                      <a:r>
                        <a:rPr lang="pt-BR" sz="1400" dirty="0"/>
                        <a:t> de nós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</a:t>
                      </a:r>
                      <a:r>
                        <a:rPr lang="pt-BR" sz="1400" baseline="30000" dirty="0"/>
                        <a:t>o</a:t>
                      </a:r>
                      <a:r>
                        <a:rPr lang="pt-BR" sz="1400" dirty="0"/>
                        <a:t> máximo de comparações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85417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24003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 ou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29283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 a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98330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8 a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449566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16 a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174691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32 a 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60738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1024 a 2047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41925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1.048.576 a 2.097.151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92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8917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pt-BR" sz="1600" dirty="0"/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227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4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874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3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134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5</a:t>
            </a:r>
          </a:p>
          <a:p>
            <a:pPr algn="just"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982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5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DF6BE5A2-CFC2-4027-A8E8-581B2F58B76E}"/>
              </a:ext>
            </a:extLst>
          </p:cNvPr>
          <p:cNvGrpSpPr/>
          <p:nvPr/>
        </p:nvGrpSpPr>
        <p:grpSpPr>
          <a:xfrm>
            <a:off x="1148617" y="1080000"/>
            <a:ext cx="6846765" cy="3940167"/>
            <a:chOff x="1162255" y="2048590"/>
            <a:chExt cx="6846765" cy="3940167"/>
          </a:xfrm>
        </p:grpSpPr>
        <p:pic>
          <p:nvPicPr>
            <p:cNvPr id="3074" name="Picture 2" descr="Imagem relacionada">
              <a:extLst>
                <a:ext uri="{FF2B5EF4-FFF2-40B4-BE49-F238E27FC236}">
                  <a16:creationId xmlns:a16="http://schemas.microsoft.com/office/drawing/2014/main" id="{02115CB7-1391-4529-928C-6D1D93AC59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1762" y="2060848"/>
              <a:ext cx="6768752" cy="35770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2C02EDEE-BF28-49B1-99A7-2D77E9A3B069}"/>
                </a:ext>
              </a:extLst>
            </p:cNvPr>
            <p:cNvSpPr txBox="1"/>
            <p:nvPr/>
          </p:nvSpPr>
          <p:spPr>
            <a:xfrm>
              <a:off x="4644000" y="2048590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235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4B0C77AA-8F20-408C-A0B4-6DAA7B892631}"/>
                </a:ext>
              </a:extLst>
            </p:cNvPr>
            <p:cNvSpPr txBox="1"/>
            <p:nvPr/>
          </p:nvSpPr>
          <p:spPr>
            <a:xfrm>
              <a:off x="6317423" y="272689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683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FE5DA9B2-2CC2-4EF4-9D5A-A0361C09309E}"/>
                </a:ext>
              </a:extLst>
            </p:cNvPr>
            <p:cNvSpPr txBox="1"/>
            <p:nvPr/>
          </p:nvSpPr>
          <p:spPr>
            <a:xfrm>
              <a:off x="2075578" y="272689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145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FAFE8CF5-1BED-4F20-9D93-B4312EBAA926}"/>
                </a:ext>
              </a:extLst>
            </p:cNvPr>
            <p:cNvSpPr txBox="1"/>
            <p:nvPr/>
          </p:nvSpPr>
          <p:spPr>
            <a:xfrm>
              <a:off x="7236296" y="3573016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874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401FC336-1275-4C13-B0DF-486C83003104}"/>
                </a:ext>
              </a:extLst>
            </p:cNvPr>
            <p:cNvSpPr txBox="1"/>
            <p:nvPr/>
          </p:nvSpPr>
          <p:spPr>
            <a:xfrm>
              <a:off x="5580112" y="3573016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336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D2A711A-12B3-4C0B-B120-7F1C2C8E66F0}"/>
                </a:ext>
              </a:extLst>
            </p:cNvPr>
            <p:cNvSpPr txBox="1"/>
            <p:nvPr/>
          </p:nvSpPr>
          <p:spPr>
            <a:xfrm>
              <a:off x="3874876" y="3573016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208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80889B3-E191-4899-AB1F-CBFCFE02BFD8}"/>
                </a:ext>
              </a:extLst>
            </p:cNvPr>
            <p:cNvSpPr txBox="1"/>
            <p:nvPr/>
          </p:nvSpPr>
          <p:spPr>
            <a:xfrm>
              <a:off x="1397756" y="3573016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77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7ED46B7B-6AE4-4860-92DC-DD4BB93B1C2A}"/>
                </a:ext>
              </a:extLst>
            </p:cNvPr>
            <p:cNvSpPr txBox="1"/>
            <p:nvPr/>
          </p:nvSpPr>
          <p:spPr>
            <a:xfrm>
              <a:off x="1165361" y="4199701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35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93135C0A-58C3-4DFF-81C3-CBB365901729}"/>
                </a:ext>
              </a:extLst>
            </p:cNvPr>
            <p:cNvSpPr txBox="1"/>
            <p:nvPr/>
          </p:nvSpPr>
          <p:spPr>
            <a:xfrm>
              <a:off x="2336227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128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C74ED370-F48B-4BFA-BD39-63ED82D0F3C7}"/>
                </a:ext>
              </a:extLst>
            </p:cNvPr>
            <p:cNvSpPr txBox="1"/>
            <p:nvPr/>
          </p:nvSpPr>
          <p:spPr>
            <a:xfrm>
              <a:off x="2848614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192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BDE4E1A-FCE0-4DDE-90F7-1836FAD91DD1}"/>
                </a:ext>
              </a:extLst>
            </p:cNvPr>
            <p:cNvSpPr txBox="1"/>
            <p:nvPr/>
          </p:nvSpPr>
          <p:spPr>
            <a:xfrm>
              <a:off x="4016826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227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207E69FE-2383-4166-9A2E-E9BB76C99BD7}"/>
                </a:ext>
              </a:extLst>
            </p:cNvPr>
            <p:cNvSpPr txBox="1"/>
            <p:nvPr/>
          </p:nvSpPr>
          <p:spPr>
            <a:xfrm>
              <a:off x="4540174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289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CA141990-6725-40A8-8911-FBE5FE86995B}"/>
                </a:ext>
              </a:extLst>
            </p:cNvPr>
            <p:cNvSpPr txBox="1"/>
            <p:nvPr/>
          </p:nvSpPr>
          <p:spPr>
            <a:xfrm>
              <a:off x="5698253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498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9823395C-A66A-4940-90BC-BCAD340F00CD}"/>
                </a:ext>
              </a:extLst>
            </p:cNvPr>
            <p:cNvSpPr txBox="1"/>
            <p:nvPr/>
          </p:nvSpPr>
          <p:spPr>
            <a:xfrm>
              <a:off x="6254275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704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6E0D52D4-3F6A-4698-ADD3-C0D6E4F40F7A}"/>
                </a:ext>
              </a:extLst>
            </p:cNvPr>
            <p:cNvSpPr txBox="1"/>
            <p:nvPr/>
          </p:nvSpPr>
          <p:spPr>
            <a:xfrm>
              <a:off x="7430832" y="419970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901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723C28D6-667B-4400-8DB6-9D2D0E7838EC}"/>
                </a:ext>
              </a:extLst>
            </p:cNvPr>
            <p:cNvSpPr txBox="1"/>
            <p:nvPr/>
          </p:nvSpPr>
          <p:spPr>
            <a:xfrm>
              <a:off x="1162255" y="5637945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18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5CB7716E-3EDB-4052-9042-C4AF64E3B53D}"/>
                </a:ext>
              </a:extLst>
            </p:cNvPr>
            <p:cNvSpPr txBox="1"/>
            <p:nvPr/>
          </p:nvSpPr>
          <p:spPr>
            <a:xfrm>
              <a:off x="1596951" y="5635686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42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0159CF78-7127-4AD2-8CBE-B15B7267B562}"/>
                </a:ext>
              </a:extLst>
            </p:cNvPr>
            <p:cNvSpPr txBox="1"/>
            <p:nvPr/>
          </p:nvSpPr>
          <p:spPr>
            <a:xfrm>
              <a:off x="2019201" y="5633427"/>
              <a:ext cx="4090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84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1CF4A948-6912-4F14-8A4E-E88CD9A2432F}"/>
                </a:ext>
              </a:extLst>
            </p:cNvPr>
            <p:cNvSpPr txBox="1"/>
            <p:nvPr/>
          </p:nvSpPr>
          <p:spPr>
            <a:xfrm>
              <a:off x="2376452" y="5637644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134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31467C1-E6A4-4022-8FF0-D5C4C7BE73F2}"/>
                </a:ext>
              </a:extLst>
            </p:cNvPr>
            <p:cNvSpPr txBox="1"/>
            <p:nvPr/>
          </p:nvSpPr>
          <p:spPr>
            <a:xfrm>
              <a:off x="2796974" y="564186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168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FEF5B990-8E1A-4CB2-A8CD-5777F0EBC7E7}"/>
                </a:ext>
              </a:extLst>
            </p:cNvPr>
            <p:cNvSpPr txBox="1"/>
            <p:nvPr/>
          </p:nvSpPr>
          <p:spPr>
            <a:xfrm>
              <a:off x="3240072" y="564186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201</a:t>
              </a:r>
            </a:p>
          </p:txBody>
        </p: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897915A3-B18F-41A2-B40E-0E918021BD61}"/>
                </a:ext>
              </a:extLst>
            </p:cNvPr>
            <p:cNvSpPr txBox="1"/>
            <p:nvPr/>
          </p:nvSpPr>
          <p:spPr>
            <a:xfrm>
              <a:off x="3660594" y="564418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215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FC2980A2-5E1A-4672-A59A-7CCCBB907DC1}"/>
                </a:ext>
              </a:extLst>
            </p:cNvPr>
            <p:cNvSpPr txBox="1"/>
            <p:nvPr/>
          </p:nvSpPr>
          <p:spPr>
            <a:xfrm>
              <a:off x="4056324" y="5650203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231</a:t>
              </a:r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673FA4F6-64F1-4B53-90D7-731843F0538F}"/>
                </a:ext>
              </a:extLst>
            </p:cNvPr>
            <p:cNvSpPr txBox="1"/>
            <p:nvPr/>
          </p:nvSpPr>
          <p:spPr>
            <a:xfrm>
              <a:off x="4491020" y="5648169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245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82C9BFE7-B788-4C00-9D2F-042906CB713C}"/>
                </a:ext>
              </a:extLst>
            </p:cNvPr>
            <p:cNvSpPr txBox="1"/>
            <p:nvPr/>
          </p:nvSpPr>
          <p:spPr>
            <a:xfrm>
              <a:off x="4963902" y="5650203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304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674CCD2-B2C9-41E6-8B8F-09634FE7B2DD}"/>
                </a:ext>
              </a:extLst>
            </p:cNvPr>
            <p:cNvSpPr txBox="1"/>
            <p:nvPr/>
          </p:nvSpPr>
          <p:spPr>
            <a:xfrm>
              <a:off x="5380032" y="5646335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421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CC82E44C-94D7-47DE-AD88-B1C251AB0417}"/>
                </a:ext>
              </a:extLst>
            </p:cNvPr>
            <p:cNvSpPr txBox="1"/>
            <p:nvPr/>
          </p:nvSpPr>
          <p:spPr>
            <a:xfrm>
              <a:off x="5800554" y="564186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625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0EE7C615-6097-432D-B88F-E5B377707EA4}"/>
                </a:ext>
              </a:extLst>
            </p:cNvPr>
            <p:cNvSpPr txBox="1"/>
            <p:nvPr/>
          </p:nvSpPr>
          <p:spPr>
            <a:xfrm>
              <a:off x="6205658" y="5628461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687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7A221569-BFAB-40A7-B5DF-B146EFB6C531}"/>
                </a:ext>
              </a:extLst>
            </p:cNvPr>
            <p:cNvSpPr txBox="1"/>
            <p:nvPr/>
          </p:nvSpPr>
          <p:spPr>
            <a:xfrm>
              <a:off x="6665106" y="5623506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738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9FA4E443-060A-4C43-A21D-CF98A7B0ABA9}"/>
                </a:ext>
              </a:extLst>
            </p:cNvPr>
            <p:cNvSpPr txBox="1"/>
            <p:nvPr/>
          </p:nvSpPr>
          <p:spPr>
            <a:xfrm>
              <a:off x="7077460" y="5617865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894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41ED7FBB-6E91-4B1D-BBD7-11D6951B6559}"/>
                </a:ext>
              </a:extLst>
            </p:cNvPr>
            <p:cNvSpPr txBox="1"/>
            <p:nvPr/>
          </p:nvSpPr>
          <p:spPr>
            <a:xfrm>
              <a:off x="7487723" y="5630726"/>
              <a:ext cx="52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927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22327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sz="2800" dirty="0"/>
              <a:t>Árvore Binária de Busca Balanceada</a:t>
            </a:r>
            <a:endParaRPr lang="en-US" sz="2800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600"/>
              </a:spcBef>
            </a:pPr>
            <a:r>
              <a:rPr lang="pt-BR" dirty="0"/>
              <a:t>O que torna uma ABB desbalanceada?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pt-BR" sz="2000" dirty="0"/>
              <a:t>As inserções e remoções feitas na árvore.</a:t>
            </a:r>
          </a:p>
          <a:p>
            <a:pPr algn="just" eaLnBrk="1" hangingPunct="1">
              <a:spcBef>
                <a:spcPts val="1800"/>
              </a:spcBef>
            </a:pPr>
            <a:r>
              <a:rPr lang="pt-BR" dirty="0"/>
              <a:t>É possível torná-la balanceada novamente?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pt-BR" sz="2000" dirty="0"/>
              <a:t>Sim, entretanto o esforço computacional para balancear uma ABB muito desbalanceada pode ser muito alto.</a:t>
            </a:r>
          </a:p>
          <a:p>
            <a:pPr marL="342900" lvl="1" indent="-342900" algn="just" eaLnBrk="1" hangingPunct="1">
              <a:spcBef>
                <a:spcPts val="18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pt-BR" sz="2000" dirty="0">
                <a:ea typeface="+mn-ea"/>
                <a:cs typeface="+mn-cs"/>
              </a:rPr>
              <a:t>Que outras opções existem?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pt-BR" sz="2000" dirty="0"/>
              <a:t>Trabalhar com árvores cujos algoritmos de inserção e remoção garantem que a ABB continuará balanceada.</a:t>
            </a:r>
          </a:p>
          <a:p>
            <a:pPr lvl="1" algn="just" eaLnBrk="1" hangingPunct="1">
              <a:spcBef>
                <a:spcPts val="600"/>
              </a:spcBef>
            </a:pPr>
            <a:r>
              <a:rPr lang="pt-BR" sz="2000" dirty="0"/>
              <a:t>Exemplos:</a:t>
            </a:r>
          </a:p>
          <a:p>
            <a:pPr lvl="2" algn="just" eaLnBrk="1" hangingPunct="1">
              <a:spcBef>
                <a:spcPts val="600"/>
              </a:spcBef>
            </a:pPr>
            <a:r>
              <a:rPr lang="pt-BR" sz="2000" dirty="0"/>
              <a:t>Árvores AVL</a:t>
            </a:r>
          </a:p>
          <a:p>
            <a:pPr lvl="2" algn="just" eaLnBrk="1" hangingPunct="1">
              <a:spcBef>
                <a:spcPts val="600"/>
              </a:spcBef>
            </a:pPr>
            <a:r>
              <a:rPr lang="pt-BR" sz="2000" dirty="0"/>
              <a:t>Árvores Rubro-negras</a:t>
            </a:r>
          </a:p>
        </p:txBody>
      </p:sp>
    </p:spTree>
    <p:extLst>
      <p:ext uri="{BB962C8B-B14F-4D97-AF65-F5344CB8AC3E}">
        <p14:creationId xmlns:p14="http://schemas.microsoft.com/office/powerpoint/2010/main" val="4027792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Árvore Binária de Busca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Uma ABB </a:t>
            </a:r>
            <a:r>
              <a:rPr lang="pt-BR" sz="2000" dirty="0">
                <a:solidFill>
                  <a:schemeClr val="accent2"/>
                </a:solidFill>
              </a:rPr>
              <a:t>balanceada</a:t>
            </a:r>
            <a:r>
              <a:rPr lang="pt-BR" sz="2000" dirty="0"/>
              <a:t> de altura </a:t>
            </a:r>
            <a:r>
              <a:rPr lang="pt-BR" sz="2000" b="1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possui de </a:t>
            </a:r>
            <a:r>
              <a:rPr lang="pt-BR" sz="2000" b="1" dirty="0">
                <a:solidFill>
                  <a:schemeClr val="accent2"/>
                </a:solidFill>
              </a:rPr>
              <a:t>2</a:t>
            </a:r>
            <a:r>
              <a:rPr lang="pt-BR" sz="2000" b="1" baseline="30000" dirty="0">
                <a:solidFill>
                  <a:schemeClr val="accent2"/>
                </a:solidFill>
              </a:rPr>
              <a:t>h</a:t>
            </a:r>
            <a:r>
              <a:rPr lang="pt-BR" sz="2000" dirty="0"/>
              <a:t> a </a:t>
            </a:r>
            <a:r>
              <a:rPr lang="pt-BR" sz="2000" b="1" dirty="0">
                <a:solidFill>
                  <a:schemeClr val="accent2"/>
                </a:solidFill>
              </a:rPr>
              <a:t>2</a:t>
            </a:r>
            <a:r>
              <a:rPr lang="pt-BR" sz="2000" b="1" baseline="30000" dirty="0">
                <a:solidFill>
                  <a:schemeClr val="accent2"/>
                </a:solidFill>
              </a:rPr>
              <a:t>h+1</a:t>
            </a:r>
            <a:r>
              <a:rPr lang="pt-BR" sz="2000" b="1" dirty="0">
                <a:solidFill>
                  <a:schemeClr val="accent2"/>
                </a:solidFill>
              </a:rPr>
              <a:t> - 1 </a:t>
            </a:r>
            <a:r>
              <a:rPr lang="pt-BR" sz="2000" dirty="0">
                <a:solidFill>
                  <a:schemeClr val="accent2"/>
                </a:solidFill>
              </a:rPr>
              <a:t>elementos</a:t>
            </a:r>
            <a:r>
              <a:rPr lang="pt-BR" sz="2000" dirty="0"/>
              <a:t>.</a:t>
            </a:r>
            <a:endParaRPr lang="pt-BR" dirty="0"/>
          </a:p>
        </p:txBody>
      </p:sp>
      <p:pic>
        <p:nvPicPr>
          <p:cNvPr id="3074" name="Picture 2" descr="Imagem relacionada">
            <a:extLst>
              <a:ext uri="{FF2B5EF4-FFF2-40B4-BE49-F238E27FC236}">
                <a16:creationId xmlns:a16="http://schemas.microsoft.com/office/drawing/2014/main" id="{02115CB7-1391-4529-928C-6D1D93AC5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348880"/>
            <a:ext cx="4536040" cy="239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538FE89-A8E6-4AAC-8197-61714C2D38D8}"/>
              </a:ext>
            </a:extLst>
          </p:cNvPr>
          <p:cNvGraphicFramePr>
            <a:graphicFrameLocks noGrp="1"/>
          </p:cNvGraphicFramePr>
          <p:nvPr/>
        </p:nvGraphicFramePr>
        <p:xfrm>
          <a:off x="390807" y="2166000"/>
          <a:ext cx="3173081" cy="3566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8825">
                  <a:extLst>
                    <a:ext uri="{9D8B030D-6E8A-4147-A177-3AD203B41FA5}">
                      <a16:colId xmlns:a16="http://schemas.microsoft.com/office/drawing/2014/main" val="3041244096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4232228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N</a:t>
                      </a:r>
                      <a:r>
                        <a:rPr lang="pt-BR" sz="1400" baseline="30000" dirty="0"/>
                        <a:t>o</a:t>
                      </a:r>
                      <a:r>
                        <a:rPr lang="pt-BR" sz="1400" dirty="0"/>
                        <a:t> de elementos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785417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-1+1</a:t>
                      </a:r>
                      <a:r>
                        <a:rPr lang="pt-BR" sz="1400" dirty="0"/>
                        <a:t> – 1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095654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0+1</a:t>
                      </a:r>
                      <a:r>
                        <a:rPr lang="pt-BR" sz="1400" dirty="0"/>
                        <a:t> – 1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687794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1+1</a:t>
                      </a:r>
                      <a:r>
                        <a:rPr lang="pt-BR" sz="1400" dirty="0"/>
                        <a:t> – 1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724003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2+1</a:t>
                      </a:r>
                      <a:r>
                        <a:rPr lang="pt-BR" sz="1400" dirty="0"/>
                        <a:t> – 1 =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29283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3+1</a:t>
                      </a:r>
                      <a:r>
                        <a:rPr lang="pt-BR" sz="1400" dirty="0"/>
                        <a:t> – 1 =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98330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4+1</a:t>
                      </a:r>
                      <a:r>
                        <a:rPr lang="pt-BR" sz="1400" dirty="0"/>
                        <a:t> – 1 = 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4449566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5+1</a:t>
                      </a:r>
                      <a:r>
                        <a:rPr lang="pt-BR" sz="1400" dirty="0"/>
                        <a:t> – 1 = 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174691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10+1</a:t>
                      </a:r>
                      <a:r>
                        <a:rPr lang="pt-BR" sz="1400" dirty="0"/>
                        <a:t> – 1 = 2047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60738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20+1</a:t>
                      </a:r>
                      <a:r>
                        <a:rPr lang="pt-BR" sz="1400" dirty="0"/>
                        <a:t> – 1 = 1.048.575 a 2.097.151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441925"/>
                  </a:ext>
                </a:extLst>
              </a:tr>
              <a:tr h="20477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2</a:t>
                      </a:r>
                      <a:r>
                        <a:rPr lang="pt-BR" sz="1400" baseline="30000" dirty="0"/>
                        <a:t>30+1</a:t>
                      </a:r>
                      <a:r>
                        <a:rPr lang="pt-BR" sz="1400" dirty="0"/>
                        <a:t> – 1 = 1.073.741.824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192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0869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pt-BR" dirty="0"/>
              <a:t>Árvore Binária de Busca</a:t>
            </a: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sz="2000" dirty="0"/>
              <a:t>Imagine um vetor </a:t>
            </a:r>
            <a:r>
              <a:rPr lang="pt-BR" sz="2000" dirty="0">
                <a:solidFill>
                  <a:schemeClr val="accent2"/>
                </a:solidFill>
              </a:rPr>
              <a:t>v</a:t>
            </a:r>
            <a:r>
              <a:rPr lang="pt-BR" sz="2000" dirty="0"/>
              <a:t> com </a:t>
            </a:r>
            <a:r>
              <a:rPr lang="pt-BR" sz="2000" dirty="0">
                <a:solidFill>
                  <a:schemeClr val="accent2"/>
                </a:solidFill>
              </a:rPr>
              <a:t>31 elementos</a:t>
            </a:r>
            <a:r>
              <a:rPr lang="pt-BR" sz="2000" dirty="0"/>
              <a:t> (não ordenado):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dirty="0"/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227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4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231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15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421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31</a:t>
            </a:r>
          </a:p>
          <a:p>
            <a:pPr algn="just"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pt-BR" sz="1600" dirty="0"/>
              <a:t>Quantos comparações são necessárias para verificar se o número </a:t>
            </a:r>
            <a:r>
              <a:rPr lang="pt-BR" sz="1600" dirty="0">
                <a:solidFill>
                  <a:schemeClr val="accent2"/>
                </a:solidFill>
              </a:rPr>
              <a:t>982</a:t>
            </a:r>
            <a:r>
              <a:rPr lang="pt-BR" sz="1600" dirty="0"/>
              <a:t> existe em </a:t>
            </a:r>
            <a:r>
              <a:rPr lang="pt-BR" sz="1600" dirty="0">
                <a:solidFill>
                  <a:schemeClr val="accent2"/>
                </a:solidFill>
              </a:rPr>
              <a:t>v</a:t>
            </a:r>
            <a:r>
              <a:rPr lang="pt-BR" sz="1600" dirty="0"/>
              <a:t>? </a:t>
            </a:r>
            <a:r>
              <a:rPr lang="pt-BR" sz="1600" dirty="0">
                <a:solidFill>
                  <a:schemeClr val="accent2"/>
                </a:solidFill>
              </a:rPr>
              <a:t>31</a:t>
            </a:r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endParaRPr lang="pt-BR" sz="1800" dirty="0"/>
          </a:p>
          <a:p>
            <a:pPr algn="just" eaLnBrk="1" hangingPunct="1">
              <a:spcBef>
                <a:spcPts val="1200"/>
              </a:spcBef>
              <a:buFont typeface="Wingdings" pitchFamily="2" charset="2"/>
              <a:buChar char="Ø"/>
            </a:pPr>
            <a:r>
              <a:rPr lang="pt-BR" dirty="0"/>
              <a:t>E se organizarmos esses números em uma Árvore Binária de Busca?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8015974-FDB5-43C0-A43E-92BC3F10B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66642"/>
              </p:ext>
            </p:extLst>
          </p:nvPr>
        </p:nvGraphicFramePr>
        <p:xfrm>
          <a:off x="129948" y="2037232"/>
          <a:ext cx="8884104" cy="23964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{21E4AEA4-8DFA-4A89-87EB-49C32662AFE0}</a:tableStyleId>
              </a:tblPr>
              <a:tblGrid>
                <a:gridCol w="286584">
                  <a:extLst>
                    <a:ext uri="{9D8B030D-6E8A-4147-A177-3AD203B41FA5}">
                      <a16:colId xmlns:a16="http://schemas.microsoft.com/office/drawing/2014/main" val="229845109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08363974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86347616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894508085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476368616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238160308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49071770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191730346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2450651364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2578048969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651685786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2193501225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2242619277"/>
                    </a:ext>
                  </a:extLst>
                </a:gridCol>
                <a:gridCol w="306856">
                  <a:extLst>
                    <a:ext uri="{9D8B030D-6E8A-4147-A177-3AD203B41FA5}">
                      <a16:colId xmlns:a16="http://schemas.microsoft.com/office/drawing/2014/main" val="1581529617"/>
                    </a:ext>
                  </a:extLst>
                </a:gridCol>
                <a:gridCol w="266312">
                  <a:extLst>
                    <a:ext uri="{9D8B030D-6E8A-4147-A177-3AD203B41FA5}">
                      <a16:colId xmlns:a16="http://schemas.microsoft.com/office/drawing/2014/main" val="339043877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126098029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90128814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98894418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044060739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21904178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470871559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54214169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474906576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537942519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528101975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3729178072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4125299774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594522817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111143687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702615310"/>
                    </a:ext>
                  </a:extLst>
                </a:gridCol>
                <a:gridCol w="286584">
                  <a:extLst>
                    <a:ext uri="{9D8B030D-6E8A-4147-A177-3AD203B41FA5}">
                      <a16:colId xmlns:a16="http://schemas.microsoft.com/office/drawing/2014/main" val="1268427473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625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134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192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227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235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128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35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245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894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42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201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901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215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77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231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84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145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687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498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336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927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738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683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289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874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304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704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168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208</a:t>
                      </a:r>
                    </a:p>
                  </a:txBody>
                  <a:tcPr marL="0" marR="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421</a:t>
                      </a:r>
                    </a:p>
                  </a:txBody>
                  <a:tcPr marL="0" marR="0" marT="36000" marB="36000" anchor="ctr"/>
                </a:tc>
                <a:extLst>
                  <a:ext uri="{0D108BD9-81ED-4DB2-BD59-A6C34878D82A}">
                    <a16:rowId xmlns:a16="http://schemas.microsoft.com/office/drawing/2014/main" val="3096000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376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Default Design">
  <a:themeElements>
    <a:clrScheme name="Personalizada 10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2626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62699"/>
      </a:accent6>
      <a:hlink>
        <a:srgbClr val="CCCCFF"/>
      </a:hlink>
      <a:folHlink>
        <a:srgbClr val="B2B2B2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20452</TotalTime>
  <Words>5700</Words>
  <Application>Microsoft Office PowerPoint</Application>
  <PresentationFormat>Apresentação na tela (4:3)</PresentationFormat>
  <Paragraphs>1462</Paragraphs>
  <Slides>66</Slides>
  <Notes>0</Notes>
  <HiddenSlides>2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66</vt:i4>
      </vt:variant>
    </vt:vector>
  </HeadingPairs>
  <TitlesOfParts>
    <vt:vector size="72" baseType="lpstr">
      <vt:lpstr>Arial</vt:lpstr>
      <vt:lpstr>Courier New</vt:lpstr>
      <vt:lpstr>Tahoma</vt:lpstr>
      <vt:lpstr>Wingdings</vt:lpstr>
      <vt:lpstr>Wingdings 2</vt:lpstr>
      <vt:lpstr>Default Design</vt:lpstr>
      <vt:lpstr>Apresentação do PowerPoint</vt:lpstr>
      <vt:lpstr>Árvore Binária de Busca</vt:lpstr>
      <vt:lpstr>Árvore Binária de Busca</vt:lpstr>
      <vt:lpstr>Busca em Árvores Binárias de Busca</vt:lpstr>
      <vt:lpstr>Busca em Árvores Binárias de Busca</vt:lpstr>
      <vt:lpstr>Busca em Árvores Binárias de Busca</vt:lpstr>
      <vt:lpstr>Busca em Árvores Binárias de Busca</vt:lpstr>
      <vt:lpstr>Busca em Árvores Binárias de Busca</vt:lpstr>
      <vt:lpstr>Busca em Árvores Binárias de Busca</vt:lpstr>
      <vt:lpstr>Inserção em Árvores Binárias de Busca</vt:lpstr>
      <vt:lpstr>Inserção em Árvores Binárias de Busca</vt:lpstr>
      <vt:lpstr>Inserção em Árvores Binárias de Busca</vt:lpstr>
      <vt:lpstr>Inserção em Árvores Binárias de Busca</vt:lpstr>
      <vt:lpstr>Inserção em Árvores Binárias de Busca</vt:lpstr>
      <vt:lpstr>Inserção em Árvores Binárias de Busca</vt:lpstr>
      <vt:lpstr>Inserção em Árvores Binárias de Busca</vt:lpstr>
      <vt:lpstr>Inserção em Árvores Binárias de Busca</vt:lpstr>
      <vt:lpstr>Inserção em Árvores Binárias de Busca</vt:lpstr>
      <vt:lpstr>Percursos em Árvores Binárias de Busca</vt:lpstr>
      <vt:lpstr>TAD - Árvore Binária de Busca</vt:lpstr>
      <vt:lpstr>Exercícios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Exclusão em Árvores Binárias de Busca</vt:lpstr>
      <vt:lpstr>Exercícios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 Balanceada</vt:lpstr>
      <vt:lpstr>Árvore Binária de Busca</vt:lpstr>
      <vt:lpstr>Árvore Binária de Busca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Jobson</dc:creator>
  <cp:lastModifiedBy>Camilla Lobo paulino</cp:lastModifiedBy>
  <cp:revision>1729</cp:revision>
  <dcterms:created xsi:type="dcterms:W3CDTF">1601-01-01T00:00:00Z</dcterms:created>
  <dcterms:modified xsi:type="dcterms:W3CDTF">2019-08-27T00:35:08Z</dcterms:modified>
</cp:coreProperties>
</file>